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277" r:id="rId3"/>
    <p:sldId id="307" r:id="rId4"/>
    <p:sldId id="321" r:id="rId5"/>
    <p:sldId id="322" r:id="rId6"/>
    <p:sldId id="336" r:id="rId7"/>
    <p:sldId id="323" r:id="rId8"/>
    <p:sldId id="304" r:id="rId9"/>
    <p:sldId id="324" r:id="rId10"/>
    <p:sldId id="337" r:id="rId11"/>
    <p:sldId id="325" r:id="rId12"/>
    <p:sldId id="338" r:id="rId13"/>
    <p:sldId id="326" r:id="rId14"/>
    <p:sldId id="339" r:id="rId15"/>
    <p:sldId id="327" r:id="rId16"/>
    <p:sldId id="340" r:id="rId17"/>
    <p:sldId id="328" r:id="rId18"/>
    <p:sldId id="341" r:id="rId19"/>
    <p:sldId id="329" r:id="rId20"/>
    <p:sldId id="342" r:id="rId21"/>
    <p:sldId id="330" r:id="rId22"/>
    <p:sldId id="343" r:id="rId23"/>
    <p:sldId id="331" r:id="rId24"/>
    <p:sldId id="295" r:id="rId25"/>
    <p:sldId id="332" r:id="rId26"/>
    <p:sldId id="344" r:id="rId27"/>
    <p:sldId id="333" r:id="rId28"/>
    <p:sldId id="345" r:id="rId29"/>
    <p:sldId id="334" r:id="rId30"/>
    <p:sldId id="346" r:id="rId31"/>
    <p:sldId id="335" r:id="rId32"/>
  </p:sldIdLst>
  <p:sldSz cx="999807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3532"/>
    <a:srgbClr val="FFDBCA"/>
    <a:srgbClr val="C00000"/>
    <a:srgbClr val="325085"/>
    <a:srgbClr val="002060"/>
    <a:srgbClr val="FF3366"/>
    <a:srgbClr val="337273"/>
    <a:srgbClr val="208371"/>
    <a:srgbClr val="FF858B"/>
    <a:srgbClr val="AA19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30"/>
    <p:restoredTop sz="94663"/>
  </p:normalViewPr>
  <p:slideViewPr>
    <p:cSldViewPr snapToGrid="0" snapToObjects="1">
      <p:cViewPr varScale="1">
        <p:scale>
          <a:sx n="73" d="100"/>
          <a:sy n="73" d="100"/>
        </p:scale>
        <p:origin x="52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9856" y="1122363"/>
            <a:ext cx="8498364"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49760" y="3602038"/>
            <a:ext cx="749855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4D99D3E-10CE-7C4A-BFD4-D2193D5518DD}"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8821B3-4D12-5F4E-AAB7-2EDF43E49282}" type="slidenum">
              <a:rPr lang="en-US" smtClean="0"/>
              <a:t>‹#›</a:t>
            </a:fld>
            <a:endParaRPr lang="en-US"/>
          </a:p>
        </p:txBody>
      </p:sp>
    </p:spTree>
    <p:extLst>
      <p:ext uri="{BB962C8B-B14F-4D97-AF65-F5344CB8AC3E}">
        <p14:creationId xmlns:p14="http://schemas.microsoft.com/office/powerpoint/2010/main" val="312191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D99D3E-10CE-7C4A-BFD4-D2193D5518DD}"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8821B3-4D12-5F4E-AAB7-2EDF43E49282}" type="slidenum">
              <a:rPr lang="en-US" smtClean="0"/>
              <a:t>‹#›</a:t>
            </a:fld>
            <a:endParaRPr lang="en-US"/>
          </a:p>
        </p:txBody>
      </p:sp>
    </p:spTree>
    <p:extLst>
      <p:ext uri="{BB962C8B-B14F-4D97-AF65-F5344CB8AC3E}">
        <p14:creationId xmlns:p14="http://schemas.microsoft.com/office/powerpoint/2010/main" val="4177094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2161" y="1709740"/>
            <a:ext cx="862334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82161" y="4589465"/>
            <a:ext cx="862334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D99D3E-10CE-7C4A-BFD4-D2193D5518DD}"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8821B3-4D12-5F4E-AAB7-2EDF43E49282}" type="slidenum">
              <a:rPr lang="en-US" smtClean="0"/>
              <a:t>‹#›</a:t>
            </a:fld>
            <a:endParaRPr lang="en-US"/>
          </a:p>
        </p:txBody>
      </p:sp>
    </p:spTree>
    <p:extLst>
      <p:ext uri="{BB962C8B-B14F-4D97-AF65-F5344CB8AC3E}">
        <p14:creationId xmlns:p14="http://schemas.microsoft.com/office/powerpoint/2010/main" val="2169222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7368" y="1825625"/>
            <a:ext cx="4249182"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61525" y="1825625"/>
            <a:ext cx="4249182"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D99D3E-10CE-7C4A-BFD4-D2193D5518DD}" type="datetimeFigureOut">
              <a:rPr lang="en-US" smtClean="0"/>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8821B3-4D12-5F4E-AAB7-2EDF43E49282}" type="slidenum">
              <a:rPr lang="en-US" smtClean="0"/>
              <a:t>‹#›</a:t>
            </a:fld>
            <a:endParaRPr lang="en-US"/>
          </a:p>
        </p:txBody>
      </p:sp>
    </p:spTree>
    <p:extLst>
      <p:ext uri="{BB962C8B-B14F-4D97-AF65-F5344CB8AC3E}">
        <p14:creationId xmlns:p14="http://schemas.microsoft.com/office/powerpoint/2010/main" val="3323333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8670" y="365127"/>
            <a:ext cx="862334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8671" y="1681163"/>
            <a:ext cx="4229654"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8671" y="2505075"/>
            <a:ext cx="4229654"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61526" y="1681163"/>
            <a:ext cx="4250484"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61526" y="2505075"/>
            <a:ext cx="4250484"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D99D3E-10CE-7C4A-BFD4-D2193D5518DD}" type="datetimeFigureOut">
              <a:rPr lang="en-US" smtClean="0"/>
              <a:t>4/18/2023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8821B3-4D12-5F4E-AAB7-2EDF43E49282}" type="slidenum">
              <a:rPr lang="en-US" smtClean="0"/>
              <a:t>‹#›</a:t>
            </a:fld>
            <a:endParaRPr lang="en-US"/>
          </a:p>
        </p:txBody>
      </p:sp>
    </p:spTree>
    <p:extLst>
      <p:ext uri="{BB962C8B-B14F-4D97-AF65-F5344CB8AC3E}">
        <p14:creationId xmlns:p14="http://schemas.microsoft.com/office/powerpoint/2010/main" val="2030110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4D99D3E-10CE-7C4A-BFD4-D2193D5518DD}" type="datetimeFigureOut">
              <a:rPr lang="en-US" smtClean="0"/>
              <a:t>4/18/2023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8821B3-4D12-5F4E-AAB7-2EDF43E49282}" type="slidenum">
              <a:rPr lang="en-US" smtClean="0"/>
              <a:t>‹#›</a:t>
            </a:fld>
            <a:endParaRPr lang="en-US"/>
          </a:p>
        </p:txBody>
      </p:sp>
    </p:spTree>
    <p:extLst>
      <p:ext uri="{BB962C8B-B14F-4D97-AF65-F5344CB8AC3E}">
        <p14:creationId xmlns:p14="http://schemas.microsoft.com/office/powerpoint/2010/main" val="3874425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D99D3E-10CE-7C4A-BFD4-D2193D5518DD}" type="datetimeFigureOut">
              <a:rPr lang="en-US" smtClean="0"/>
              <a:t>4/18/2023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8821B3-4D12-5F4E-AAB7-2EDF43E49282}" type="slidenum">
              <a:rPr lang="en-US" smtClean="0"/>
              <a:t>‹#›</a:t>
            </a:fld>
            <a:endParaRPr lang="en-US"/>
          </a:p>
        </p:txBody>
      </p:sp>
    </p:spTree>
    <p:extLst>
      <p:ext uri="{BB962C8B-B14F-4D97-AF65-F5344CB8AC3E}">
        <p14:creationId xmlns:p14="http://schemas.microsoft.com/office/powerpoint/2010/main" val="1934485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8670" y="457200"/>
            <a:ext cx="3224639"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50484" y="987427"/>
            <a:ext cx="506152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8670" y="2057400"/>
            <a:ext cx="322463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4D99D3E-10CE-7C4A-BFD4-D2193D5518DD}" type="datetimeFigureOut">
              <a:rPr lang="en-US" smtClean="0"/>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8821B3-4D12-5F4E-AAB7-2EDF43E49282}" type="slidenum">
              <a:rPr lang="en-US" smtClean="0"/>
              <a:t>‹#›</a:t>
            </a:fld>
            <a:endParaRPr lang="en-US"/>
          </a:p>
        </p:txBody>
      </p:sp>
    </p:spTree>
    <p:extLst>
      <p:ext uri="{BB962C8B-B14F-4D97-AF65-F5344CB8AC3E}">
        <p14:creationId xmlns:p14="http://schemas.microsoft.com/office/powerpoint/2010/main" val="736953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8670" y="457200"/>
            <a:ext cx="3224639"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50484" y="987427"/>
            <a:ext cx="5061525"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8670" y="2057400"/>
            <a:ext cx="322463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4D99D3E-10CE-7C4A-BFD4-D2193D5518DD}" type="datetimeFigureOut">
              <a:rPr lang="en-US" smtClean="0"/>
              <a:t>4/18/2023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8821B3-4D12-5F4E-AAB7-2EDF43E49282}" type="slidenum">
              <a:rPr lang="en-US" smtClean="0"/>
              <a:t>‹#›</a:t>
            </a:fld>
            <a:endParaRPr lang="en-US"/>
          </a:p>
        </p:txBody>
      </p:sp>
    </p:spTree>
    <p:extLst>
      <p:ext uri="{BB962C8B-B14F-4D97-AF65-F5344CB8AC3E}">
        <p14:creationId xmlns:p14="http://schemas.microsoft.com/office/powerpoint/2010/main" val="3010686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D99D3E-10CE-7C4A-BFD4-D2193D5518DD}"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8821B3-4D12-5F4E-AAB7-2EDF43E49282}" type="slidenum">
              <a:rPr lang="en-US" smtClean="0"/>
              <a:t>‹#›</a:t>
            </a:fld>
            <a:endParaRPr lang="en-US"/>
          </a:p>
        </p:txBody>
      </p:sp>
    </p:spTree>
    <p:extLst>
      <p:ext uri="{BB962C8B-B14F-4D97-AF65-F5344CB8AC3E}">
        <p14:creationId xmlns:p14="http://schemas.microsoft.com/office/powerpoint/2010/main" val="4027949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54873" y="365125"/>
            <a:ext cx="215583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7368" y="365125"/>
            <a:ext cx="634252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D99D3E-10CE-7C4A-BFD4-D2193D5518DD}" type="datetimeFigureOut">
              <a:rPr lang="en-US" smtClean="0"/>
              <a:t>4/18/2023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8821B3-4D12-5F4E-AAB7-2EDF43E49282}" type="slidenum">
              <a:rPr lang="en-US" smtClean="0"/>
              <a:t>‹#›</a:t>
            </a:fld>
            <a:endParaRPr lang="en-US"/>
          </a:p>
        </p:txBody>
      </p:sp>
    </p:spTree>
    <p:extLst>
      <p:ext uri="{BB962C8B-B14F-4D97-AF65-F5344CB8AC3E}">
        <p14:creationId xmlns:p14="http://schemas.microsoft.com/office/powerpoint/2010/main" val="370370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DBC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7368" y="365127"/>
            <a:ext cx="862334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7368" y="1825625"/>
            <a:ext cx="862334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7368" y="6356352"/>
            <a:ext cx="224956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99D3E-10CE-7C4A-BFD4-D2193D5518DD}" type="datetimeFigureOut">
              <a:rPr lang="en-US" smtClean="0"/>
              <a:t>4/18/2023</a:t>
            </a:fld>
            <a:endParaRPr lang="en-US"/>
          </a:p>
        </p:txBody>
      </p:sp>
      <p:sp>
        <p:nvSpPr>
          <p:cNvPr id="5" name="Footer Placeholder 4"/>
          <p:cNvSpPr>
            <a:spLocks noGrp="1"/>
          </p:cNvSpPr>
          <p:nvPr>
            <p:ph type="ftr" sz="quarter" idx="3"/>
          </p:nvPr>
        </p:nvSpPr>
        <p:spPr>
          <a:xfrm>
            <a:off x="3311863" y="6356352"/>
            <a:ext cx="337435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61140" y="6356352"/>
            <a:ext cx="224956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8821B3-4D12-5F4E-AAB7-2EDF43E49282}" type="slidenum">
              <a:rPr lang="en-US" smtClean="0"/>
              <a:t>‹#›</a:t>
            </a:fld>
            <a:endParaRPr lang="en-US"/>
          </a:p>
        </p:txBody>
      </p:sp>
    </p:spTree>
    <p:extLst>
      <p:ext uri="{BB962C8B-B14F-4D97-AF65-F5344CB8AC3E}">
        <p14:creationId xmlns:p14="http://schemas.microsoft.com/office/powerpoint/2010/main" val="9188511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484E350A-915B-F34B-A3EC-02BFCE9725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99807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30CF71F-5579-854A-BD06-5D18D17A60DE}"/>
              </a:ext>
            </a:extLst>
          </p:cNvPr>
          <p:cNvSpPr txBox="1"/>
          <p:nvPr/>
        </p:nvSpPr>
        <p:spPr>
          <a:xfrm>
            <a:off x="198782" y="273625"/>
            <a:ext cx="5128591" cy="1571007"/>
          </a:xfrm>
          <a:prstGeom prst="rect">
            <a:avLst/>
          </a:prstGeom>
          <a:noFill/>
        </p:spPr>
        <p:txBody>
          <a:bodyPr wrap="square" rtlCol="0">
            <a:spAutoFit/>
          </a:bodyPr>
          <a:lstStyle/>
          <a:p>
            <a:pPr algn="ctr">
              <a:lnSpc>
                <a:spcPct val="80000"/>
              </a:lnSpc>
            </a:pPr>
            <a:r>
              <a:rPr lang="en-US" sz="1600" dirty="0"/>
              <a:t> </a:t>
            </a:r>
            <a:r>
              <a:rPr lang="en-US" sz="4000" dirty="0">
                <a:latin typeface="Gill Sans Ultra Bold" panose="020B0A02020104020203" pitchFamily="34" charset="77"/>
              </a:rPr>
              <a:t>CENTRAL &amp; SOUTH ASIA</a:t>
            </a:r>
          </a:p>
          <a:p>
            <a:pPr algn="ctr">
              <a:lnSpc>
                <a:spcPct val="80000"/>
              </a:lnSpc>
            </a:pPr>
            <a:r>
              <a:rPr lang="en-US" sz="4000" dirty="0">
                <a:ln>
                  <a:solidFill>
                    <a:schemeClr val="tx1"/>
                  </a:solidFill>
                </a:ln>
                <a:solidFill>
                  <a:schemeClr val="bg1"/>
                </a:solidFill>
                <a:latin typeface="Gill Sans Ultra Bold" panose="020B0A02020104020203" pitchFamily="34" charset="77"/>
              </a:rPr>
              <a:t>PHYSICAL MAP</a:t>
            </a:r>
            <a:endParaRPr lang="en-US" sz="1400" dirty="0">
              <a:ln>
                <a:solidFill>
                  <a:schemeClr val="tx1"/>
                </a:solidFill>
              </a:ln>
              <a:solidFill>
                <a:schemeClr val="bg1"/>
              </a:solidFill>
              <a:latin typeface="Gill Sans Ultra Bold" panose="020B0A02020104020203" pitchFamily="34" charset="77"/>
            </a:endParaRPr>
          </a:p>
        </p:txBody>
      </p:sp>
    </p:spTree>
    <p:extLst>
      <p:ext uri="{BB962C8B-B14F-4D97-AF65-F5344CB8AC3E}">
        <p14:creationId xmlns:p14="http://schemas.microsoft.com/office/powerpoint/2010/main" val="1599769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9DE87B7-78A9-0B41-A0CB-D0EF0A6E65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90" r="16361"/>
          <a:stretch/>
        </p:blipFill>
        <p:spPr bwMode="auto">
          <a:xfrm>
            <a:off x="0" y="0"/>
            <a:ext cx="999807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2BAE0CB-E977-5F49-8E54-2A993BB00597}"/>
              </a:ext>
            </a:extLst>
          </p:cNvPr>
          <p:cNvSpPr txBox="1"/>
          <p:nvPr/>
        </p:nvSpPr>
        <p:spPr>
          <a:xfrm>
            <a:off x="125476" y="114553"/>
            <a:ext cx="4167129" cy="1938992"/>
          </a:xfrm>
          <a:prstGeom prst="rect">
            <a:avLst/>
          </a:prstGeom>
          <a:solidFill>
            <a:srgbClr val="FFDBCA">
              <a:alpha val="81961"/>
            </a:srgbClr>
          </a:solidFill>
          <a:ln>
            <a:solidFill>
              <a:schemeClr val="tx1"/>
            </a:solidFill>
          </a:ln>
        </p:spPr>
        <p:txBody>
          <a:bodyPr wrap="square" rtlCol="0">
            <a:spAutoFit/>
          </a:bodyPr>
          <a:lstStyle/>
          <a:p>
            <a:pPr algn="ctr"/>
            <a:r>
              <a:rPr lang="en-US" sz="2400" b="1" dirty="0">
                <a:latin typeface="Century Gothic" panose="020B0502020202020204" pitchFamily="34" charset="0"/>
              </a:rPr>
              <a:t>LABEL</a:t>
            </a:r>
            <a:r>
              <a:rPr lang="en-US" sz="2400" dirty="0">
                <a:latin typeface="Century Gothic" panose="020B0502020202020204" pitchFamily="34" charset="0"/>
              </a:rPr>
              <a:t> THE PHYSICAL FEATURES OF CENTRAL AND SOUTH ASIA ON YOUR MAP AND </a:t>
            </a:r>
            <a:r>
              <a:rPr lang="en-US" sz="2400" b="1" dirty="0">
                <a:latin typeface="Century Gothic" panose="020B0502020202020204" pitchFamily="34" charset="0"/>
              </a:rPr>
              <a:t>READ</a:t>
            </a:r>
            <a:r>
              <a:rPr lang="en-US" sz="2400" dirty="0">
                <a:latin typeface="Century Gothic" panose="020B0502020202020204" pitchFamily="34" charset="0"/>
              </a:rPr>
              <a:t> ABOUT THEIR SIGNIFICANCE</a:t>
            </a:r>
          </a:p>
        </p:txBody>
      </p:sp>
    </p:spTree>
    <p:extLst>
      <p:ext uri="{BB962C8B-B14F-4D97-AF65-F5344CB8AC3E}">
        <p14:creationId xmlns:p14="http://schemas.microsoft.com/office/powerpoint/2010/main" val="3400237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870240"/>
            <a:ext cx="6848476" cy="1107996"/>
          </a:xfrm>
          <a:prstGeom prst="rect">
            <a:avLst/>
          </a:prstGeom>
          <a:noFill/>
        </p:spPr>
        <p:txBody>
          <a:bodyPr vert="horz" wrap="square" rtlCol="0">
            <a:spAutoFit/>
          </a:bodyPr>
          <a:lstStyle/>
          <a:p>
            <a:pPr algn="ctr"/>
            <a:r>
              <a:rPr lang="en-US" sz="6600" b="1" dirty="0">
                <a:latin typeface="Century Gothic" panose="020B0502020202020204" pitchFamily="34" charset="0"/>
              </a:rPr>
              <a:t>INDIAN OCEAN </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a:off x="1612900" y="3426619"/>
            <a:ext cx="2588039" cy="2919481"/>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Tree>
    <p:extLst>
      <p:ext uri="{BB962C8B-B14F-4D97-AF65-F5344CB8AC3E}">
        <p14:creationId xmlns:p14="http://schemas.microsoft.com/office/powerpoint/2010/main" val="2589283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a:extLst>
              <a:ext uri="{FF2B5EF4-FFF2-40B4-BE49-F238E27FC236}">
                <a16:creationId xmlns:a16="http://schemas.microsoft.com/office/drawing/2014/main" id="{9EF77F4A-9C7D-C148-A232-AADE053365B7}"/>
              </a:ext>
            </a:extLst>
          </p:cNvPr>
          <p:cNvPicPr>
            <a:picLocks noChangeAspect="1" noChangeArrowheads="1"/>
          </p:cNvPicPr>
          <p:nvPr/>
        </p:nvPicPr>
        <p:blipFill>
          <a:blip r:embed="rId2">
            <a:alphaModFix amt="85000"/>
            <a:extLst>
              <a:ext uri="{28A0092B-C50C-407E-A947-70E740481C1C}">
                <a14:useLocalDpi xmlns:a14="http://schemas.microsoft.com/office/drawing/2010/main" val="0"/>
              </a:ext>
            </a:extLst>
          </a:blip>
          <a:srcRect/>
          <a:stretch>
            <a:fillRect/>
          </a:stretch>
        </p:blipFill>
        <p:spPr bwMode="auto">
          <a:xfrm>
            <a:off x="-1" y="-15233"/>
            <a:ext cx="9998074" cy="68732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323439"/>
          </a:xfrm>
          <a:prstGeom prst="rect">
            <a:avLst/>
          </a:prstGeom>
          <a:solidFill>
            <a:srgbClr val="C00000">
              <a:alpha val="79216"/>
            </a:srgbClr>
          </a:solidFill>
        </p:spPr>
        <p:txBody>
          <a:bodyPr wrap="square" rtlCol="0">
            <a:spAutoFit/>
          </a:bodyPr>
          <a:lstStyle/>
          <a:p>
            <a:r>
              <a:rPr lang="en-US" sz="8000" dirty="0">
                <a:solidFill>
                  <a:schemeClr val="bg1"/>
                </a:solidFill>
                <a:latin typeface="Gill Sans Ultra Bold" panose="020B0A02020104020203" pitchFamily="34" charset="77"/>
                <a:cs typeface="Aharoni" panose="02010803020104030203" pitchFamily="2" charset="-79"/>
              </a:rPr>
              <a:t>INDIAN OCEAN:</a:t>
            </a:r>
            <a:endParaRPr lang="en-US" sz="60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86697" y="1495093"/>
            <a:ext cx="9816292" cy="2863028"/>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3200" dirty="0">
                <a:latin typeface="Century Gothic" panose="020B0502020202020204" pitchFamily="34" charset="0"/>
                <a:ea typeface="PondKinder" panose="02000603000000000000" pitchFamily="2" charset="0"/>
              </a:rPr>
              <a:t> The Indian Ocean borders Asia to the south</a:t>
            </a:r>
            <a:r>
              <a:rPr lang="en-US" sz="900" dirty="0">
                <a:latin typeface="Century Gothic" panose="020B0502020202020204" pitchFamily="34" charset="0"/>
                <a:ea typeface="PondKinder" panose="02000603000000000000" pitchFamily="2" charset="0"/>
              </a:rPr>
              <a:t/>
            </a:r>
            <a:br>
              <a:rPr lang="en-US" sz="900" dirty="0">
                <a:latin typeface="Century Gothic" panose="020B0502020202020204" pitchFamily="34" charset="0"/>
                <a:ea typeface="PondKinder" panose="02000603000000000000" pitchFamily="2" charset="0"/>
              </a:rPr>
            </a:br>
            <a:r>
              <a:rPr lang="en-US" sz="900" dirty="0">
                <a:latin typeface="Century Gothic" panose="020B0502020202020204" pitchFamily="34" charset="0"/>
                <a:ea typeface="PondKinder" panose="02000603000000000000" pitchFamily="2" charset="0"/>
              </a:rPr>
              <a:t> </a:t>
            </a:r>
            <a:endParaRPr lang="en-US" sz="3200" dirty="0">
              <a:latin typeface="Century Gothic" panose="020B0502020202020204" pitchFamily="34" charset="0"/>
              <a:ea typeface="PondKinder" panose="02000603000000000000" pitchFamily="2" charset="0"/>
            </a:endParaRPr>
          </a:p>
          <a:p>
            <a:pPr marL="140603" indent="-140603">
              <a:lnSpc>
                <a:spcPct val="135000"/>
              </a:lnSpc>
              <a:buFont typeface="Arial" panose="020B0604020202020204" pitchFamily="34" charset="0"/>
              <a:buChar char="•"/>
            </a:pPr>
            <a:r>
              <a:rPr lang="en-US" sz="3200" dirty="0">
                <a:latin typeface="Century Gothic" panose="020B0502020202020204" pitchFamily="34" charset="0"/>
                <a:ea typeface="PondKinder" panose="02000603000000000000" pitchFamily="2" charset="0"/>
              </a:rPr>
              <a:t> Of the five oceans, the Indian is the third-largest. It covers approximately 20% of the Earth’s water surface area.</a:t>
            </a:r>
            <a:endParaRPr lang="en-US" sz="3200" b="1" u="sng" dirty="0">
              <a:latin typeface="Century Gothic" panose="020B0502020202020204" pitchFamily="34" charset="0"/>
              <a:ea typeface="PondKinder" panose="02000603000000000000" pitchFamily="2" charset="0"/>
            </a:endParaRPr>
          </a:p>
        </p:txBody>
      </p:sp>
    </p:spTree>
    <p:extLst>
      <p:ext uri="{BB962C8B-B14F-4D97-AF65-F5344CB8AC3E}">
        <p14:creationId xmlns:p14="http://schemas.microsoft.com/office/powerpoint/2010/main" val="239273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824074"/>
            <a:ext cx="6848476" cy="1200329"/>
          </a:xfrm>
          <a:prstGeom prst="rect">
            <a:avLst/>
          </a:prstGeom>
          <a:noFill/>
        </p:spPr>
        <p:txBody>
          <a:bodyPr vert="horz" wrap="square" rtlCol="0">
            <a:spAutoFit/>
          </a:bodyPr>
          <a:lstStyle/>
          <a:p>
            <a:pPr algn="ctr"/>
            <a:r>
              <a:rPr lang="en-US" sz="7200" b="1" dirty="0">
                <a:latin typeface="Century Gothic" panose="020B0502020202020204" pitchFamily="34" charset="0"/>
              </a:rPr>
              <a:t>ARABIAN SEA</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a:off x="1612900" y="3426619"/>
            <a:ext cx="1580874" cy="1357416"/>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Tree>
    <p:extLst>
      <p:ext uri="{BB962C8B-B14F-4D97-AF65-F5344CB8AC3E}">
        <p14:creationId xmlns:p14="http://schemas.microsoft.com/office/powerpoint/2010/main" val="2503033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8EF2DE20-EF6F-7441-B057-6B4A2B75A739}"/>
              </a:ext>
            </a:extLst>
          </p:cNvPr>
          <p:cNvPicPr>
            <a:picLocks noChangeAspect="1" noChangeArrowheads="1"/>
          </p:cNvPicPr>
          <p:nvPr/>
        </p:nvPicPr>
        <p:blipFill>
          <a:blip r:embed="rId2">
            <a:alphaModFix amt="85000"/>
            <a:extLst>
              <a:ext uri="{28A0092B-C50C-407E-A947-70E740481C1C}">
                <a14:useLocalDpi xmlns:a14="http://schemas.microsoft.com/office/drawing/2010/main" val="0"/>
              </a:ext>
            </a:extLst>
          </a:blip>
          <a:srcRect/>
          <a:stretch>
            <a:fillRect/>
          </a:stretch>
        </p:blipFill>
        <p:spPr bwMode="auto">
          <a:xfrm>
            <a:off x="0" y="0"/>
            <a:ext cx="9998075"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323439"/>
          </a:xfrm>
          <a:prstGeom prst="rect">
            <a:avLst/>
          </a:prstGeom>
          <a:solidFill>
            <a:srgbClr val="76172F">
              <a:alpha val="61176"/>
            </a:srgbClr>
          </a:solidFill>
        </p:spPr>
        <p:txBody>
          <a:bodyPr wrap="square" rtlCol="0">
            <a:spAutoFit/>
          </a:bodyPr>
          <a:lstStyle/>
          <a:p>
            <a:r>
              <a:rPr lang="en-US" sz="8000" dirty="0">
                <a:solidFill>
                  <a:schemeClr val="bg1"/>
                </a:solidFill>
                <a:latin typeface="Gill Sans Ultra Bold" panose="020B0A02020104020203" pitchFamily="34" charset="77"/>
                <a:cs typeface="Aharoni" panose="02010803020104030203" pitchFamily="2" charset="-79"/>
              </a:rPr>
              <a:t>ARABIAN SEA:</a:t>
            </a:r>
            <a:endParaRPr lang="en-US" sz="60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500237"/>
            <a:ext cx="9816292" cy="4098430"/>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Arabian Sea is a region in the northern part of the Indian Ocean</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This sea is considered one of the busiest shipping lanes in the world, primarily due to its proximity to the Red Sea and the Persian Gulf. Most of the ships that use the Arabian Sea for transportation purposes are large tankers. </a:t>
            </a:r>
          </a:p>
        </p:txBody>
      </p:sp>
    </p:spTree>
    <p:extLst>
      <p:ext uri="{BB962C8B-B14F-4D97-AF65-F5344CB8AC3E}">
        <p14:creationId xmlns:p14="http://schemas.microsoft.com/office/powerpoint/2010/main" val="4075940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916406"/>
            <a:ext cx="6848476" cy="1015663"/>
          </a:xfrm>
          <a:prstGeom prst="rect">
            <a:avLst/>
          </a:prstGeom>
          <a:noFill/>
        </p:spPr>
        <p:txBody>
          <a:bodyPr vert="horz" wrap="square" rtlCol="0">
            <a:spAutoFit/>
          </a:bodyPr>
          <a:lstStyle/>
          <a:p>
            <a:pPr algn="ctr"/>
            <a:r>
              <a:rPr lang="en-US" sz="6000" b="1" dirty="0">
                <a:latin typeface="Century Gothic" panose="020B0502020202020204" pitchFamily="34" charset="0"/>
              </a:rPr>
              <a:t>BAY OF BENGAL</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a:off x="1612900" y="3426619"/>
            <a:ext cx="4174052" cy="1763496"/>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Tree>
    <p:extLst>
      <p:ext uri="{BB962C8B-B14F-4D97-AF65-F5344CB8AC3E}">
        <p14:creationId xmlns:p14="http://schemas.microsoft.com/office/powerpoint/2010/main" val="4089802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1138DB0E-9EAF-6B41-B099-F580551BEE9C}"/>
              </a:ext>
            </a:extLst>
          </p:cNvPr>
          <p:cNvPicPr>
            <a:picLocks noChangeAspect="1" noChangeArrowheads="1"/>
          </p:cNvPicPr>
          <p:nvPr/>
        </p:nvPicPr>
        <p:blipFill rotWithShape="1">
          <a:blip r:embed="rId2">
            <a:alphaModFix amt="85000"/>
            <a:extLst>
              <a:ext uri="{28A0092B-C50C-407E-A947-70E740481C1C}">
                <a14:useLocalDpi xmlns:a14="http://schemas.microsoft.com/office/drawing/2010/main" val="0"/>
              </a:ext>
            </a:extLst>
          </a:blip>
          <a:srcRect t="4753"/>
          <a:stretch/>
        </p:blipFill>
        <p:spPr bwMode="auto">
          <a:xfrm>
            <a:off x="0" y="0"/>
            <a:ext cx="9998076"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200329"/>
          </a:xfrm>
          <a:prstGeom prst="rect">
            <a:avLst/>
          </a:prstGeom>
          <a:solidFill>
            <a:srgbClr val="FF3366">
              <a:alpha val="61176"/>
            </a:srgbClr>
          </a:solidFill>
        </p:spPr>
        <p:txBody>
          <a:bodyPr wrap="square" rtlCol="0">
            <a:spAutoFit/>
          </a:bodyPr>
          <a:lstStyle/>
          <a:p>
            <a:r>
              <a:rPr lang="en-US" sz="7200" dirty="0">
                <a:solidFill>
                  <a:schemeClr val="bg1"/>
                </a:solidFill>
                <a:latin typeface="Gill Sans Ultra Bold" panose="020B0A02020104020203" pitchFamily="34" charset="77"/>
                <a:cs typeface="Aharoni" panose="02010803020104030203" pitchFamily="2" charset="-79"/>
              </a:rPr>
              <a:t>BAY OF BENGAL :</a:t>
            </a:r>
            <a:endParaRPr lang="en-US" sz="54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365327"/>
            <a:ext cx="9816292" cy="2353337"/>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Bay of Bengal is a northeastern part of the Indian Ocean.</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This bay is bordered by India to its northwest and west and Myanmar to its east.</a:t>
            </a:r>
          </a:p>
        </p:txBody>
      </p:sp>
    </p:spTree>
    <p:extLst>
      <p:ext uri="{BB962C8B-B14F-4D97-AF65-F5344CB8AC3E}">
        <p14:creationId xmlns:p14="http://schemas.microsoft.com/office/powerpoint/2010/main" val="231662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824074"/>
            <a:ext cx="6848476" cy="1200329"/>
          </a:xfrm>
          <a:prstGeom prst="rect">
            <a:avLst/>
          </a:prstGeom>
          <a:noFill/>
        </p:spPr>
        <p:txBody>
          <a:bodyPr vert="horz" wrap="square" rtlCol="0">
            <a:spAutoFit/>
          </a:bodyPr>
          <a:lstStyle/>
          <a:p>
            <a:pPr algn="ctr"/>
            <a:r>
              <a:rPr lang="en-US" sz="7200" b="1" dirty="0">
                <a:latin typeface="Century Gothic" panose="020B0502020202020204" pitchFamily="34" charset="0"/>
              </a:rPr>
              <a:t>CASPIAN SEA</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flipV="1">
            <a:off x="1612900" y="2169228"/>
            <a:ext cx="1066061" cy="1257391"/>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spTree>
    <p:extLst>
      <p:ext uri="{BB962C8B-B14F-4D97-AF65-F5344CB8AC3E}">
        <p14:creationId xmlns:p14="http://schemas.microsoft.com/office/powerpoint/2010/main" val="1276741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5C7FC65-4F4E-4344-9950-DB7C97DD1F18}"/>
              </a:ext>
            </a:extLst>
          </p:cNvPr>
          <p:cNvPicPr>
            <a:picLocks noChangeAspect="1" noChangeArrowheads="1"/>
          </p:cNvPicPr>
          <p:nvPr/>
        </p:nvPicPr>
        <p:blipFill rotWithShape="1">
          <a:blip r:embed="rId2">
            <a:alphaModFix amt="85000"/>
            <a:extLst>
              <a:ext uri="{28A0092B-C50C-407E-A947-70E740481C1C}">
                <a14:useLocalDpi xmlns:a14="http://schemas.microsoft.com/office/drawing/2010/main" val="0"/>
              </a:ext>
            </a:extLst>
          </a:blip>
          <a:srcRect l="3670" r="8784"/>
          <a:stretch/>
        </p:blipFill>
        <p:spPr bwMode="auto">
          <a:xfrm>
            <a:off x="0" y="0"/>
            <a:ext cx="999807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323439"/>
          </a:xfrm>
          <a:prstGeom prst="rect">
            <a:avLst/>
          </a:prstGeom>
          <a:solidFill>
            <a:srgbClr val="F5BC03">
              <a:alpha val="74902"/>
            </a:srgbClr>
          </a:solidFill>
        </p:spPr>
        <p:txBody>
          <a:bodyPr wrap="square" rtlCol="0">
            <a:spAutoFit/>
          </a:bodyPr>
          <a:lstStyle/>
          <a:p>
            <a:r>
              <a:rPr lang="en-US" sz="8000" dirty="0">
                <a:solidFill>
                  <a:schemeClr val="bg1"/>
                </a:solidFill>
                <a:latin typeface="Gill Sans Ultra Bold" panose="020B0A02020104020203" pitchFamily="34" charset="77"/>
                <a:cs typeface="Aharoni" panose="02010803020104030203" pitchFamily="2" charset="-79"/>
              </a:rPr>
              <a:t>CASPIAN SEA :</a:t>
            </a:r>
            <a:endParaRPr lang="en-US" sz="60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485247"/>
            <a:ext cx="9816292" cy="2935034"/>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Caspian Sea is the world’s largest inland body of water and is often described as the world’s largest lake despite its name</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This sea is bordered by Kazakhstan, Turkmenistan, Iran, Azerbaijan, and Russia</a:t>
            </a:r>
          </a:p>
        </p:txBody>
      </p:sp>
    </p:spTree>
    <p:extLst>
      <p:ext uri="{BB962C8B-B14F-4D97-AF65-F5344CB8AC3E}">
        <p14:creationId xmlns:p14="http://schemas.microsoft.com/office/powerpoint/2010/main" val="108480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762519"/>
            <a:ext cx="6848476" cy="1323439"/>
          </a:xfrm>
          <a:prstGeom prst="rect">
            <a:avLst/>
          </a:prstGeom>
          <a:noFill/>
        </p:spPr>
        <p:txBody>
          <a:bodyPr vert="horz" wrap="square" rtlCol="0">
            <a:spAutoFit/>
          </a:bodyPr>
          <a:lstStyle/>
          <a:p>
            <a:pPr algn="ctr"/>
            <a:r>
              <a:rPr lang="en-US" sz="8000" b="1" dirty="0">
                <a:latin typeface="Century Gothic" panose="020B0502020202020204" pitchFamily="34" charset="0"/>
              </a:rPr>
              <a:t>ARAL SEA</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cxnSp>
        <p:nvCxnSpPr>
          <p:cNvPr id="13" name="Straight Arrow Connector 12">
            <a:extLst>
              <a:ext uri="{FF2B5EF4-FFF2-40B4-BE49-F238E27FC236}">
                <a16:creationId xmlns:a16="http://schemas.microsoft.com/office/drawing/2014/main" id="{A5A3E263-E679-4E49-815F-EE77E2125539}"/>
              </a:ext>
            </a:extLst>
          </p:cNvPr>
          <p:cNvCxnSpPr>
            <a:cxnSpLocks/>
          </p:cNvCxnSpPr>
          <p:nvPr/>
        </p:nvCxnSpPr>
        <p:spPr>
          <a:xfrm flipH="1">
            <a:off x="3538330" y="1560909"/>
            <a:ext cx="171541" cy="728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6B1F29C-7CA6-B849-AD4B-30A8FD8F6555}"/>
              </a:ext>
            </a:extLst>
          </p:cNvPr>
          <p:cNvSpPr txBox="1"/>
          <p:nvPr/>
        </p:nvSpPr>
        <p:spPr>
          <a:xfrm>
            <a:off x="2108812" y="2289855"/>
            <a:ext cx="2791665" cy="338554"/>
          </a:xfrm>
          <a:prstGeom prst="rect">
            <a:avLst/>
          </a:prstGeom>
          <a:noFill/>
        </p:spPr>
        <p:txBody>
          <a:bodyPr wrap="square" rtlCol="0">
            <a:spAutoFit/>
          </a:bodyPr>
          <a:lstStyle/>
          <a:p>
            <a:pPr algn="ctr"/>
            <a:r>
              <a:rPr lang="en-US" sz="1600" b="1" dirty="0">
                <a:solidFill>
                  <a:srgbClr val="0304B4"/>
                </a:solidFill>
                <a:latin typeface="Century Gothic" panose="020B0502020202020204" pitchFamily="34" charset="0"/>
              </a:rPr>
              <a:t>Aral Sea</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flipV="1">
            <a:off x="1612900" y="1630017"/>
            <a:ext cx="1925430" cy="1796602"/>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Tree>
    <p:extLst>
      <p:ext uri="{BB962C8B-B14F-4D97-AF65-F5344CB8AC3E}">
        <p14:creationId xmlns:p14="http://schemas.microsoft.com/office/powerpoint/2010/main" val="723657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E8841E63-B81C-C243-87C8-40C29CC4836F}"/>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t="3149" b="20926"/>
          <a:stretch/>
        </p:blipFill>
        <p:spPr bwMode="auto">
          <a:xfrm>
            <a:off x="0" y="-1"/>
            <a:ext cx="9998073" cy="68580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569660"/>
          </a:xfrm>
          <a:prstGeom prst="rect">
            <a:avLst/>
          </a:prstGeom>
          <a:solidFill>
            <a:srgbClr val="002060">
              <a:alpha val="70980"/>
            </a:srgbClr>
          </a:solidFill>
        </p:spPr>
        <p:txBody>
          <a:bodyPr wrap="square" rtlCol="0">
            <a:spAutoFit/>
          </a:bodyPr>
          <a:lstStyle/>
          <a:p>
            <a:r>
              <a:rPr lang="en-US" sz="9600" dirty="0">
                <a:solidFill>
                  <a:schemeClr val="bg1"/>
                </a:solidFill>
                <a:latin typeface="Gill Sans Ultra Bold" panose="020B0A02020104020203" pitchFamily="34" charset="77"/>
                <a:cs typeface="Aharoni" panose="02010803020104030203" pitchFamily="2" charset="-79"/>
              </a:rPr>
              <a:t>ARAL SEA :</a:t>
            </a:r>
            <a:endParaRPr lang="en-US" sz="72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755068"/>
            <a:ext cx="9816292" cy="2935034"/>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Aral Sea was a lake lying between Kazakhstan and Uzbekistan which began shrinking in the 1960s and had largely dried up by the 2010s</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Its name roughly translates to “Sea of Islands” referring to the 1,100 islands that had dotted its waters</a:t>
            </a:r>
          </a:p>
        </p:txBody>
      </p:sp>
    </p:spTree>
    <p:extLst>
      <p:ext uri="{BB962C8B-B14F-4D97-AF65-F5344CB8AC3E}">
        <p14:creationId xmlns:p14="http://schemas.microsoft.com/office/powerpoint/2010/main" val="154422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824074"/>
            <a:ext cx="6848476" cy="1200329"/>
          </a:xfrm>
          <a:prstGeom prst="rect">
            <a:avLst/>
          </a:prstGeom>
          <a:noFill/>
        </p:spPr>
        <p:txBody>
          <a:bodyPr vert="horz" wrap="square" rtlCol="0">
            <a:spAutoFit/>
          </a:bodyPr>
          <a:lstStyle/>
          <a:p>
            <a:pPr algn="ctr"/>
            <a:r>
              <a:rPr lang="en-US" sz="7200" b="1" dirty="0">
                <a:latin typeface="Century Gothic" panose="020B0502020202020204" pitchFamily="34" charset="0"/>
              </a:rPr>
              <a:t>INDUS RIVER</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a:off x="1612900" y="3426619"/>
            <a:ext cx="2352896" cy="148620"/>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cxnSp>
        <p:nvCxnSpPr>
          <p:cNvPr id="13" name="Straight Arrow Connector 12">
            <a:extLst>
              <a:ext uri="{FF2B5EF4-FFF2-40B4-BE49-F238E27FC236}">
                <a16:creationId xmlns:a16="http://schemas.microsoft.com/office/drawing/2014/main" id="{A5A3E263-E679-4E49-815F-EE77E2125539}"/>
              </a:ext>
            </a:extLst>
          </p:cNvPr>
          <p:cNvCxnSpPr>
            <a:cxnSpLocks/>
          </p:cNvCxnSpPr>
          <p:nvPr/>
        </p:nvCxnSpPr>
        <p:spPr>
          <a:xfrm flipH="1">
            <a:off x="3538330" y="1560909"/>
            <a:ext cx="171541" cy="728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6B1F29C-7CA6-B849-AD4B-30A8FD8F6555}"/>
              </a:ext>
            </a:extLst>
          </p:cNvPr>
          <p:cNvSpPr txBox="1"/>
          <p:nvPr/>
        </p:nvSpPr>
        <p:spPr>
          <a:xfrm>
            <a:off x="2108812" y="2289855"/>
            <a:ext cx="2791665" cy="338554"/>
          </a:xfrm>
          <a:prstGeom prst="rect">
            <a:avLst/>
          </a:prstGeom>
          <a:noFill/>
        </p:spPr>
        <p:txBody>
          <a:bodyPr wrap="square" rtlCol="0">
            <a:spAutoFit/>
          </a:bodyPr>
          <a:lstStyle/>
          <a:p>
            <a:pPr algn="ctr"/>
            <a:r>
              <a:rPr lang="en-US" sz="1600" b="1" dirty="0">
                <a:solidFill>
                  <a:srgbClr val="0304B4"/>
                </a:solidFill>
                <a:latin typeface="Century Gothic" panose="020B0502020202020204" pitchFamily="34" charset="0"/>
              </a:rPr>
              <a:t>Aral Sea</a:t>
            </a:r>
          </a:p>
        </p:txBody>
      </p:sp>
      <p:sp>
        <p:nvSpPr>
          <p:cNvPr id="2" name="Freeform 1">
            <a:extLst>
              <a:ext uri="{FF2B5EF4-FFF2-40B4-BE49-F238E27FC236}">
                <a16:creationId xmlns:a16="http://schemas.microsoft.com/office/drawing/2014/main" id="{E1A40968-4AEA-0243-A2FB-30B9AEFE61F5}"/>
              </a:ext>
            </a:extLst>
          </p:cNvPr>
          <p:cNvSpPr/>
          <p:nvPr/>
        </p:nvSpPr>
        <p:spPr>
          <a:xfrm>
            <a:off x="4064000" y="2736850"/>
            <a:ext cx="1371600" cy="1273175"/>
          </a:xfrm>
          <a:custGeom>
            <a:avLst/>
            <a:gdLst>
              <a:gd name="connsiteX0" fmla="*/ 0 w 1371600"/>
              <a:gd name="connsiteY0" fmla="*/ 1273175 h 1273175"/>
              <a:gd name="connsiteX1" fmla="*/ 3175 w 1371600"/>
              <a:gd name="connsiteY1" fmla="*/ 1257300 h 1273175"/>
              <a:gd name="connsiteX2" fmla="*/ 12700 w 1371600"/>
              <a:gd name="connsiteY2" fmla="*/ 1250950 h 1273175"/>
              <a:gd name="connsiteX3" fmla="*/ 25400 w 1371600"/>
              <a:gd name="connsiteY3" fmla="*/ 1231900 h 1273175"/>
              <a:gd name="connsiteX4" fmla="*/ 34925 w 1371600"/>
              <a:gd name="connsiteY4" fmla="*/ 1200150 h 1273175"/>
              <a:gd name="connsiteX5" fmla="*/ 38100 w 1371600"/>
              <a:gd name="connsiteY5" fmla="*/ 1190625 h 1273175"/>
              <a:gd name="connsiteX6" fmla="*/ 60325 w 1371600"/>
              <a:gd name="connsiteY6" fmla="*/ 1181100 h 1273175"/>
              <a:gd name="connsiteX7" fmla="*/ 79375 w 1371600"/>
              <a:gd name="connsiteY7" fmla="*/ 1171575 h 1273175"/>
              <a:gd name="connsiteX8" fmla="*/ 79375 w 1371600"/>
              <a:gd name="connsiteY8" fmla="*/ 1130300 h 1273175"/>
              <a:gd name="connsiteX9" fmla="*/ 76200 w 1371600"/>
              <a:gd name="connsiteY9" fmla="*/ 1111250 h 1273175"/>
              <a:gd name="connsiteX10" fmla="*/ 69850 w 1371600"/>
              <a:gd name="connsiteY10" fmla="*/ 1079500 h 1273175"/>
              <a:gd name="connsiteX11" fmla="*/ 66675 w 1371600"/>
              <a:gd name="connsiteY11" fmla="*/ 1041400 h 1273175"/>
              <a:gd name="connsiteX12" fmla="*/ 57150 w 1371600"/>
              <a:gd name="connsiteY12" fmla="*/ 1022350 h 1273175"/>
              <a:gd name="connsiteX13" fmla="*/ 47625 w 1371600"/>
              <a:gd name="connsiteY13" fmla="*/ 990600 h 1273175"/>
              <a:gd name="connsiteX14" fmla="*/ 44450 w 1371600"/>
              <a:gd name="connsiteY14" fmla="*/ 981075 h 1273175"/>
              <a:gd name="connsiteX15" fmla="*/ 47625 w 1371600"/>
              <a:gd name="connsiteY15" fmla="*/ 958850 h 1273175"/>
              <a:gd name="connsiteX16" fmla="*/ 66675 w 1371600"/>
              <a:gd name="connsiteY16" fmla="*/ 946150 h 1273175"/>
              <a:gd name="connsiteX17" fmla="*/ 69850 w 1371600"/>
              <a:gd name="connsiteY17" fmla="*/ 936625 h 1273175"/>
              <a:gd name="connsiteX18" fmla="*/ 82550 w 1371600"/>
              <a:gd name="connsiteY18" fmla="*/ 933450 h 1273175"/>
              <a:gd name="connsiteX19" fmla="*/ 92075 w 1371600"/>
              <a:gd name="connsiteY19" fmla="*/ 927100 h 1273175"/>
              <a:gd name="connsiteX20" fmla="*/ 98425 w 1371600"/>
              <a:gd name="connsiteY20" fmla="*/ 908050 h 1273175"/>
              <a:gd name="connsiteX21" fmla="*/ 101600 w 1371600"/>
              <a:gd name="connsiteY21" fmla="*/ 879475 h 1273175"/>
              <a:gd name="connsiteX22" fmla="*/ 111125 w 1371600"/>
              <a:gd name="connsiteY22" fmla="*/ 869950 h 1273175"/>
              <a:gd name="connsiteX23" fmla="*/ 130175 w 1371600"/>
              <a:gd name="connsiteY23" fmla="*/ 863600 h 1273175"/>
              <a:gd name="connsiteX24" fmla="*/ 165100 w 1371600"/>
              <a:gd name="connsiteY24" fmla="*/ 857250 h 1273175"/>
              <a:gd name="connsiteX25" fmla="*/ 174625 w 1371600"/>
              <a:gd name="connsiteY25" fmla="*/ 850900 h 1273175"/>
              <a:gd name="connsiteX26" fmla="*/ 180975 w 1371600"/>
              <a:gd name="connsiteY26" fmla="*/ 841375 h 1273175"/>
              <a:gd name="connsiteX27" fmla="*/ 200025 w 1371600"/>
              <a:gd name="connsiteY27" fmla="*/ 828675 h 1273175"/>
              <a:gd name="connsiteX28" fmla="*/ 209550 w 1371600"/>
              <a:gd name="connsiteY28" fmla="*/ 822325 h 1273175"/>
              <a:gd name="connsiteX29" fmla="*/ 228600 w 1371600"/>
              <a:gd name="connsiteY29" fmla="*/ 793750 h 1273175"/>
              <a:gd name="connsiteX30" fmla="*/ 234950 w 1371600"/>
              <a:gd name="connsiteY30" fmla="*/ 784225 h 1273175"/>
              <a:gd name="connsiteX31" fmla="*/ 254000 w 1371600"/>
              <a:gd name="connsiteY31" fmla="*/ 777875 h 1273175"/>
              <a:gd name="connsiteX32" fmla="*/ 263525 w 1371600"/>
              <a:gd name="connsiteY32" fmla="*/ 771525 h 1273175"/>
              <a:gd name="connsiteX33" fmla="*/ 273050 w 1371600"/>
              <a:gd name="connsiteY33" fmla="*/ 768350 h 1273175"/>
              <a:gd name="connsiteX34" fmla="*/ 282575 w 1371600"/>
              <a:gd name="connsiteY34" fmla="*/ 762000 h 1273175"/>
              <a:gd name="connsiteX35" fmla="*/ 301625 w 1371600"/>
              <a:gd name="connsiteY35" fmla="*/ 752475 h 1273175"/>
              <a:gd name="connsiteX36" fmla="*/ 314325 w 1371600"/>
              <a:gd name="connsiteY36" fmla="*/ 733425 h 1273175"/>
              <a:gd name="connsiteX37" fmla="*/ 317500 w 1371600"/>
              <a:gd name="connsiteY37" fmla="*/ 720725 h 1273175"/>
              <a:gd name="connsiteX38" fmla="*/ 336550 w 1371600"/>
              <a:gd name="connsiteY38" fmla="*/ 711200 h 1273175"/>
              <a:gd name="connsiteX39" fmla="*/ 349250 w 1371600"/>
              <a:gd name="connsiteY39" fmla="*/ 727075 h 1273175"/>
              <a:gd name="connsiteX40" fmla="*/ 352425 w 1371600"/>
              <a:gd name="connsiteY40" fmla="*/ 717550 h 1273175"/>
              <a:gd name="connsiteX41" fmla="*/ 346075 w 1371600"/>
              <a:gd name="connsiteY41" fmla="*/ 698500 h 1273175"/>
              <a:gd name="connsiteX42" fmla="*/ 349250 w 1371600"/>
              <a:gd name="connsiteY42" fmla="*/ 663575 h 1273175"/>
              <a:gd name="connsiteX43" fmla="*/ 361950 w 1371600"/>
              <a:gd name="connsiteY43" fmla="*/ 635000 h 1273175"/>
              <a:gd name="connsiteX44" fmla="*/ 368300 w 1371600"/>
              <a:gd name="connsiteY44" fmla="*/ 615950 h 1273175"/>
              <a:gd name="connsiteX45" fmla="*/ 371475 w 1371600"/>
              <a:gd name="connsiteY45" fmla="*/ 606425 h 1273175"/>
              <a:gd name="connsiteX46" fmla="*/ 374650 w 1371600"/>
              <a:gd name="connsiteY46" fmla="*/ 596900 h 1273175"/>
              <a:gd name="connsiteX47" fmla="*/ 377825 w 1371600"/>
              <a:gd name="connsiteY47" fmla="*/ 457200 h 1273175"/>
              <a:gd name="connsiteX48" fmla="*/ 381000 w 1371600"/>
              <a:gd name="connsiteY48" fmla="*/ 447675 h 1273175"/>
              <a:gd name="connsiteX49" fmla="*/ 393700 w 1371600"/>
              <a:gd name="connsiteY49" fmla="*/ 428625 h 1273175"/>
              <a:gd name="connsiteX50" fmla="*/ 409575 w 1371600"/>
              <a:gd name="connsiteY50" fmla="*/ 400050 h 1273175"/>
              <a:gd name="connsiteX51" fmla="*/ 419100 w 1371600"/>
              <a:gd name="connsiteY51" fmla="*/ 393700 h 1273175"/>
              <a:gd name="connsiteX52" fmla="*/ 425450 w 1371600"/>
              <a:gd name="connsiteY52" fmla="*/ 374650 h 1273175"/>
              <a:gd name="connsiteX53" fmla="*/ 428625 w 1371600"/>
              <a:gd name="connsiteY53" fmla="*/ 365125 h 1273175"/>
              <a:gd name="connsiteX54" fmla="*/ 431800 w 1371600"/>
              <a:gd name="connsiteY54" fmla="*/ 349250 h 1273175"/>
              <a:gd name="connsiteX55" fmla="*/ 438150 w 1371600"/>
              <a:gd name="connsiteY55" fmla="*/ 311150 h 1273175"/>
              <a:gd name="connsiteX56" fmla="*/ 441325 w 1371600"/>
              <a:gd name="connsiteY56" fmla="*/ 301625 h 1273175"/>
              <a:gd name="connsiteX57" fmla="*/ 450850 w 1371600"/>
              <a:gd name="connsiteY57" fmla="*/ 295275 h 1273175"/>
              <a:gd name="connsiteX58" fmla="*/ 469900 w 1371600"/>
              <a:gd name="connsiteY58" fmla="*/ 279400 h 1273175"/>
              <a:gd name="connsiteX59" fmla="*/ 476250 w 1371600"/>
              <a:gd name="connsiteY59" fmla="*/ 269875 h 1273175"/>
              <a:gd name="connsiteX60" fmla="*/ 485775 w 1371600"/>
              <a:gd name="connsiteY60" fmla="*/ 250825 h 1273175"/>
              <a:gd name="connsiteX61" fmla="*/ 504825 w 1371600"/>
              <a:gd name="connsiteY61" fmla="*/ 238125 h 1273175"/>
              <a:gd name="connsiteX62" fmla="*/ 530225 w 1371600"/>
              <a:gd name="connsiteY62" fmla="*/ 200025 h 1273175"/>
              <a:gd name="connsiteX63" fmla="*/ 536575 w 1371600"/>
              <a:gd name="connsiteY63" fmla="*/ 190500 h 1273175"/>
              <a:gd name="connsiteX64" fmla="*/ 542925 w 1371600"/>
              <a:gd name="connsiteY64" fmla="*/ 180975 h 1273175"/>
              <a:gd name="connsiteX65" fmla="*/ 561975 w 1371600"/>
              <a:gd name="connsiteY65" fmla="*/ 168275 h 1273175"/>
              <a:gd name="connsiteX66" fmla="*/ 574675 w 1371600"/>
              <a:gd name="connsiteY66" fmla="*/ 149225 h 1273175"/>
              <a:gd name="connsiteX67" fmla="*/ 581025 w 1371600"/>
              <a:gd name="connsiteY67" fmla="*/ 82550 h 1273175"/>
              <a:gd name="connsiteX68" fmla="*/ 584200 w 1371600"/>
              <a:gd name="connsiteY68" fmla="*/ 73025 h 1273175"/>
              <a:gd name="connsiteX69" fmla="*/ 612775 w 1371600"/>
              <a:gd name="connsiteY69" fmla="*/ 63500 h 1273175"/>
              <a:gd name="connsiteX70" fmla="*/ 622300 w 1371600"/>
              <a:gd name="connsiteY70" fmla="*/ 60325 h 1273175"/>
              <a:gd name="connsiteX71" fmla="*/ 625475 w 1371600"/>
              <a:gd name="connsiteY71" fmla="*/ 50800 h 1273175"/>
              <a:gd name="connsiteX72" fmla="*/ 657225 w 1371600"/>
              <a:gd name="connsiteY72" fmla="*/ 19050 h 1273175"/>
              <a:gd name="connsiteX73" fmla="*/ 676275 w 1371600"/>
              <a:gd name="connsiteY73" fmla="*/ 12700 h 1273175"/>
              <a:gd name="connsiteX74" fmla="*/ 685800 w 1371600"/>
              <a:gd name="connsiteY74" fmla="*/ 15875 h 1273175"/>
              <a:gd name="connsiteX75" fmla="*/ 701675 w 1371600"/>
              <a:gd name="connsiteY75" fmla="*/ 28575 h 1273175"/>
              <a:gd name="connsiteX76" fmla="*/ 708025 w 1371600"/>
              <a:gd name="connsiteY76" fmla="*/ 38100 h 1273175"/>
              <a:gd name="connsiteX77" fmla="*/ 730250 w 1371600"/>
              <a:gd name="connsiteY77" fmla="*/ 38100 h 1273175"/>
              <a:gd name="connsiteX78" fmla="*/ 736600 w 1371600"/>
              <a:gd name="connsiteY78" fmla="*/ 28575 h 1273175"/>
              <a:gd name="connsiteX79" fmla="*/ 742950 w 1371600"/>
              <a:gd name="connsiteY79" fmla="*/ 9525 h 1273175"/>
              <a:gd name="connsiteX80" fmla="*/ 749300 w 1371600"/>
              <a:gd name="connsiteY80" fmla="*/ 0 h 1273175"/>
              <a:gd name="connsiteX81" fmla="*/ 762000 w 1371600"/>
              <a:gd name="connsiteY81" fmla="*/ 3175 h 1273175"/>
              <a:gd name="connsiteX82" fmla="*/ 781050 w 1371600"/>
              <a:gd name="connsiteY82" fmla="*/ 15875 h 1273175"/>
              <a:gd name="connsiteX83" fmla="*/ 800100 w 1371600"/>
              <a:gd name="connsiteY83" fmla="*/ 22225 h 1273175"/>
              <a:gd name="connsiteX84" fmla="*/ 809625 w 1371600"/>
              <a:gd name="connsiteY84" fmla="*/ 28575 h 1273175"/>
              <a:gd name="connsiteX85" fmla="*/ 825500 w 1371600"/>
              <a:gd name="connsiteY85" fmla="*/ 31750 h 1273175"/>
              <a:gd name="connsiteX86" fmla="*/ 838200 w 1371600"/>
              <a:gd name="connsiteY86" fmla="*/ 34925 h 1273175"/>
              <a:gd name="connsiteX87" fmla="*/ 866775 w 1371600"/>
              <a:gd name="connsiteY87" fmla="*/ 41275 h 1273175"/>
              <a:gd name="connsiteX88" fmla="*/ 873125 w 1371600"/>
              <a:gd name="connsiteY88" fmla="*/ 60325 h 1273175"/>
              <a:gd name="connsiteX89" fmla="*/ 876300 w 1371600"/>
              <a:gd name="connsiteY89" fmla="*/ 69850 h 1273175"/>
              <a:gd name="connsiteX90" fmla="*/ 889000 w 1371600"/>
              <a:gd name="connsiteY90" fmla="*/ 88900 h 1273175"/>
              <a:gd name="connsiteX91" fmla="*/ 895350 w 1371600"/>
              <a:gd name="connsiteY91" fmla="*/ 98425 h 1273175"/>
              <a:gd name="connsiteX92" fmla="*/ 901700 w 1371600"/>
              <a:gd name="connsiteY92" fmla="*/ 117475 h 1273175"/>
              <a:gd name="connsiteX93" fmla="*/ 911225 w 1371600"/>
              <a:gd name="connsiteY93" fmla="*/ 136525 h 1273175"/>
              <a:gd name="connsiteX94" fmla="*/ 920750 w 1371600"/>
              <a:gd name="connsiteY94" fmla="*/ 142875 h 1273175"/>
              <a:gd name="connsiteX95" fmla="*/ 946150 w 1371600"/>
              <a:gd name="connsiteY95" fmla="*/ 165100 h 1273175"/>
              <a:gd name="connsiteX96" fmla="*/ 955675 w 1371600"/>
              <a:gd name="connsiteY96" fmla="*/ 168275 h 1273175"/>
              <a:gd name="connsiteX97" fmla="*/ 974725 w 1371600"/>
              <a:gd name="connsiteY97" fmla="*/ 180975 h 1273175"/>
              <a:gd name="connsiteX98" fmla="*/ 981075 w 1371600"/>
              <a:gd name="connsiteY98" fmla="*/ 190500 h 1273175"/>
              <a:gd name="connsiteX99" fmla="*/ 1000125 w 1371600"/>
              <a:gd name="connsiteY99" fmla="*/ 203200 h 1273175"/>
              <a:gd name="connsiteX100" fmla="*/ 1012825 w 1371600"/>
              <a:gd name="connsiteY100" fmla="*/ 215900 h 1273175"/>
              <a:gd name="connsiteX101" fmla="*/ 1031875 w 1371600"/>
              <a:gd name="connsiteY101" fmla="*/ 228600 h 1273175"/>
              <a:gd name="connsiteX102" fmla="*/ 1050925 w 1371600"/>
              <a:gd name="connsiteY102" fmla="*/ 257175 h 1273175"/>
              <a:gd name="connsiteX103" fmla="*/ 1057275 w 1371600"/>
              <a:gd name="connsiteY103" fmla="*/ 266700 h 1273175"/>
              <a:gd name="connsiteX104" fmla="*/ 1082675 w 1371600"/>
              <a:gd name="connsiteY104" fmla="*/ 288925 h 1273175"/>
              <a:gd name="connsiteX105" fmla="*/ 1120775 w 1371600"/>
              <a:gd name="connsiteY105" fmla="*/ 307975 h 1273175"/>
              <a:gd name="connsiteX106" fmla="*/ 1130300 w 1371600"/>
              <a:gd name="connsiteY106" fmla="*/ 314325 h 1273175"/>
              <a:gd name="connsiteX107" fmla="*/ 1136650 w 1371600"/>
              <a:gd name="connsiteY107" fmla="*/ 323850 h 1273175"/>
              <a:gd name="connsiteX108" fmla="*/ 1146175 w 1371600"/>
              <a:gd name="connsiteY108" fmla="*/ 327025 h 1273175"/>
              <a:gd name="connsiteX109" fmla="*/ 1155700 w 1371600"/>
              <a:gd name="connsiteY109" fmla="*/ 333375 h 1273175"/>
              <a:gd name="connsiteX110" fmla="*/ 1165225 w 1371600"/>
              <a:gd name="connsiteY110" fmla="*/ 336550 h 1273175"/>
              <a:gd name="connsiteX111" fmla="*/ 1193800 w 1371600"/>
              <a:gd name="connsiteY111" fmla="*/ 349250 h 1273175"/>
              <a:gd name="connsiteX112" fmla="*/ 1203325 w 1371600"/>
              <a:gd name="connsiteY112" fmla="*/ 352425 h 1273175"/>
              <a:gd name="connsiteX113" fmla="*/ 1212850 w 1371600"/>
              <a:gd name="connsiteY113" fmla="*/ 355600 h 1273175"/>
              <a:gd name="connsiteX114" fmla="*/ 1231900 w 1371600"/>
              <a:gd name="connsiteY114" fmla="*/ 365125 h 1273175"/>
              <a:gd name="connsiteX115" fmla="*/ 1250950 w 1371600"/>
              <a:gd name="connsiteY115" fmla="*/ 368300 h 1273175"/>
              <a:gd name="connsiteX116" fmla="*/ 1260475 w 1371600"/>
              <a:gd name="connsiteY116" fmla="*/ 371475 h 1273175"/>
              <a:gd name="connsiteX117" fmla="*/ 1279525 w 1371600"/>
              <a:gd name="connsiteY117" fmla="*/ 374650 h 1273175"/>
              <a:gd name="connsiteX118" fmla="*/ 1292225 w 1371600"/>
              <a:gd name="connsiteY118" fmla="*/ 377825 h 1273175"/>
              <a:gd name="connsiteX119" fmla="*/ 1311275 w 1371600"/>
              <a:gd name="connsiteY119" fmla="*/ 384175 h 1273175"/>
              <a:gd name="connsiteX120" fmla="*/ 1330325 w 1371600"/>
              <a:gd name="connsiteY120" fmla="*/ 387350 h 1273175"/>
              <a:gd name="connsiteX121" fmla="*/ 1349375 w 1371600"/>
              <a:gd name="connsiteY121" fmla="*/ 393700 h 1273175"/>
              <a:gd name="connsiteX122" fmla="*/ 1365250 w 1371600"/>
              <a:gd name="connsiteY122" fmla="*/ 422275 h 1273175"/>
              <a:gd name="connsiteX123" fmla="*/ 1371600 w 1371600"/>
              <a:gd name="connsiteY123" fmla="*/ 485775 h 12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371600" h="1273175">
                <a:moveTo>
                  <a:pt x="0" y="1273175"/>
                </a:moveTo>
                <a:cubicBezTo>
                  <a:pt x="1058" y="1267883"/>
                  <a:pt x="498" y="1261985"/>
                  <a:pt x="3175" y="1257300"/>
                </a:cubicBezTo>
                <a:cubicBezTo>
                  <a:pt x="5068" y="1253987"/>
                  <a:pt x="10187" y="1253822"/>
                  <a:pt x="12700" y="1250950"/>
                </a:cubicBezTo>
                <a:cubicBezTo>
                  <a:pt x="17726" y="1245207"/>
                  <a:pt x="22987" y="1239140"/>
                  <a:pt x="25400" y="1231900"/>
                </a:cubicBezTo>
                <a:cubicBezTo>
                  <a:pt x="40490" y="1186629"/>
                  <a:pt x="25328" y="1233739"/>
                  <a:pt x="34925" y="1200150"/>
                </a:cubicBezTo>
                <a:cubicBezTo>
                  <a:pt x="35844" y="1196932"/>
                  <a:pt x="36009" y="1193238"/>
                  <a:pt x="38100" y="1190625"/>
                </a:cubicBezTo>
                <a:cubicBezTo>
                  <a:pt x="43829" y="1183464"/>
                  <a:pt x="52416" y="1183360"/>
                  <a:pt x="60325" y="1181100"/>
                </a:cubicBezTo>
                <a:cubicBezTo>
                  <a:pt x="71827" y="1177814"/>
                  <a:pt x="68939" y="1178532"/>
                  <a:pt x="79375" y="1171575"/>
                </a:cubicBezTo>
                <a:cubicBezTo>
                  <a:pt x="85713" y="1152562"/>
                  <a:pt x="83521" y="1163467"/>
                  <a:pt x="79375" y="1130300"/>
                </a:cubicBezTo>
                <a:cubicBezTo>
                  <a:pt x="78577" y="1123912"/>
                  <a:pt x="77179" y="1117613"/>
                  <a:pt x="76200" y="1111250"/>
                </a:cubicBezTo>
                <a:cubicBezTo>
                  <a:pt x="72031" y="1084148"/>
                  <a:pt x="75625" y="1096824"/>
                  <a:pt x="69850" y="1079500"/>
                </a:cubicBezTo>
                <a:cubicBezTo>
                  <a:pt x="68792" y="1066800"/>
                  <a:pt x="68359" y="1054032"/>
                  <a:pt x="66675" y="1041400"/>
                </a:cubicBezTo>
                <a:cubicBezTo>
                  <a:pt x="65021" y="1028994"/>
                  <a:pt x="62247" y="1033817"/>
                  <a:pt x="57150" y="1022350"/>
                </a:cubicBezTo>
                <a:cubicBezTo>
                  <a:pt x="51114" y="1008769"/>
                  <a:pt x="51319" y="1003530"/>
                  <a:pt x="47625" y="990600"/>
                </a:cubicBezTo>
                <a:cubicBezTo>
                  <a:pt x="46706" y="987382"/>
                  <a:pt x="45508" y="984250"/>
                  <a:pt x="44450" y="981075"/>
                </a:cubicBezTo>
                <a:cubicBezTo>
                  <a:pt x="45508" y="973667"/>
                  <a:pt x="43607" y="965164"/>
                  <a:pt x="47625" y="958850"/>
                </a:cubicBezTo>
                <a:cubicBezTo>
                  <a:pt x="51722" y="952411"/>
                  <a:pt x="66675" y="946150"/>
                  <a:pt x="66675" y="946150"/>
                </a:cubicBezTo>
                <a:cubicBezTo>
                  <a:pt x="67733" y="942975"/>
                  <a:pt x="67237" y="938716"/>
                  <a:pt x="69850" y="936625"/>
                </a:cubicBezTo>
                <a:cubicBezTo>
                  <a:pt x="73257" y="933899"/>
                  <a:pt x="78539" y="935169"/>
                  <a:pt x="82550" y="933450"/>
                </a:cubicBezTo>
                <a:cubicBezTo>
                  <a:pt x="86057" y="931947"/>
                  <a:pt x="88900" y="929217"/>
                  <a:pt x="92075" y="927100"/>
                </a:cubicBezTo>
                <a:cubicBezTo>
                  <a:pt x="94192" y="920750"/>
                  <a:pt x="97686" y="914703"/>
                  <a:pt x="98425" y="908050"/>
                </a:cubicBezTo>
                <a:cubicBezTo>
                  <a:pt x="99483" y="898525"/>
                  <a:pt x="98569" y="888567"/>
                  <a:pt x="101600" y="879475"/>
                </a:cubicBezTo>
                <a:cubicBezTo>
                  <a:pt x="103020" y="875215"/>
                  <a:pt x="107200" y="872131"/>
                  <a:pt x="111125" y="869950"/>
                </a:cubicBezTo>
                <a:cubicBezTo>
                  <a:pt x="116976" y="866699"/>
                  <a:pt x="123611" y="864913"/>
                  <a:pt x="130175" y="863600"/>
                </a:cubicBezTo>
                <a:cubicBezTo>
                  <a:pt x="152363" y="859162"/>
                  <a:pt x="140727" y="861312"/>
                  <a:pt x="165100" y="857250"/>
                </a:cubicBezTo>
                <a:cubicBezTo>
                  <a:pt x="168275" y="855133"/>
                  <a:pt x="171927" y="853598"/>
                  <a:pt x="174625" y="850900"/>
                </a:cubicBezTo>
                <a:cubicBezTo>
                  <a:pt x="177323" y="848202"/>
                  <a:pt x="178103" y="843888"/>
                  <a:pt x="180975" y="841375"/>
                </a:cubicBezTo>
                <a:cubicBezTo>
                  <a:pt x="186718" y="836349"/>
                  <a:pt x="193675" y="832908"/>
                  <a:pt x="200025" y="828675"/>
                </a:cubicBezTo>
                <a:lnTo>
                  <a:pt x="209550" y="822325"/>
                </a:lnTo>
                <a:lnTo>
                  <a:pt x="228600" y="793750"/>
                </a:lnTo>
                <a:cubicBezTo>
                  <a:pt x="230717" y="790575"/>
                  <a:pt x="231330" y="785432"/>
                  <a:pt x="234950" y="784225"/>
                </a:cubicBezTo>
                <a:cubicBezTo>
                  <a:pt x="241300" y="782108"/>
                  <a:pt x="248431" y="781588"/>
                  <a:pt x="254000" y="777875"/>
                </a:cubicBezTo>
                <a:cubicBezTo>
                  <a:pt x="257175" y="775758"/>
                  <a:pt x="260112" y="773232"/>
                  <a:pt x="263525" y="771525"/>
                </a:cubicBezTo>
                <a:cubicBezTo>
                  <a:pt x="266518" y="770028"/>
                  <a:pt x="270057" y="769847"/>
                  <a:pt x="273050" y="768350"/>
                </a:cubicBezTo>
                <a:cubicBezTo>
                  <a:pt x="276463" y="766643"/>
                  <a:pt x="279162" y="763707"/>
                  <a:pt x="282575" y="762000"/>
                </a:cubicBezTo>
                <a:cubicBezTo>
                  <a:pt x="308865" y="748855"/>
                  <a:pt x="274328" y="770673"/>
                  <a:pt x="301625" y="752475"/>
                </a:cubicBezTo>
                <a:cubicBezTo>
                  <a:pt x="305858" y="746125"/>
                  <a:pt x="312474" y="740829"/>
                  <a:pt x="314325" y="733425"/>
                </a:cubicBezTo>
                <a:cubicBezTo>
                  <a:pt x="315383" y="729192"/>
                  <a:pt x="315079" y="724356"/>
                  <a:pt x="317500" y="720725"/>
                </a:cubicBezTo>
                <a:cubicBezTo>
                  <a:pt x="321017" y="715449"/>
                  <a:pt x="331117" y="713011"/>
                  <a:pt x="336550" y="711200"/>
                </a:cubicBezTo>
                <a:cubicBezTo>
                  <a:pt x="337887" y="715210"/>
                  <a:pt x="340412" y="729284"/>
                  <a:pt x="349250" y="727075"/>
                </a:cubicBezTo>
                <a:cubicBezTo>
                  <a:pt x="352497" y="726263"/>
                  <a:pt x="351367" y="720725"/>
                  <a:pt x="352425" y="717550"/>
                </a:cubicBezTo>
                <a:cubicBezTo>
                  <a:pt x="350308" y="711200"/>
                  <a:pt x="345469" y="705166"/>
                  <a:pt x="346075" y="698500"/>
                </a:cubicBezTo>
                <a:cubicBezTo>
                  <a:pt x="347133" y="686858"/>
                  <a:pt x="347219" y="675087"/>
                  <a:pt x="349250" y="663575"/>
                </a:cubicBezTo>
                <a:cubicBezTo>
                  <a:pt x="354783" y="632219"/>
                  <a:pt x="353041" y="655046"/>
                  <a:pt x="361950" y="635000"/>
                </a:cubicBezTo>
                <a:cubicBezTo>
                  <a:pt x="364668" y="628883"/>
                  <a:pt x="366183" y="622300"/>
                  <a:pt x="368300" y="615950"/>
                </a:cubicBezTo>
                <a:lnTo>
                  <a:pt x="371475" y="606425"/>
                </a:lnTo>
                <a:lnTo>
                  <a:pt x="374650" y="596900"/>
                </a:lnTo>
                <a:cubicBezTo>
                  <a:pt x="375708" y="550333"/>
                  <a:pt x="375845" y="503737"/>
                  <a:pt x="377825" y="457200"/>
                </a:cubicBezTo>
                <a:cubicBezTo>
                  <a:pt x="377967" y="453856"/>
                  <a:pt x="379375" y="450601"/>
                  <a:pt x="381000" y="447675"/>
                </a:cubicBezTo>
                <a:cubicBezTo>
                  <a:pt x="384706" y="441004"/>
                  <a:pt x="391287" y="435865"/>
                  <a:pt x="393700" y="428625"/>
                </a:cubicBezTo>
                <a:cubicBezTo>
                  <a:pt x="397009" y="418699"/>
                  <a:pt x="400217" y="406288"/>
                  <a:pt x="409575" y="400050"/>
                </a:cubicBezTo>
                <a:lnTo>
                  <a:pt x="419100" y="393700"/>
                </a:lnTo>
                <a:lnTo>
                  <a:pt x="425450" y="374650"/>
                </a:lnTo>
                <a:cubicBezTo>
                  <a:pt x="426508" y="371475"/>
                  <a:pt x="427969" y="368407"/>
                  <a:pt x="428625" y="365125"/>
                </a:cubicBezTo>
                <a:cubicBezTo>
                  <a:pt x="429683" y="359833"/>
                  <a:pt x="430862" y="354564"/>
                  <a:pt x="431800" y="349250"/>
                </a:cubicBezTo>
                <a:cubicBezTo>
                  <a:pt x="434038" y="336571"/>
                  <a:pt x="434079" y="323364"/>
                  <a:pt x="438150" y="311150"/>
                </a:cubicBezTo>
                <a:cubicBezTo>
                  <a:pt x="439208" y="307975"/>
                  <a:pt x="439234" y="304238"/>
                  <a:pt x="441325" y="301625"/>
                </a:cubicBezTo>
                <a:cubicBezTo>
                  <a:pt x="443709" y="298645"/>
                  <a:pt x="447919" y="297718"/>
                  <a:pt x="450850" y="295275"/>
                </a:cubicBezTo>
                <a:cubicBezTo>
                  <a:pt x="475296" y="274903"/>
                  <a:pt x="446251" y="295166"/>
                  <a:pt x="469900" y="279400"/>
                </a:cubicBezTo>
                <a:cubicBezTo>
                  <a:pt x="472017" y="276225"/>
                  <a:pt x="474543" y="273288"/>
                  <a:pt x="476250" y="269875"/>
                </a:cubicBezTo>
                <a:cubicBezTo>
                  <a:pt x="480528" y="261319"/>
                  <a:pt x="477687" y="257902"/>
                  <a:pt x="485775" y="250825"/>
                </a:cubicBezTo>
                <a:cubicBezTo>
                  <a:pt x="491518" y="245799"/>
                  <a:pt x="504825" y="238125"/>
                  <a:pt x="504825" y="238125"/>
                </a:cubicBezTo>
                <a:lnTo>
                  <a:pt x="530225" y="200025"/>
                </a:lnTo>
                <a:lnTo>
                  <a:pt x="536575" y="190500"/>
                </a:lnTo>
                <a:cubicBezTo>
                  <a:pt x="538692" y="187325"/>
                  <a:pt x="539750" y="183092"/>
                  <a:pt x="542925" y="180975"/>
                </a:cubicBezTo>
                <a:lnTo>
                  <a:pt x="561975" y="168275"/>
                </a:lnTo>
                <a:cubicBezTo>
                  <a:pt x="566208" y="161925"/>
                  <a:pt x="573951" y="156822"/>
                  <a:pt x="574675" y="149225"/>
                </a:cubicBezTo>
                <a:cubicBezTo>
                  <a:pt x="576792" y="127000"/>
                  <a:pt x="573965" y="103730"/>
                  <a:pt x="581025" y="82550"/>
                </a:cubicBezTo>
                <a:cubicBezTo>
                  <a:pt x="582083" y="79375"/>
                  <a:pt x="582109" y="75638"/>
                  <a:pt x="584200" y="73025"/>
                </a:cubicBezTo>
                <a:cubicBezTo>
                  <a:pt x="591366" y="64067"/>
                  <a:pt x="602977" y="65677"/>
                  <a:pt x="612775" y="63500"/>
                </a:cubicBezTo>
                <a:cubicBezTo>
                  <a:pt x="616042" y="62774"/>
                  <a:pt x="619125" y="61383"/>
                  <a:pt x="622300" y="60325"/>
                </a:cubicBezTo>
                <a:cubicBezTo>
                  <a:pt x="623358" y="57150"/>
                  <a:pt x="623850" y="53726"/>
                  <a:pt x="625475" y="50800"/>
                </a:cubicBezTo>
                <a:cubicBezTo>
                  <a:pt x="633172" y="36945"/>
                  <a:pt x="641061" y="24438"/>
                  <a:pt x="657225" y="19050"/>
                </a:cubicBezTo>
                <a:lnTo>
                  <a:pt x="676275" y="12700"/>
                </a:lnTo>
                <a:cubicBezTo>
                  <a:pt x="679450" y="13758"/>
                  <a:pt x="683187" y="13784"/>
                  <a:pt x="685800" y="15875"/>
                </a:cubicBezTo>
                <a:cubicBezTo>
                  <a:pt x="706316" y="32288"/>
                  <a:pt x="677734" y="20595"/>
                  <a:pt x="701675" y="28575"/>
                </a:cubicBezTo>
                <a:cubicBezTo>
                  <a:pt x="703792" y="31750"/>
                  <a:pt x="705045" y="35716"/>
                  <a:pt x="708025" y="38100"/>
                </a:cubicBezTo>
                <a:cubicBezTo>
                  <a:pt x="715616" y="44173"/>
                  <a:pt x="722222" y="40107"/>
                  <a:pt x="730250" y="38100"/>
                </a:cubicBezTo>
                <a:cubicBezTo>
                  <a:pt x="732367" y="34925"/>
                  <a:pt x="735050" y="32062"/>
                  <a:pt x="736600" y="28575"/>
                </a:cubicBezTo>
                <a:cubicBezTo>
                  <a:pt x="739318" y="22458"/>
                  <a:pt x="739237" y="15094"/>
                  <a:pt x="742950" y="9525"/>
                </a:cubicBezTo>
                <a:lnTo>
                  <a:pt x="749300" y="0"/>
                </a:lnTo>
                <a:cubicBezTo>
                  <a:pt x="753533" y="1058"/>
                  <a:pt x="758097" y="1224"/>
                  <a:pt x="762000" y="3175"/>
                </a:cubicBezTo>
                <a:cubicBezTo>
                  <a:pt x="768826" y="6588"/>
                  <a:pt x="773810" y="13462"/>
                  <a:pt x="781050" y="15875"/>
                </a:cubicBezTo>
                <a:cubicBezTo>
                  <a:pt x="787400" y="17992"/>
                  <a:pt x="794531" y="18512"/>
                  <a:pt x="800100" y="22225"/>
                </a:cubicBezTo>
                <a:cubicBezTo>
                  <a:pt x="803275" y="24342"/>
                  <a:pt x="806052" y="27235"/>
                  <a:pt x="809625" y="28575"/>
                </a:cubicBezTo>
                <a:cubicBezTo>
                  <a:pt x="814678" y="30470"/>
                  <a:pt x="820232" y="30579"/>
                  <a:pt x="825500" y="31750"/>
                </a:cubicBezTo>
                <a:cubicBezTo>
                  <a:pt x="829760" y="32697"/>
                  <a:pt x="833921" y="34069"/>
                  <a:pt x="838200" y="34925"/>
                </a:cubicBezTo>
                <a:cubicBezTo>
                  <a:pt x="866139" y="40513"/>
                  <a:pt x="848238" y="35096"/>
                  <a:pt x="866775" y="41275"/>
                </a:cubicBezTo>
                <a:lnTo>
                  <a:pt x="873125" y="60325"/>
                </a:lnTo>
                <a:cubicBezTo>
                  <a:pt x="874183" y="63500"/>
                  <a:pt x="874444" y="67065"/>
                  <a:pt x="876300" y="69850"/>
                </a:cubicBezTo>
                <a:lnTo>
                  <a:pt x="889000" y="88900"/>
                </a:lnTo>
                <a:cubicBezTo>
                  <a:pt x="891117" y="92075"/>
                  <a:pt x="894143" y="94805"/>
                  <a:pt x="895350" y="98425"/>
                </a:cubicBezTo>
                <a:lnTo>
                  <a:pt x="901700" y="117475"/>
                </a:lnTo>
                <a:cubicBezTo>
                  <a:pt x="904282" y="125222"/>
                  <a:pt x="905070" y="130370"/>
                  <a:pt x="911225" y="136525"/>
                </a:cubicBezTo>
                <a:cubicBezTo>
                  <a:pt x="913923" y="139223"/>
                  <a:pt x="917575" y="140758"/>
                  <a:pt x="920750" y="142875"/>
                </a:cubicBezTo>
                <a:cubicBezTo>
                  <a:pt x="928158" y="153988"/>
                  <a:pt x="930275" y="159808"/>
                  <a:pt x="946150" y="165100"/>
                </a:cubicBezTo>
                <a:cubicBezTo>
                  <a:pt x="949325" y="166158"/>
                  <a:pt x="952749" y="166650"/>
                  <a:pt x="955675" y="168275"/>
                </a:cubicBezTo>
                <a:cubicBezTo>
                  <a:pt x="962346" y="171981"/>
                  <a:pt x="974725" y="180975"/>
                  <a:pt x="974725" y="180975"/>
                </a:cubicBezTo>
                <a:cubicBezTo>
                  <a:pt x="976842" y="184150"/>
                  <a:pt x="978203" y="187987"/>
                  <a:pt x="981075" y="190500"/>
                </a:cubicBezTo>
                <a:cubicBezTo>
                  <a:pt x="986818" y="195526"/>
                  <a:pt x="1000125" y="203200"/>
                  <a:pt x="1000125" y="203200"/>
                </a:cubicBezTo>
                <a:cubicBezTo>
                  <a:pt x="1005513" y="219364"/>
                  <a:pt x="998970" y="208203"/>
                  <a:pt x="1012825" y="215900"/>
                </a:cubicBezTo>
                <a:cubicBezTo>
                  <a:pt x="1019496" y="219606"/>
                  <a:pt x="1031875" y="228600"/>
                  <a:pt x="1031875" y="228600"/>
                </a:cubicBezTo>
                <a:lnTo>
                  <a:pt x="1050925" y="257175"/>
                </a:lnTo>
                <a:lnTo>
                  <a:pt x="1057275" y="266700"/>
                </a:lnTo>
                <a:cubicBezTo>
                  <a:pt x="1064683" y="277813"/>
                  <a:pt x="1066800" y="283633"/>
                  <a:pt x="1082675" y="288925"/>
                </a:cubicBezTo>
                <a:cubicBezTo>
                  <a:pt x="1108965" y="297688"/>
                  <a:pt x="1096156" y="291562"/>
                  <a:pt x="1120775" y="307975"/>
                </a:cubicBezTo>
                <a:lnTo>
                  <a:pt x="1130300" y="314325"/>
                </a:lnTo>
                <a:cubicBezTo>
                  <a:pt x="1132417" y="317500"/>
                  <a:pt x="1133670" y="321466"/>
                  <a:pt x="1136650" y="323850"/>
                </a:cubicBezTo>
                <a:cubicBezTo>
                  <a:pt x="1139263" y="325941"/>
                  <a:pt x="1143182" y="325528"/>
                  <a:pt x="1146175" y="327025"/>
                </a:cubicBezTo>
                <a:cubicBezTo>
                  <a:pt x="1149588" y="328732"/>
                  <a:pt x="1152287" y="331668"/>
                  <a:pt x="1155700" y="333375"/>
                </a:cubicBezTo>
                <a:cubicBezTo>
                  <a:pt x="1158693" y="334872"/>
                  <a:pt x="1162232" y="335053"/>
                  <a:pt x="1165225" y="336550"/>
                </a:cubicBezTo>
                <a:cubicBezTo>
                  <a:pt x="1195414" y="351644"/>
                  <a:pt x="1144653" y="332868"/>
                  <a:pt x="1193800" y="349250"/>
                </a:cubicBezTo>
                <a:lnTo>
                  <a:pt x="1203325" y="352425"/>
                </a:lnTo>
                <a:cubicBezTo>
                  <a:pt x="1206500" y="353483"/>
                  <a:pt x="1210065" y="353744"/>
                  <a:pt x="1212850" y="355600"/>
                </a:cubicBezTo>
                <a:cubicBezTo>
                  <a:pt x="1221413" y="361308"/>
                  <a:pt x="1222041" y="362934"/>
                  <a:pt x="1231900" y="365125"/>
                </a:cubicBezTo>
                <a:cubicBezTo>
                  <a:pt x="1238184" y="366522"/>
                  <a:pt x="1244666" y="366903"/>
                  <a:pt x="1250950" y="368300"/>
                </a:cubicBezTo>
                <a:cubicBezTo>
                  <a:pt x="1254217" y="369026"/>
                  <a:pt x="1257208" y="370749"/>
                  <a:pt x="1260475" y="371475"/>
                </a:cubicBezTo>
                <a:cubicBezTo>
                  <a:pt x="1266759" y="372872"/>
                  <a:pt x="1273212" y="373387"/>
                  <a:pt x="1279525" y="374650"/>
                </a:cubicBezTo>
                <a:cubicBezTo>
                  <a:pt x="1283804" y="375506"/>
                  <a:pt x="1288045" y="376571"/>
                  <a:pt x="1292225" y="377825"/>
                </a:cubicBezTo>
                <a:cubicBezTo>
                  <a:pt x="1298636" y="379748"/>
                  <a:pt x="1304673" y="383075"/>
                  <a:pt x="1311275" y="384175"/>
                </a:cubicBezTo>
                <a:cubicBezTo>
                  <a:pt x="1317625" y="385233"/>
                  <a:pt x="1324080" y="385789"/>
                  <a:pt x="1330325" y="387350"/>
                </a:cubicBezTo>
                <a:cubicBezTo>
                  <a:pt x="1336819" y="388973"/>
                  <a:pt x="1349375" y="393700"/>
                  <a:pt x="1349375" y="393700"/>
                </a:cubicBezTo>
                <a:cubicBezTo>
                  <a:pt x="1363931" y="415535"/>
                  <a:pt x="1359662" y="405510"/>
                  <a:pt x="1365250" y="422275"/>
                </a:cubicBezTo>
                <a:cubicBezTo>
                  <a:pt x="1368259" y="443338"/>
                  <a:pt x="1371600" y="464407"/>
                  <a:pt x="1371600" y="485775"/>
                </a:cubicBez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FE10D00-16C5-414B-B84D-55705F662B28}"/>
              </a:ext>
            </a:extLst>
          </p:cNvPr>
          <p:cNvSpPr txBox="1"/>
          <p:nvPr/>
        </p:nvSpPr>
        <p:spPr>
          <a:xfrm rot="18113205">
            <a:off x="3543139" y="3164230"/>
            <a:ext cx="1371601"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Indus River</a:t>
            </a:r>
          </a:p>
        </p:txBody>
      </p:sp>
    </p:spTree>
    <p:extLst>
      <p:ext uri="{BB962C8B-B14F-4D97-AF65-F5344CB8AC3E}">
        <p14:creationId xmlns:p14="http://schemas.microsoft.com/office/powerpoint/2010/main" val="1108109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41F370DC-59EA-0048-84F6-9A000ABCED77}"/>
              </a:ext>
            </a:extLst>
          </p:cNvPr>
          <p:cNvPicPr>
            <a:picLocks noChangeAspect="1" noChangeArrowheads="1"/>
          </p:cNvPicPr>
          <p:nvPr/>
        </p:nvPicPr>
        <p:blipFill rotWithShape="1">
          <a:blip r:embed="rId2">
            <a:alphaModFix amt="85000"/>
            <a:extLst>
              <a:ext uri="{28A0092B-C50C-407E-A947-70E740481C1C}">
                <a14:useLocalDpi xmlns:a14="http://schemas.microsoft.com/office/drawing/2010/main" val="0"/>
              </a:ext>
            </a:extLst>
          </a:blip>
          <a:srcRect t="5180"/>
          <a:stretch/>
        </p:blipFill>
        <p:spPr bwMode="auto">
          <a:xfrm>
            <a:off x="0" y="0"/>
            <a:ext cx="999807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446550"/>
          </a:xfrm>
          <a:prstGeom prst="rect">
            <a:avLst/>
          </a:prstGeom>
          <a:solidFill>
            <a:srgbClr val="C00000">
              <a:alpha val="80000"/>
            </a:srgbClr>
          </a:solidFill>
        </p:spPr>
        <p:txBody>
          <a:bodyPr wrap="square" rtlCol="0">
            <a:spAutoFit/>
          </a:bodyPr>
          <a:lstStyle/>
          <a:p>
            <a:r>
              <a:rPr lang="en-US" sz="8800" dirty="0">
                <a:solidFill>
                  <a:schemeClr val="bg1"/>
                </a:solidFill>
                <a:latin typeface="Gill Sans Ultra Bold" panose="020B0A02020104020203" pitchFamily="34" charset="77"/>
                <a:cs typeface="Aharoni" panose="02010803020104030203" pitchFamily="2" charset="-79"/>
              </a:rPr>
              <a:t>INDUS RIVER :</a:t>
            </a:r>
            <a:endParaRPr lang="en-US" sz="66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620157"/>
            <a:ext cx="9816292" cy="1771639"/>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Indus River runs for approximately 2,000 miles</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270 million people in China, India, and Pakistan depend on this river and its tributaries </a:t>
            </a:r>
          </a:p>
        </p:txBody>
      </p:sp>
    </p:spTree>
    <p:extLst>
      <p:ext uri="{BB962C8B-B14F-4D97-AF65-F5344CB8AC3E}">
        <p14:creationId xmlns:p14="http://schemas.microsoft.com/office/powerpoint/2010/main" val="526306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870240"/>
            <a:ext cx="6848476" cy="1107996"/>
          </a:xfrm>
          <a:prstGeom prst="rect">
            <a:avLst/>
          </a:prstGeom>
          <a:noFill/>
        </p:spPr>
        <p:txBody>
          <a:bodyPr vert="horz" wrap="square" rtlCol="0">
            <a:spAutoFit/>
          </a:bodyPr>
          <a:lstStyle/>
          <a:p>
            <a:pPr algn="ctr"/>
            <a:r>
              <a:rPr lang="en-US" sz="6600" b="1" dirty="0">
                <a:latin typeface="Century Gothic" panose="020B0502020202020204" pitchFamily="34" charset="0"/>
              </a:rPr>
              <a:t>GANGES RIVER</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cxnSp>
        <p:nvCxnSpPr>
          <p:cNvPr id="13" name="Straight Arrow Connector 12">
            <a:extLst>
              <a:ext uri="{FF2B5EF4-FFF2-40B4-BE49-F238E27FC236}">
                <a16:creationId xmlns:a16="http://schemas.microsoft.com/office/drawing/2014/main" id="{A5A3E263-E679-4E49-815F-EE77E2125539}"/>
              </a:ext>
            </a:extLst>
          </p:cNvPr>
          <p:cNvCxnSpPr>
            <a:cxnSpLocks/>
          </p:cNvCxnSpPr>
          <p:nvPr/>
        </p:nvCxnSpPr>
        <p:spPr>
          <a:xfrm flipH="1">
            <a:off x="3538330" y="1560909"/>
            <a:ext cx="171541" cy="728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6B1F29C-7CA6-B849-AD4B-30A8FD8F6555}"/>
              </a:ext>
            </a:extLst>
          </p:cNvPr>
          <p:cNvSpPr txBox="1"/>
          <p:nvPr/>
        </p:nvSpPr>
        <p:spPr>
          <a:xfrm>
            <a:off x="2108812" y="2289855"/>
            <a:ext cx="2791665" cy="338554"/>
          </a:xfrm>
          <a:prstGeom prst="rect">
            <a:avLst/>
          </a:prstGeom>
          <a:noFill/>
        </p:spPr>
        <p:txBody>
          <a:bodyPr wrap="square" rtlCol="0">
            <a:spAutoFit/>
          </a:bodyPr>
          <a:lstStyle/>
          <a:p>
            <a:pPr algn="ctr"/>
            <a:r>
              <a:rPr lang="en-US" sz="1600" b="1" dirty="0">
                <a:solidFill>
                  <a:srgbClr val="0304B4"/>
                </a:solidFill>
                <a:latin typeface="Century Gothic" panose="020B0502020202020204" pitchFamily="34" charset="0"/>
              </a:rPr>
              <a:t>Aral Sea</a:t>
            </a:r>
          </a:p>
        </p:txBody>
      </p:sp>
      <p:sp>
        <p:nvSpPr>
          <p:cNvPr id="2" name="Freeform 1">
            <a:extLst>
              <a:ext uri="{FF2B5EF4-FFF2-40B4-BE49-F238E27FC236}">
                <a16:creationId xmlns:a16="http://schemas.microsoft.com/office/drawing/2014/main" id="{E1A40968-4AEA-0243-A2FB-30B9AEFE61F5}"/>
              </a:ext>
            </a:extLst>
          </p:cNvPr>
          <p:cNvSpPr/>
          <p:nvPr/>
        </p:nvSpPr>
        <p:spPr>
          <a:xfrm>
            <a:off x="4064000" y="2736850"/>
            <a:ext cx="1371600" cy="1273175"/>
          </a:xfrm>
          <a:custGeom>
            <a:avLst/>
            <a:gdLst>
              <a:gd name="connsiteX0" fmla="*/ 0 w 1371600"/>
              <a:gd name="connsiteY0" fmla="*/ 1273175 h 1273175"/>
              <a:gd name="connsiteX1" fmla="*/ 3175 w 1371600"/>
              <a:gd name="connsiteY1" fmla="*/ 1257300 h 1273175"/>
              <a:gd name="connsiteX2" fmla="*/ 12700 w 1371600"/>
              <a:gd name="connsiteY2" fmla="*/ 1250950 h 1273175"/>
              <a:gd name="connsiteX3" fmla="*/ 25400 w 1371600"/>
              <a:gd name="connsiteY3" fmla="*/ 1231900 h 1273175"/>
              <a:gd name="connsiteX4" fmla="*/ 34925 w 1371600"/>
              <a:gd name="connsiteY4" fmla="*/ 1200150 h 1273175"/>
              <a:gd name="connsiteX5" fmla="*/ 38100 w 1371600"/>
              <a:gd name="connsiteY5" fmla="*/ 1190625 h 1273175"/>
              <a:gd name="connsiteX6" fmla="*/ 60325 w 1371600"/>
              <a:gd name="connsiteY6" fmla="*/ 1181100 h 1273175"/>
              <a:gd name="connsiteX7" fmla="*/ 79375 w 1371600"/>
              <a:gd name="connsiteY7" fmla="*/ 1171575 h 1273175"/>
              <a:gd name="connsiteX8" fmla="*/ 79375 w 1371600"/>
              <a:gd name="connsiteY8" fmla="*/ 1130300 h 1273175"/>
              <a:gd name="connsiteX9" fmla="*/ 76200 w 1371600"/>
              <a:gd name="connsiteY9" fmla="*/ 1111250 h 1273175"/>
              <a:gd name="connsiteX10" fmla="*/ 69850 w 1371600"/>
              <a:gd name="connsiteY10" fmla="*/ 1079500 h 1273175"/>
              <a:gd name="connsiteX11" fmla="*/ 66675 w 1371600"/>
              <a:gd name="connsiteY11" fmla="*/ 1041400 h 1273175"/>
              <a:gd name="connsiteX12" fmla="*/ 57150 w 1371600"/>
              <a:gd name="connsiteY12" fmla="*/ 1022350 h 1273175"/>
              <a:gd name="connsiteX13" fmla="*/ 47625 w 1371600"/>
              <a:gd name="connsiteY13" fmla="*/ 990600 h 1273175"/>
              <a:gd name="connsiteX14" fmla="*/ 44450 w 1371600"/>
              <a:gd name="connsiteY14" fmla="*/ 981075 h 1273175"/>
              <a:gd name="connsiteX15" fmla="*/ 47625 w 1371600"/>
              <a:gd name="connsiteY15" fmla="*/ 958850 h 1273175"/>
              <a:gd name="connsiteX16" fmla="*/ 66675 w 1371600"/>
              <a:gd name="connsiteY16" fmla="*/ 946150 h 1273175"/>
              <a:gd name="connsiteX17" fmla="*/ 69850 w 1371600"/>
              <a:gd name="connsiteY17" fmla="*/ 936625 h 1273175"/>
              <a:gd name="connsiteX18" fmla="*/ 82550 w 1371600"/>
              <a:gd name="connsiteY18" fmla="*/ 933450 h 1273175"/>
              <a:gd name="connsiteX19" fmla="*/ 92075 w 1371600"/>
              <a:gd name="connsiteY19" fmla="*/ 927100 h 1273175"/>
              <a:gd name="connsiteX20" fmla="*/ 98425 w 1371600"/>
              <a:gd name="connsiteY20" fmla="*/ 908050 h 1273175"/>
              <a:gd name="connsiteX21" fmla="*/ 101600 w 1371600"/>
              <a:gd name="connsiteY21" fmla="*/ 879475 h 1273175"/>
              <a:gd name="connsiteX22" fmla="*/ 111125 w 1371600"/>
              <a:gd name="connsiteY22" fmla="*/ 869950 h 1273175"/>
              <a:gd name="connsiteX23" fmla="*/ 130175 w 1371600"/>
              <a:gd name="connsiteY23" fmla="*/ 863600 h 1273175"/>
              <a:gd name="connsiteX24" fmla="*/ 165100 w 1371600"/>
              <a:gd name="connsiteY24" fmla="*/ 857250 h 1273175"/>
              <a:gd name="connsiteX25" fmla="*/ 174625 w 1371600"/>
              <a:gd name="connsiteY25" fmla="*/ 850900 h 1273175"/>
              <a:gd name="connsiteX26" fmla="*/ 180975 w 1371600"/>
              <a:gd name="connsiteY26" fmla="*/ 841375 h 1273175"/>
              <a:gd name="connsiteX27" fmla="*/ 200025 w 1371600"/>
              <a:gd name="connsiteY27" fmla="*/ 828675 h 1273175"/>
              <a:gd name="connsiteX28" fmla="*/ 209550 w 1371600"/>
              <a:gd name="connsiteY28" fmla="*/ 822325 h 1273175"/>
              <a:gd name="connsiteX29" fmla="*/ 228600 w 1371600"/>
              <a:gd name="connsiteY29" fmla="*/ 793750 h 1273175"/>
              <a:gd name="connsiteX30" fmla="*/ 234950 w 1371600"/>
              <a:gd name="connsiteY30" fmla="*/ 784225 h 1273175"/>
              <a:gd name="connsiteX31" fmla="*/ 254000 w 1371600"/>
              <a:gd name="connsiteY31" fmla="*/ 777875 h 1273175"/>
              <a:gd name="connsiteX32" fmla="*/ 263525 w 1371600"/>
              <a:gd name="connsiteY32" fmla="*/ 771525 h 1273175"/>
              <a:gd name="connsiteX33" fmla="*/ 273050 w 1371600"/>
              <a:gd name="connsiteY33" fmla="*/ 768350 h 1273175"/>
              <a:gd name="connsiteX34" fmla="*/ 282575 w 1371600"/>
              <a:gd name="connsiteY34" fmla="*/ 762000 h 1273175"/>
              <a:gd name="connsiteX35" fmla="*/ 301625 w 1371600"/>
              <a:gd name="connsiteY35" fmla="*/ 752475 h 1273175"/>
              <a:gd name="connsiteX36" fmla="*/ 314325 w 1371600"/>
              <a:gd name="connsiteY36" fmla="*/ 733425 h 1273175"/>
              <a:gd name="connsiteX37" fmla="*/ 317500 w 1371600"/>
              <a:gd name="connsiteY37" fmla="*/ 720725 h 1273175"/>
              <a:gd name="connsiteX38" fmla="*/ 336550 w 1371600"/>
              <a:gd name="connsiteY38" fmla="*/ 711200 h 1273175"/>
              <a:gd name="connsiteX39" fmla="*/ 349250 w 1371600"/>
              <a:gd name="connsiteY39" fmla="*/ 727075 h 1273175"/>
              <a:gd name="connsiteX40" fmla="*/ 352425 w 1371600"/>
              <a:gd name="connsiteY40" fmla="*/ 717550 h 1273175"/>
              <a:gd name="connsiteX41" fmla="*/ 346075 w 1371600"/>
              <a:gd name="connsiteY41" fmla="*/ 698500 h 1273175"/>
              <a:gd name="connsiteX42" fmla="*/ 349250 w 1371600"/>
              <a:gd name="connsiteY42" fmla="*/ 663575 h 1273175"/>
              <a:gd name="connsiteX43" fmla="*/ 361950 w 1371600"/>
              <a:gd name="connsiteY43" fmla="*/ 635000 h 1273175"/>
              <a:gd name="connsiteX44" fmla="*/ 368300 w 1371600"/>
              <a:gd name="connsiteY44" fmla="*/ 615950 h 1273175"/>
              <a:gd name="connsiteX45" fmla="*/ 371475 w 1371600"/>
              <a:gd name="connsiteY45" fmla="*/ 606425 h 1273175"/>
              <a:gd name="connsiteX46" fmla="*/ 374650 w 1371600"/>
              <a:gd name="connsiteY46" fmla="*/ 596900 h 1273175"/>
              <a:gd name="connsiteX47" fmla="*/ 377825 w 1371600"/>
              <a:gd name="connsiteY47" fmla="*/ 457200 h 1273175"/>
              <a:gd name="connsiteX48" fmla="*/ 381000 w 1371600"/>
              <a:gd name="connsiteY48" fmla="*/ 447675 h 1273175"/>
              <a:gd name="connsiteX49" fmla="*/ 393700 w 1371600"/>
              <a:gd name="connsiteY49" fmla="*/ 428625 h 1273175"/>
              <a:gd name="connsiteX50" fmla="*/ 409575 w 1371600"/>
              <a:gd name="connsiteY50" fmla="*/ 400050 h 1273175"/>
              <a:gd name="connsiteX51" fmla="*/ 419100 w 1371600"/>
              <a:gd name="connsiteY51" fmla="*/ 393700 h 1273175"/>
              <a:gd name="connsiteX52" fmla="*/ 425450 w 1371600"/>
              <a:gd name="connsiteY52" fmla="*/ 374650 h 1273175"/>
              <a:gd name="connsiteX53" fmla="*/ 428625 w 1371600"/>
              <a:gd name="connsiteY53" fmla="*/ 365125 h 1273175"/>
              <a:gd name="connsiteX54" fmla="*/ 431800 w 1371600"/>
              <a:gd name="connsiteY54" fmla="*/ 349250 h 1273175"/>
              <a:gd name="connsiteX55" fmla="*/ 438150 w 1371600"/>
              <a:gd name="connsiteY55" fmla="*/ 311150 h 1273175"/>
              <a:gd name="connsiteX56" fmla="*/ 441325 w 1371600"/>
              <a:gd name="connsiteY56" fmla="*/ 301625 h 1273175"/>
              <a:gd name="connsiteX57" fmla="*/ 450850 w 1371600"/>
              <a:gd name="connsiteY57" fmla="*/ 295275 h 1273175"/>
              <a:gd name="connsiteX58" fmla="*/ 469900 w 1371600"/>
              <a:gd name="connsiteY58" fmla="*/ 279400 h 1273175"/>
              <a:gd name="connsiteX59" fmla="*/ 476250 w 1371600"/>
              <a:gd name="connsiteY59" fmla="*/ 269875 h 1273175"/>
              <a:gd name="connsiteX60" fmla="*/ 485775 w 1371600"/>
              <a:gd name="connsiteY60" fmla="*/ 250825 h 1273175"/>
              <a:gd name="connsiteX61" fmla="*/ 504825 w 1371600"/>
              <a:gd name="connsiteY61" fmla="*/ 238125 h 1273175"/>
              <a:gd name="connsiteX62" fmla="*/ 530225 w 1371600"/>
              <a:gd name="connsiteY62" fmla="*/ 200025 h 1273175"/>
              <a:gd name="connsiteX63" fmla="*/ 536575 w 1371600"/>
              <a:gd name="connsiteY63" fmla="*/ 190500 h 1273175"/>
              <a:gd name="connsiteX64" fmla="*/ 542925 w 1371600"/>
              <a:gd name="connsiteY64" fmla="*/ 180975 h 1273175"/>
              <a:gd name="connsiteX65" fmla="*/ 561975 w 1371600"/>
              <a:gd name="connsiteY65" fmla="*/ 168275 h 1273175"/>
              <a:gd name="connsiteX66" fmla="*/ 574675 w 1371600"/>
              <a:gd name="connsiteY66" fmla="*/ 149225 h 1273175"/>
              <a:gd name="connsiteX67" fmla="*/ 581025 w 1371600"/>
              <a:gd name="connsiteY67" fmla="*/ 82550 h 1273175"/>
              <a:gd name="connsiteX68" fmla="*/ 584200 w 1371600"/>
              <a:gd name="connsiteY68" fmla="*/ 73025 h 1273175"/>
              <a:gd name="connsiteX69" fmla="*/ 612775 w 1371600"/>
              <a:gd name="connsiteY69" fmla="*/ 63500 h 1273175"/>
              <a:gd name="connsiteX70" fmla="*/ 622300 w 1371600"/>
              <a:gd name="connsiteY70" fmla="*/ 60325 h 1273175"/>
              <a:gd name="connsiteX71" fmla="*/ 625475 w 1371600"/>
              <a:gd name="connsiteY71" fmla="*/ 50800 h 1273175"/>
              <a:gd name="connsiteX72" fmla="*/ 657225 w 1371600"/>
              <a:gd name="connsiteY72" fmla="*/ 19050 h 1273175"/>
              <a:gd name="connsiteX73" fmla="*/ 676275 w 1371600"/>
              <a:gd name="connsiteY73" fmla="*/ 12700 h 1273175"/>
              <a:gd name="connsiteX74" fmla="*/ 685800 w 1371600"/>
              <a:gd name="connsiteY74" fmla="*/ 15875 h 1273175"/>
              <a:gd name="connsiteX75" fmla="*/ 701675 w 1371600"/>
              <a:gd name="connsiteY75" fmla="*/ 28575 h 1273175"/>
              <a:gd name="connsiteX76" fmla="*/ 708025 w 1371600"/>
              <a:gd name="connsiteY76" fmla="*/ 38100 h 1273175"/>
              <a:gd name="connsiteX77" fmla="*/ 730250 w 1371600"/>
              <a:gd name="connsiteY77" fmla="*/ 38100 h 1273175"/>
              <a:gd name="connsiteX78" fmla="*/ 736600 w 1371600"/>
              <a:gd name="connsiteY78" fmla="*/ 28575 h 1273175"/>
              <a:gd name="connsiteX79" fmla="*/ 742950 w 1371600"/>
              <a:gd name="connsiteY79" fmla="*/ 9525 h 1273175"/>
              <a:gd name="connsiteX80" fmla="*/ 749300 w 1371600"/>
              <a:gd name="connsiteY80" fmla="*/ 0 h 1273175"/>
              <a:gd name="connsiteX81" fmla="*/ 762000 w 1371600"/>
              <a:gd name="connsiteY81" fmla="*/ 3175 h 1273175"/>
              <a:gd name="connsiteX82" fmla="*/ 781050 w 1371600"/>
              <a:gd name="connsiteY82" fmla="*/ 15875 h 1273175"/>
              <a:gd name="connsiteX83" fmla="*/ 800100 w 1371600"/>
              <a:gd name="connsiteY83" fmla="*/ 22225 h 1273175"/>
              <a:gd name="connsiteX84" fmla="*/ 809625 w 1371600"/>
              <a:gd name="connsiteY84" fmla="*/ 28575 h 1273175"/>
              <a:gd name="connsiteX85" fmla="*/ 825500 w 1371600"/>
              <a:gd name="connsiteY85" fmla="*/ 31750 h 1273175"/>
              <a:gd name="connsiteX86" fmla="*/ 838200 w 1371600"/>
              <a:gd name="connsiteY86" fmla="*/ 34925 h 1273175"/>
              <a:gd name="connsiteX87" fmla="*/ 866775 w 1371600"/>
              <a:gd name="connsiteY87" fmla="*/ 41275 h 1273175"/>
              <a:gd name="connsiteX88" fmla="*/ 873125 w 1371600"/>
              <a:gd name="connsiteY88" fmla="*/ 60325 h 1273175"/>
              <a:gd name="connsiteX89" fmla="*/ 876300 w 1371600"/>
              <a:gd name="connsiteY89" fmla="*/ 69850 h 1273175"/>
              <a:gd name="connsiteX90" fmla="*/ 889000 w 1371600"/>
              <a:gd name="connsiteY90" fmla="*/ 88900 h 1273175"/>
              <a:gd name="connsiteX91" fmla="*/ 895350 w 1371600"/>
              <a:gd name="connsiteY91" fmla="*/ 98425 h 1273175"/>
              <a:gd name="connsiteX92" fmla="*/ 901700 w 1371600"/>
              <a:gd name="connsiteY92" fmla="*/ 117475 h 1273175"/>
              <a:gd name="connsiteX93" fmla="*/ 911225 w 1371600"/>
              <a:gd name="connsiteY93" fmla="*/ 136525 h 1273175"/>
              <a:gd name="connsiteX94" fmla="*/ 920750 w 1371600"/>
              <a:gd name="connsiteY94" fmla="*/ 142875 h 1273175"/>
              <a:gd name="connsiteX95" fmla="*/ 946150 w 1371600"/>
              <a:gd name="connsiteY95" fmla="*/ 165100 h 1273175"/>
              <a:gd name="connsiteX96" fmla="*/ 955675 w 1371600"/>
              <a:gd name="connsiteY96" fmla="*/ 168275 h 1273175"/>
              <a:gd name="connsiteX97" fmla="*/ 974725 w 1371600"/>
              <a:gd name="connsiteY97" fmla="*/ 180975 h 1273175"/>
              <a:gd name="connsiteX98" fmla="*/ 981075 w 1371600"/>
              <a:gd name="connsiteY98" fmla="*/ 190500 h 1273175"/>
              <a:gd name="connsiteX99" fmla="*/ 1000125 w 1371600"/>
              <a:gd name="connsiteY99" fmla="*/ 203200 h 1273175"/>
              <a:gd name="connsiteX100" fmla="*/ 1012825 w 1371600"/>
              <a:gd name="connsiteY100" fmla="*/ 215900 h 1273175"/>
              <a:gd name="connsiteX101" fmla="*/ 1031875 w 1371600"/>
              <a:gd name="connsiteY101" fmla="*/ 228600 h 1273175"/>
              <a:gd name="connsiteX102" fmla="*/ 1050925 w 1371600"/>
              <a:gd name="connsiteY102" fmla="*/ 257175 h 1273175"/>
              <a:gd name="connsiteX103" fmla="*/ 1057275 w 1371600"/>
              <a:gd name="connsiteY103" fmla="*/ 266700 h 1273175"/>
              <a:gd name="connsiteX104" fmla="*/ 1082675 w 1371600"/>
              <a:gd name="connsiteY104" fmla="*/ 288925 h 1273175"/>
              <a:gd name="connsiteX105" fmla="*/ 1120775 w 1371600"/>
              <a:gd name="connsiteY105" fmla="*/ 307975 h 1273175"/>
              <a:gd name="connsiteX106" fmla="*/ 1130300 w 1371600"/>
              <a:gd name="connsiteY106" fmla="*/ 314325 h 1273175"/>
              <a:gd name="connsiteX107" fmla="*/ 1136650 w 1371600"/>
              <a:gd name="connsiteY107" fmla="*/ 323850 h 1273175"/>
              <a:gd name="connsiteX108" fmla="*/ 1146175 w 1371600"/>
              <a:gd name="connsiteY108" fmla="*/ 327025 h 1273175"/>
              <a:gd name="connsiteX109" fmla="*/ 1155700 w 1371600"/>
              <a:gd name="connsiteY109" fmla="*/ 333375 h 1273175"/>
              <a:gd name="connsiteX110" fmla="*/ 1165225 w 1371600"/>
              <a:gd name="connsiteY110" fmla="*/ 336550 h 1273175"/>
              <a:gd name="connsiteX111" fmla="*/ 1193800 w 1371600"/>
              <a:gd name="connsiteY111" fmla="*/ 349250 h 1273175"/>
              <a:gd name="connsiteX112" fmla="*/ 1203325 w 1371600"/>
              <a:gd name="connsiteY112" fmla="*/ 352425 h 1273175"/>
              <a:gd name="connsiteX113" fmla="*/ 1212850 w 1371600"/>
              <a:gd name="connsiteY113" fmla="*/ 355600 h 1273175"/>
              <a:gd name="connsiteX114" fmla="*/ 1231900 w 1371600"/>
              <a:gd name="connsiteY114" fmla="*/ 365125 h 1273175"/>
              <a:gd name="connsiteX115" fmla="*/ 1250950 w 1371600"/>
              <a:gd name="connsiteY115" fmla="*/ 368300 h 1273175"/>
              <a:gd name="connsiteX116" fmla="*/ 1260475 w 1371600"/>
              <a:gd name="connsiteY116" fmla="*/ 371475 h 1273175"/>
              <a:gd name="connsiteX117" fmla="*/ 1279525 w 1371600"/>
              <a:gd name="connsiteY117" fmla="*/ 374650 h 1273175"/>
              <a:gd name="connsiteX118" fmla="*/ 1292225 w 1371600"/>
              <a:gd name="connsiteY118" fmla="*/ 377825 h 1273175"/>
              <a:gd name="connsiteX119" fmla="*/ 1311275 w 1371600"/>
              <a:gd name="connsiteY119" fmla="*/ 384175 h 1273175"/>
              <a:gd name="connsiteX120" fmla="*/ 1330325 w 1371600"/>
              <a:gd name="connsiteY120" fmla="*/ 387350 h 1273175"/>
              <a:gd name="connsiteX121" fmla="*/ 1349375 w 1371600"/>
              <a:gd name="connsiteY121" fmla="*/ 393700 h 1273175"/>
              <a:gd name="connsiteX122" fmla="*/ 1365250 w 1371600"/>
              <a:gd name="connsiteY122" fmla="*/ 422275 h 1273175"/>
              <a:gd name="connsiteX123" fmla="*/ 1371600 w 1371600"/>
              <a:gd name="connsiteY123" fmla="*/ 485775 h 12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371600" h="1273175">
                <a:moveTo>
                  <a:pt x="0" y="1273175"/>
                </a:moveTo>
                <a:cubicBezTo>
                  <a:pt x="1058" y="1267883"/>
                  <a:pt x="498" y="1261985"/>
                  <a:pt x="3175" y="1257300"/>
                </a:cubicBezTo>
                <a:cubicBezTo>
                  <a:pt x="5068" y="1253987"/>
                  <a:pt x="10187" y="1253822"/>
                  <a:pt x="12700" y="1250950"/>
                </a:cubicBezTo>
                <a:cubicBezTo>
                  <a:pt x="17726" y="1245207"/>
                  <a:pt x="22987" y="1239140"/>
                  <a:pt x="25400" y="1231900"/>
                </a:cubicBezTo>
                <a:cubicBezTo>
                  <a:pt x="40490" y="1186629"/>
                  <a:pt x="25328" y="1233739"/>
                  <a:pt x="34925" y="1200150"/>
                </a:cubicBezTo>
                <a:cubicBezTo>
                  <a:pt x="35844" y="1196932"/>
                  <a:pt x="36009" y="1193238"/>
                  <a:pt x="38100" y="1190625"/>
                </a:cubicBezTo>
                <a:cubicBezTo>
                  <a:pt x="43829" y="1183464"/>
                  <a:pt x="52416" y="1183360"/>
                  <a:pt x="60325" y="1181100"/>
                </a:cubicBezTo>
                <a:cubicBezTo>
                  <a:pt x="71827" y="1177814"/>
                  <a:pt x="68939" y="1178532"/>
                  <a:pt x="79375" y="1171575"/>
                </a:cubicBezTo>
                <a:cubicBezTo>
                  <a:pt x="85713" y="1152562"/>
                  <a:pt x="83521" y="1163467"/>
                  <a:pt x="79375" y="1130300"/>
                </a:cubicBezTo>
                <a:cubicBezTo>
                  <a:pt x="78577" y="1123912"/>
                  <a:pt x="77179" y="1117613"/>
                  <a:pt x="76200" y="1111250"/>
                </a:cubicBezTo>
                <a:cubicBezTo>
                  <a:pt x="72031" y="1084148"/>
                  <a:pt x="75625" y="1096824"/>
                  <a:pt x="69850" y="1079500"/>
                </a:cubicBezTo>
                <a:cubicBezTo>
                  <a:pt x="68792" y="1066800"/>
                  <a:pt x="68359" y="1054032"/>
                  <a:pt x="66675" y="1041400"/>
                </a:cubicBezTo>
                <a:cubicBezTo>
                  <a:pt x="65021" y="1028994"/>
                  <a:pt x="62247" y="1033817"/>
                  <a:pt x="57150" y="1022350"/>
                </a:cubicBezTo>
                <a:cubicBezTo>
                  <a:pt x="51114" y="1008769"/>
                  <a:pt x="51319" y="1003530"/>
                  <a:pt x="47625" y="990600"/>
                </a:cubicBezTo>
                <a:cubicBezTo>
                  <a:pt x="46706" y="987382"/>
                  <a:pt x="45508" y="984250"/>
                  <a:pt x="44450" y="981075"/>
                </a:cubicBezTo>
                <a:cubicBezTo>
                  <a:pt x="45508" y="973667"/>
                  <a:pt x="43607" y="965164"/>
                  <a:pt x="47625" y="958850"/>
                </a:cubicBezTo>
                <a:cubicBezTo>
                  <a:pt x="51722" y="952411"/>
                  <a:pt x="66675" y="946150"/>
                  <a:pt x="66675" y="946150"/>
                </a:cubicBezTo>
                <a:cubicBezTo>
                  <a:pt x="67733" y="942975"/>
                  <a:pt x="67237" y="938716"/>
                  <a:pt x="69850" y="936625"/>
                </a:cubicBezTo>
                <a:cubicBezTo>
                  <a:pt x="73257" y="933899"/>
                  <a:pt x="78539" y="935169"/>
                  <a:pt x="82550" y="933450"/>
                </a:cubicBezTo>
                <a:cubicBezTo>
                  <a:pt x="86057" y="931947"/>
                  <a:pt x="88900" y="929217"/>
                  <a:pt x="92075" y="927100"/>
                </a:cubicBezTo>
                <a:cubicBezTo>
                  <a:pt x="94192" y="920750"/>
                  <a:pt x="97686" y="914703"/>
                  <a:pt x="98425" y="908050"/>
                </a:cubicBezTo>
                <a:cubicBezTo>
                  <a:pt x="99483" y="898525"/>
                  <a:pt x="98569" y="888567"/>
                  <a:pt x="101600" y="879475"/>
                </a:cubicBezTo>
                <a:cubicBezTo>
                  <a:pt x="103020" y="875215"/>
                  <a:pt x="107200" y="872131"/>
                  <a:pt x="111125" y="869950"/>
                </a:cubicBezTo>
                <a:cubicBezTo>
                  <a:pt x="116976" y="866699"/>
                  <a:pt x="123611" y="864913"/>
                  <a:pt x="130175" y="863600"/>
                </a:cubicBezTo>
                <a:cubicBezTo>
                  <a:pt x="152363" y="859162"/>
                  <a:pt x="140727" y="861312"/>
                  <a:pt x="165100" y="857250"/>
                </a:cubicBezTo>
                <a:cubicBezTo>
                  <a:pt x="168275" y="855133"/>
                  <a:pt x="171927" y="853598"/>
                  <a:pt x="174625" y="850900"/>
                </a:cubicBezTo>
                <a:cubicBezTo>
                  <a:pt x="177323" y="848202"/>
                  <a:pt x="178103" y="843888"/>
                  <a:pt x="180975" y="841375"/>
                </a:cubicBezTo>
                <a:cubicBezTo>
                  <a:pt x="186718" y="836349"/>
                  <a:pt x="193675" y="832908"/>
                  <a:pt x="200025" y="828675"/>
                </a:cubicBezTo>
                <a:lnTo>
                  <a:pt x="209550" y="822325"/>
                </a:lnTo>
                <a:lnTo>
                  <a:pt x="228600" y="793750"/>
                </a:lnTo>
                <a:cubicBezTo>
                  <a:pt x="230717" y="790575"/>
                  <a:pt x="231330" y="785432"/>
                  <a:pt x="234950" y="784225"/>
                </a:cubicBezTo>
                <a:cubicBezTo>
                  <a:pt x="241300" y="782108"/>
                  <a:pt x="248431" y="781588"/>
                  <a:pt x="254000" y="777875"/>
                </a:cubicBezTo>
                <a:cubicBezTo>
                  <a:pt x="257175" y="775758"/>
                  <a:pt x="260112" y="773232"/>
                  <a:pt x="263525" y="771525"/>
                </a:cubicBezTo>
                <a:cubicBezTo>
                  <a:pt x="266518" y="770028"/>
                  <a:pt x="270057" y="769847"/>
                  <a:pt x="273050" y="768350"/>
                </a:cubicBezTo>
                <a:cubicBezTo>
                  <a:pt x="276463" y="766643"/>
                  <a:pt x="279162" y="763707"/>
                  <a:pt x="282575" y="762000"/>
                </a:cubicBezTo>
                <a:cubicBezTo>
                  <a:pt x="308865" y="748855"/>
                  <a:pt x="274328" y="770673"/>
                  <a:pt x="301625" y="752475"/>
                </a:cubicBezTo>
                <a:cubicBezTo>
                  <a:pt x="305858" y="746125"/>
                  <a:pt x="312474" y="740829"/>
                  <a:pt x="314325" y="733425"/>
                </a:cubicBezTo>
                <a:cubicBezTo>
                  <a:pt x="315383" y="729192"/>
                  <a:pt x="315079" y="724356"/>
                  <a:pt x="317500" y="720725"/>
                </a:cubicBezTo>
                <a:cubicBezTo>
                  <a:pt x="321017" y="715449"/>
                  <a:pt x="331117" y="713011"/>
                  <a:pt x="336550" y="711200"/>
                </a:cubicBezTo>
                <a:cubicBezTo>
                  <a:pt x="337887" y="715210"/>
                  <a:pt x="340412" y="729284"/>
                  <a:pt x="349250" y="727075"/>
                </a:cubicBezTo>
                <a:cubicBezTo>
                  <a:pt x="352497" y="726263"/>
                  <a:pt x="351367" y="720725"/>
                  <a:pt x="352425" y="717550"/>
                </a:cubicBezTo>
                <a:cubicBezTo>
                  <a:pt x="350308" y="711200"/>
                  <a:pt x="345469" y="705166"/>
                  <a:pt x="346075" y="698500"/>
                </a:cubicBezTo>
                <a:cubicBezTo>
                  <a:pt x="347133" y="686858"/>
                  <a:pt x="347219" y="675087"/>
                  <a:pt x="349250" y="663575"/>
                </a:cubicBezTo>
                <a:cubicBezTo>
                  <a:pt x="354783" y="632219"/>
                  <a:pt x="353041" y="655046"/>
                  <a:pt x="361950" y="635000"/>
                </a:cubicBezTo>
                <a:cubicBezTo>
                  <a:pt x="364668" y="628883"/>
                  <a:pt x="366183" y="622300"/>
                  <a:pt x="368300" y="615950"/>
                </a:cubicBezTo>
                <a:lnTo>
                  <a:pt x="371475" y="606425"/>
                </a:lnTo>
                <a:lnTo>
                  <a:pt x="374650" y="596900"/>
                </a:lnTo>
                <a:cubicBezTo>
                  <a:pt x="375708" y="550333"/>
                  <a:pt x="375845" y="503737"/>
                  <a:pt x="377825" y="457200"/>
                </a:cubicBezTo>
                <a:cubicBezTo>
                  <a:pt x="377967" y="453856"/>
                  <a:pt x="379375" y="450601"/>
                  <a:pt x="381000" y="447675"/>
                </a:cubicBezTo>
                <a:cubicBezTo>
                  <a:pt x="384706" y="441004"/>
                  <a:pt x="391287" y="435865"/>
                  <a:pt x="393700" y="428625"/>
                </a:cubicBezTo>
                <a:cubicBezTo>
                  <a:pt x="397009" y="418699"/>
                  <a:pt x="400217" y="406288"/>
                  <a:pt x="409575" y="400050"/>
                </a:cubicBezTo>
                <a:lnTo>
                  <a:pt x="419100" y="393700"/>
                </a:lnTo>
                <a:lnTo>
                  <a:pt x="425450" y="374650"/>
                </a:lnTo>
                <a:cubicBezTo>
                  <a:pt x="426508" y="371475"/>
                  <a:pt x="427969" y="368407"/>
                  <a:pt x="428625" y="365125"/>
                </a:cubicBezTo>
                <a:cubicBezTo>
                  <a:pt x="429683" y="359833"/>
                  <a:pt x="430862" y="354564"/>
                  <a:pt x="431800" y="349250"/>
                </a:cubicBezTo>
                <a:cubicBezTo>
                  <a:pt x="434038" y="336571"/>
                  <a:pt x="434079" y="323364"/>
                  <a:pt x="438150" y="311150"/>
                </a:cubicBezTo>
                <a:cubicBezTo>
                  <a:pt x="439208" y="307975"/>
                  <a:pt x="439234" y="304238"/>
                  <a:pt x="441325" y="301625"/>
                </a:cubicBezTo>
                <a:cubicBezTo>
                  <a:pt x="443709" y="298645"/>
                  <a:pt x="447919" y="297718"/>
                  <a:pt x="450850" y="295275"/>
                </a:cubicBezTo>
                <a:cubicBezTo>
                  <a:pt x="475296" y="274903"/>
                  <a:pt x="446251" y="295166"/>
                  <a:pt x="469900" y="279400"/>
                </a:cubicBezTo>
                <a:cubicBezTo>
                  <a:pt x="472017" y="276225"/>
                  <a:pt x="474543" y="273288"/>
                  <a:pt x="476250" y="269875"/>
                </a:cubicBezTo>
                <a:cubicBezTo>
                  <a:pt x="480528" y="261319"/>
                  <a:pt x="477687" y="257902"/>
                  <a:pt x="485775" y="250825"/>
                </a:cubicBezTo>
                <a:cubicBezTo>
                  <a:pt x="491518" y="245799"/>
                  <a:pt x="504825" y="238125"/>
                  <a:pt x="504825" y="238125"/>
                </a:cubicBezTo>
                <a:lnTo>
                  <a:pt x="530225" y="200025"/>
                </a:lnTo>
                <a:lnTo>
                  <a:pt x="536575" y="190500"/>
                </a:lnTo>
                <a:cubicBezTo>
                  <a:pt x="538692" y="187325"/>
                  <a:pt x="539750" y="183092"/>
                  <a:pt x="542925" y="180975"/>
                </a:cubicBezTo>
                <a:lnTo>
                  <a:pt x="561975" y="168275"/>
                </a:lnTo>
                <a:cubicBezTo>
                  <a:pt x="566208" y="161925"/>
                  <a:pt x="573951" y="156822"/>
                  <a:pt x="574675" y="149225"/>
                </a:cubicBezTo>
                <a:cubicBezTo>
                  <a:pt x="576792" y="127000"/>
                  <a:pt x="573965" y="103730"/>
                  <a:pt x="581025" y="82550"/>
                </a:cubicBezTo>
                <a:cubicBezTo>
                  <a:pt x="582083" y="79375"/>
                  <a:pt x="582109" y="75638"/>
                  <a:pt x="584200" y="73025"/>
                </a:cubicBezTo>
                <a:cubicBezTo>
                  <a:pt x="591366" y="64067"/>
                  <a:pt x="602977" y="65677"/>
                  <a:pt x="612775" y="63500"/>
                </a:cubicBezTo>
                <a:cubicBezTo>
                  <a:pt x="616042" y="62774"/>
                  <a:pt x="619125" y="61383"/>
                  <a:pt x="622300" y="60325"/>
                </a:cubicBezTo>
                <a:cubicBezTo>
                  <a:pt x="623358" y="57150"/>
                  <a:pt x="623850" y="53726"/>
                  <a:pt x="625475" y="50800"/>
                </a:cubicBezTo>
                <a:cubicBezTo>
                  <a:pt x="633172" y="36945"/>
                  <a:pt x="641061" y="24438"/>
                  <a:pt x="657225" y="19050"/>
                </a:cubicBezTo>
                <a:lnTo>
                  <a:pt x="676275" y="12700"/>
                </a:lnTo>
                <a:cubicBezTo>
                  <a:pt x="679450" y="13758"/>
                  <a:pt x="683187" y="13784"/>
                  <a:pt x="685800" y="15875"/>
                </a:cubicBezTo>
                <a:cubicBezTo>
                  <a:pt x="706316" y="32288"/>
                  <a:pt x="677734" y="20595"/>
                  <a:pt x="701675" y="28575"/>
                </a:cubicBezTo>
                <a:cubicBezTo>
                  <a:pt x="703792" y="31750"/>
                  <a:pt x="705045" y="35716"/>
                  <a:pt x="708025" y="38100"/>
                </a:cubicBezTo>
                <a:cubicBezTo>
                  <a:pt x="715616" y="44173"/>
                  <a:pt x="722222" y="40107"/>
                  <a:pt x="730250" y="38100"/>
                </a:cubicBezTo>
                <a:cubicBezTo>
                  <a:pt x="732367" y="34925"/>
                  <a:pt x="735050" y="32062"/>
                  <a:pt x="736600" y="28575"/>
                </a:cubicBezTo>
                <a:cubicBezTo>
                  <a:pt x="739318" y="22458"/>
                  <a:pt x="739237" y="15094"/>
                  <a:pt x="742950" y="9525"/>
                </a:cubicBezTo>
                <a:lnTo>
                  <a:pt x="749300" y="0"/>
                </a:lnTo>
                <a:cubicBezTo>
                  <a:pt x="753533" y="1058"/>
                  <a:pt x="758097" y="1224"/>
                  <a:pt x="762000" y="3175"/>
                </a:cubicBezTo>
                <a:cubicBezTo>
                  <a:pt x="768826" y="6588"/>
                  <a:pt x="773810" y="13462"/>
                  <a:pt x="781050" y="15875"/>
                </a:cubicBezTo>
                <a:cubicBezTo>
                  <a:pt x="787400" y="17992"/>
                  <a:pt x="794531" y="18512"/>
                  <a:pt x="800100" y="22225"/>
                </a:cubicBezTo>
                <a:cubicBezTo>
                  <a:pt x="803275" y="24342"/>
                  <a:pt x="806052" y="27235"/>
                  <a:pt x="809625" y="28575"/>
                </a:cubicBezTo>
                <a:cubicBezTo>
                  <a:pt x="814678" y="30470"/>
                  <a:pt x="820232" y="30579"/>
                  <a:pt x="825500" y="31750"/>
                </a:cubicBezTo>
                <a:cubicBezTo>
                  <a:pt x="829760" y="32697"/>
                  <a:pt x="833921" y="34069"/>
                  <a:pt x="838200" y="34925"/>
                </a:cubicBezTo>
                <a:cubicBezTo>
                  <a:pt x="866139" y="40513"/>
                  <a:pt x="848238" y="35096"/>
                  <a:pt x="866775" y="41275"/>
                </a:cubicBezTo>
                <a:lnTo>
                  <a:pt x="873125" y="60325"/>
                </a:lnTo>
                <a:cubicBezTo>
                  <a:pt x="874183" y="63500"/>
                  <a:pt x="874444" y="67065"/>
                  <a:pt x="876300" y="69850"/>
                </a:cubicBezTo>
                <a:lnTo>
                  <a:pt x="889000" y="88900"/>
                </a:lnTo>
                <a:cubicBezTo>
                  <a:pt x="891117" y="92075"/>
                  <a:pt x="894143" y="94805"/>
                  <a:pt x="895350" y="98425"/>
                </a:cubicBezTo>
                <a:lnTo>
                  <a:pt x="901700" y="117475"/>
                </a:lnTo>
                <a:cubicBezTo>
                  <a:pt x="904282" y="125222"/>
                  <a:pt x="905070" y="130370"/>
                  <a:pt x="911225" y="136525"/>
                </a:cubicBezTo>
                <a:cubicBezTo>
                  <a:pt x="913923" y="139223"/>
                  <a:pt x="917575" y="140758"/>
                  <a:pt x="920750" y="142875"/>
                </a:cubicBezTo>
                <a:cubicBezTo>
                  <a:pt x="928158" y="153988"/>
                  <a:pt x="930275" y="159808"/>
                  <a:pt x="946150" y="165100"/>
                </a:cubicBezTo>
                <a:cubicBezTo>
                  <a:pt x="949325" y="166158"/>
                  <a:pt x="952749" y="166650"/>
                  <a:pt x="955675" y="168275"/>
                </a:cubicBezTo>
                <a:cubicBezTo>
                  <a:pt x="962346" y="171981"/>
                  <a:pt x="974725" y="180975"/>
                  <a:pt x="974725" y="180975"/>
                </a:cubicBezTo>
                <a:cubicBezTo>
                  <a:pt x="976842" y="184150"/>
                  <a:pt x="978203" y="187987"/>
                  <a:pt x="981075" y="190500"/>
                </a:cubicBezTo>
                <a:cubicBezTo>
                  <a:pt x="986818" y="195526"/>
                  <a:pt x="1000125" y="203200"/>
                  <a:pt x="1000125" y="203200"/>
                </a:cubicBezTo>
                <a:cubicBezTo>
                  <a:pt x="1005513" y="219364"/>
                  <a:pt x="998970" y="208203"/>
                  <a:pt x="1012825" y="215900"/>
                </a:cubicBezTo>
                <a:cubicBezTo>
                  <a:pt x="1019496" y="219606"/>
                  <a:pt x="1031875" y="228600"/>
                  <a:pt x="1031875" y="228600"/>
                </a:cubicBezTo>
                <a:lnTo>
                  <a:pt x="1050925" y="257175"/>
                </a:lnTo>
                <a:lnTo>
                  <a:pt x="1057275" y="266700"/>
                </a:lnTo>
                <a:cubicBezTo>
                  <a:pt x="1064683" y="277813"/>
                  <a:pt x="1066800" y="283633"/>
                  <a:pt x="1082675" y="288925"/>
                </a:cubicBezTo>
                <a:cubicBezTo>
                  <a:pt x="1108965" y="297688"/>
                  <a:pt x="1096156" y="291562"/>
                  <a:pt x="1120775" y="307975"/>
                </a:cubicBezTo>
                <a:lnTo>
                  <a:pt x="1130300" y="314325"/>
                </a:lnTo>
                <a:cubicBezTo>
                  <a:pt x="1132417" y="317500"/>
                  <a:pt x="1133670" y="321466"/>
                  <a:pt x="1136650" y="323850"/>
                </a:cubicBezTo>
                <a:cubicBezTo>
                  <a:pt x="1139263" y="325941"/>
                  <a:pt x="1143182" y="325528"/>
                  <a:pt x="1146175" y="327025"/>
                </a:cubicBezTo>
                <a:cubicBezTo>
                  <a:pt x="1149588" y="328732"/>
                  <a:pt x="1152287" y="331668"/>
                  <a:pt x="1155700" y="333375"/>
                </a:cubicBezTo>
                <a:cubicBezTo>
                  <a:pt x="1158693" y="334872"/>
                  <a:pt x="1162232" y="335053"/>
                  <a:pt x="1165225" y="336550"/>
                </a:cubicBezTo>
                <a:cubicBezTo>
                  <a:pt x="1195414" y="351644"/>
                  <a:pt x="1144653" y="332868"/>
                  <a:pt x="1193800" y="349250"/>
                </a:cubicBezTo>
                <a:lnTo>
                  <a:pt x="1203325" y="352425"/>
                </a:lnTo>
                <a:cubicBezTo>
                  <a:pt x="1206500" y="353483"/>
                  <a:pt x="1210065" y="353744"/>
                  <a:pt x="1212850" y="355600"/>
                </a:cubicBezTo>
                <a:cubicBezTo>
                  <a:pt x="1221413" y="361308"/>
                  <a:pt x="1222041" y="362934"/>
                  <a:pt x="1231900" y="365125"/>
                </a:cubicBezTo>
                <a:cubicBezTo>
                  <a:pt x="1238184" y="366522"/>
                  <a:pt x="1244666" y="366903"/>
                  <a:pt x="1250950" y="368300"/>
                </a:cubicBezTo>
                <a:cubicBezTo>
                  <a:pt x="1254217" y="369026"/>
                  <a:pt x="1257208" y="370749"/>
                  <a:pt x="1260475" y="371475"/>
                </a:cubicBezTo>
                <a:cubicBezTo>
                  <a:pt x="1266759" y="372872"/>
                  <a:pt x="1273212" y="373387"/>
                  <a:pt x="1279525" y="374650"/>
                </a:cubicBezTo>
                <a:cubicBezTo>
                  <a:pt x="1283804" y="375506"/>
                  <a:pt x="1288045" y="376571"/>
                  <a:pt x="1292225" y="377825"/>
                </a:cubicBezTo>
                <a:cubicBezTo>
                  <a:pt x="1298636" y="379748"/>
                  <a:pt x="1304673" y="383075"/>
                  <a:pt x="1311275" y="384175"/>
                </a:cubicBezTo>
                <a:cubicBezTo>
                  <a:pt x="1317625" y="385233"/>
                  <a:pt x="1324080" y="385789"/>
                  <a:pt x="1330325" y="387350"/>
                </a:cubicBezTo>
                <a:cubicBezTo>
                  <a:pt x="1336819" y="388973"/>
                  <a:pt x="1349375" y="393700"/>
                  <a:pt x="1349375" y="393700"/>
                </a:cubicBezTo>
                <a:cubicBezTo>
                  <a:pt x="1363931" y="415535"/>
                  <a:pt x="1359662" y="405510"/>
                  <a:pt x="1365250" y="422275"/>
                </a:cubicBezTo>
                <a:cubicBezTo>
                  <a:pt x="1368259" y="443338"/>
                  <a:pt x="1371600" y="464407"/>
                  <a:pt x="1371600" y="485775"/>
                </a:cubicBez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FE10D00-16C5-414B-B84D-55705F662B28}"/>
              </a:ext>
            </a:extLst>
          </p:cNvPr>
          <p:cNvSpPr txBox="1"/>
          <p:nvPr/>
        </p:nvSpPr>
        <p:spPr>
          <a:xfrm rot="18113205">
            <a:off x="3543139" y="3164230"/>
            <a:ext cx="1371601"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Indus River</a:t>
            </a:r>
          </a:p>
        </p:txBody>
      </p:sp>
      <p:sp>
        <p:nvSpPr>
          <p:cNvPr id="3" name="Freeform 2">
            <a:extLst>
              <a:ext uri="{FF2B5EF4-FFF2-40B4-BE49-F238E27FC236}">
                <a16:creationId xmlns:a16="http://schemas.microsoft.com/office/drawing/2014/main" id="{F26BE63A-A7CA-4B4A-8843-2E2827FEED3A}"/>
              </a:ext>
            </a:extLst>
          </p:cNvPr>
          <p:cNvSpPr/>
          <p:nvPr/>
        </p:nvSpPr>
        <p:spPr>
          <a:xfrm>
            <a:off x="5108575" y="3276600"/>
            <a:ext cx="1301750" cy="860425"/>
          </a:xfrm>
          <a:custGeom>
            <a:avLst/>
            <a:gdLst>
              <a:gd name="connsiteX0" fmla="*/ 104775 w 1301750"/>
              <a:gd name="connsiteY0" fmla="*/ 0 h 860425"/>
              <a:gd name="connsiteX1" fmla="*/ 88900 w 1301750"/>
              <a:gd name="connsiteY1" fmla="*/ 6350 h 860425"/>
              <a:gd name="connsiteX2" fmla="*/ 76200 w 1301750"/>
              <a:gd name="connsiteY2" fmla="*/ 25400 h 860425"/>
              <a:gd name="connsiteX3" fmla="*/ 66675 w 1301750"/>
              <a:gd name="connsiteY3" fmla="*/ 44450 h 860425"/>
              <a:gd name="connsiteX4" fmla="*/ 57150 w 1301750"/>
              <a:gd name="connsiteY4" fmla="*/ 47625 h 860425"/>
              <a:gd name="connsiteX5" fmla="*/ 22225 w 1301750"/>
              <a:gd name="connsiteY5" fmla="*/ 50800 h 860425"/>
              <a:gd name="connsiteX6" fmla="*/ 15875 w 1301750"/>
              <a:gd name="connsiteY6" fmla="*/ 60325 h 860425"/>
              <a:gd name="connsiteX7" fmla="*/ 25400 w 1301750"/>
              <a:gd name="connsiteY7" fmla="*/ 66675 h 860425"/>
              <a:gd name="connsiteX8" fmla="*/ 34925 w 1301750"/>
              <a:gd name="connsiteY8" fmla="*/ 85725 h 860425"/>
              <a:gd name="connsiteX9" fmla="*/ 31750 w 1301750"/>
              <a:gd name="connsiteY9" fmla="*/ 95250 h 860425"/>
              <a:gd name="connsiteX10" fmla="*/ 19050 w 1301750"/>
              <a:gd name="connsiteY10" fmla="*/ 114300 h 860425"/>
              <a:gd name="connsiteX11" fmla="*/ 9525 w 1301750"/>
              <a:gd name="connsiteY11" fmla="*/ 149225 h 860425"/>
              <a:gd name="connsiteX12" fmla="*/ 6350 w 1301750"/>
              <a:gd name="connsiteY12" fmla="*/ 161925 h 860425"/>
              <a:gd name="connsiteX13" fmla="*/ 0 w 1301750"/>
              <a:gd name="connsiteY13" fmla="*/ 180975 h 860425"/>
              <a:gd name="connsiteX14" fmla="*/ 3175 w 1301750"/>
              <a:gd name="connsiteY14" fmla="*/ 241300 h 860425"/>
              <a:gd name="connsiteX15" fmla="*/ 9525 w 1301750"/>
              <a:gd name="connsiteY15" fmla="*/ 260350 h 860425"/>
              <a:gd name="connsiteX16" fmla="*/ 12700 w 1301750"/>
              <a:gd name="connsiteY16" fmla="*/ 269875 h 860425"/>
              <a:gd name="connsiteX17" fmla="*/ 19050 w 1301750"/>
              <a:gd name="connsiteY17" fmla="*/ 279400 h 860425"/>
              <a:gd name="connsiteX18" fmla="*/ 25400 w 1301750"/>
              <a:gd name="connsiteY18" fmla="*/ 298450 h 860425"/>
              <a:gd name="connsiteX19" fmla="*/ 28575 w 1301750"/>
              <a:gd name="connsiteY19" fmla="*/ 307975 h 860425"/>
              <a:gd name="connsiteX20" fmla="*/ 44450 w 1301750"/>
              <a:gd name="connsiteY20" fmla="*/ 327025 h 860425"/>
              <a:gd name="connsiteX21" fmla="*/ 47625 w 1301750"/>
              <a:gd name="connsiteY21" fmla="*/ 336550 h 860425"/>
              <a:gd name="connsiteX22" fmla="*/ 76200 w 1301750"/>
              <a:gd name="connsiteY22" fmla="*/ 358775 h 860425"/>
              <a:gd name="connsiteX23" fmla="*/ 85725 w 1301750"/>
              <a:gd name="connsiteY23" fmla="*/ 361950 h 860425"/>
              <a:gd name="connsiteX24" fmla="*/ 95250 w 1301750"/>
              <a:gd name="connsiteY24" fmla="*/ 368300 h 860425"/>
              <a:gd name="connsiteX25" fmla="*/ 104775 w 1301750"/>
              <a:gd name="connsiteY25" fmla="*/ 371475 h 860425"/>
              <a:gd name="connsiteX26" fmla="*/ 123825 w 1301750"/>
              <a:gd name="connsiteY26" fmla="*/ 381000 h 860425"/>
              <a:gd name="connsiteX27" fmla="*/ 130175 w 1301750"/>
              <a:gd name="connsiteY27" fmla="*/ 390525 h 860425"/>
              <a:gd name="connsiteX28" fmla="*/ 139700 w 1301750"/>
              <a:gd name="connsiteY28" fmla="*/ 396875 h 860425"/>
              <a:gd name="connsiteX29" fmla="*/ 152400 w 1301750"/>
              <a:gd name="connsiteY29" fmla="*/ 415925 h 860425"/>
              <a:gd name="connsiteX30" fmla="*/ 158750 w 1301750"/>
              <a:gd name="connsiteY30" fmla="*/ 425450 h 860425"/>
              <a:gd name="connsiteX31" fmla="*/ 168275 w 1301750"/>
              <a:gd name="connsiteY31" fmla="*/ 431800 h 860425"/>
              <a:gd name="connsiteX32" fmla="*/ 174625 w 1301750"/>
              <a:gd name="connsiteY32" fmla="*/ 441325 h 860425"/>
              <a:gd name="connsiteX33" fmla="*/ 184150 w 1301750"/>
              <a:gd name="connsiteY33" fmla="*/ 444500 h 860425"/>
              <a:gd name="connsiteX34" fmla="*/ 193675 w 1301750"/>
              <a:gd name="connsiteY34" fmla="*/ 450850 h 860425"/>
              <a:gd name="connsiteX35" fmla="*/ 203200 w 1301750"/>
              <a:gd name="connsiteY35" fmla="*/ 469900 h 860425"/>
              <a:gd name="connsiteX36" fmla="*/ 209550 w 1301750"/>
              <a:gd name="connsiteY36" fmla="*/ 492125 h 860425"/>
              <a:gd name="connsiteX37" fmla="*/ 219075 w 1301750"/>
              <a:gd name="connsiteY37" fmla="*/ 498475 h 860425"/>
              <a:gd name="connsiteX38" fmla="*/ 225425 w 1301750"/>
              <a:gd name="connsiteY38" fmla="*/ 508000 h 860425"/>
              <a:gd name="connsiteX39" fmla="*/ 234950 w 1301750"/>
              <a:gd name="connsiteY39" fmla="*/ 511175 h 860425"/>
              <a:gd name="connsiteX40" fmla="*/ 244475 w 1301750"/>
              <a:gd name="connsiteY40" fmla="*/ 517525 h 860425"/>
              <a:gd name="connsiteX41" fmla="*/ 250825 w 1301750"/>
              <a:gd name="connsiteY41" fmla="*/ 536575 h 860425"/>
              <a:gd name="connsiteX42" fmla="*/ 263525 w 1301750"/>
              <a:gd name="connsiteY42" fmla="*/ 555625 h 860425"/>
              <a:gd name="connsiteX43" fmla="*/ 273050 w 1301750"/>
              <a:gd name="connsiteY43" fmla="*/ 561975 h 860425"/>
              <a:gd name="connsiteX44" fmla="*/ 320675 w 1301750"/>
              <a:gd name="connsiteY44" fmla="*/ 571500 h 860425"/>
              <a:gd name="connsiteX45" fmla="*/ 317500 w 1301750"/>
              <a:gd name="connsiteY45" fmla="*/ 587375 h 860425"/>
              <a:gd name="connsiteX46" fmla="*/ 311150 w 1301750"/>
              <a:gd name="connsiteY46" fmla="*/ 596900 h 860425"/>
              <a:gd name="connsiteX47" fmla="*/ 320675 w 1301750"/>
              <a:gd name="connsiteY47" fmla="*/ 603250 h 860425"/>
              <a:gd name="connsiteX48" fmla="*/ 349250 w 1301750"/>
              <a:gd name="connsiteY48" fmla="*/ 603250 h 860425"/>
              <a:gd name="connsiteX49" fmla="*/ 352425 w 1301750"/>
              <a:gd name="connsiteY49" fmla="*/ 612775 h 860425"/>
              <a:gd name="connsiteX50" fmla="*/ 387350 w 1301750"/>
              <a:gd name="connsiteY50" fmla="*/ 628650 h 860425"/>
              <a:gd name="connsiteX51" fmla="*/ 400050 w 1301750"/>
              <a:gd name="connsiteY51" fmla="*/ 647700 h 860425"/>
              <a:gd name="connsiteX52" fmla="*/ 419100 w 1301750"/>
              <a:gd name="connsiteY52" fmla="*/ 660400 h 860425"/>
              <a:gd name="connsiteX53" fmla="*/ 476250 w 1301750"/>
              <a:gd name="connsiteY53" fmla="*/ 657225 h 860425"/>
              <a:gd name="connsiteX54" fmla="*/ 488950 w 1301750"/>
              <a:gd name="connsiteY54" fmla="*/ 641350 h 860425"/>
              <a:gd name="connsiteX55" fmla="*/ 508000 w 1301750"/>
              <a:gd name="connsiteY55" fmla="*/ 635000 h 860425"/>
              <a:gd name="connsiteX56" fmla="*/ 565150 w 1301750"/>
              <a:gd name="connsiteY56" fmla="*/ 635000 h 860425"/>
              <a:gd name="connsiteX57" fmla="*/ 568325 w 1301750"/>
              <a:gd name="connsiteY57" fmla="*/ 625475 h 860425"/>
              <a:gd name="connsiteX58" fmla="*/ 584200 w 1301750"/>
              <a:gd name="connsiteY58" fmla="*/ 612775 h 860425"/>
              <a:gd name="connsiteX59" fmla="*/ 596900 w 1301750"/>
              <a:gd name="connsiteY59" fmla="*/ 615950 h 860425"/>
              <a:gd name="connsiteX60" fmla="*/ 612775 w 1301750"/>
              <a:gd name="connsiteY60" fmla="*/ 603250 h 860425"/>
              <a:gd name="connsiteX61" fmla="*/ 622300 w 1301750"/>
              <a:gd name="connsiteY61" fmla="*/ 596900 h 860425"/>
              <a:gd name="connsiteX62" fmla="*/ 647700 w 1301750"/>
              <a:gd name="connsiteY62" fmla="*/ 593725 h 860425"/>
              <a:gd name="connsiteX63" fmla="*/ 692150 w 1301750"/>
              <a:gd name="connsiteY63" fmla="*/ 596900 h 860425"/>
              <a:gd name="connsiteX64" fmla="*/ 701675 w 1301750"/>
              <a:gd name="connsiteY64" fmla="*/ 600075 h 860425"/>
              <a:gd name="connsiteX65" fmla="*/ 714375 w 1301750"/>
              <a:gd name="connsiteY65" fmla="*/ 603250 h 860425"/>
              <a:gd name="connsiteX66" fmla="*/ 733425 w 1301750"/>
              <a:gd name="connsiteY66" fmla="*/ 609600 h 860425"/>
              <a:gd name="connsiteX67" fmla="*/ 752475 w 1301750"/>
              <a:gd name="connsiteY67" fmla="*/ 612775 h 860425"/>
              <a:gd name="connsiteX68" fmla="*/ 771525 w 1301750"/>
              <a:gd name="connsiteY68" fmla="*/ 619125 h 860425"/>
              <a:gd name="connsiteX69" fmla="*/ 781050 w 1301750"/>
              <a:gd name="connsiteY69" fmla="*/ 622300 h 860425"/>
              <a:gd name="connsiteX70" fmla="*/ 835025 w 1301750"/>
              <a:gd name="connsiteY70" fmla="*/ 628650 h 860425"/>
              <a:gd name="connsiteX71" fmla="*/ 882650 w 1301750"/>
              <a:gd name="connsiteY71" fmla="*/ 628650 h 860425"/>
              <a:gd name="connsiteX72" fmla="*/ 901700 w 1301750"/>
              <a:gd name="connsiteY72" fmla="*/ 622300 h 860425"/>
              <a:gd name="connsiteX73" fmla="*/ 923925 w 1301750"/>
              <a:gd name="connsiteY73" fmla="*/ 619125 h 860425"/>
              <a:gd name="connsiteX74" fmla="*/ 949325 w 1301750"/>
              <a:gd name="connsiteY74" fmla="*/ 622300 h 860425"/>
              <a:gd name="connsiteX75" fmla="*/ 968375 w 1301750"/>
              <a:gd name="connsiteY75" fmla="*/ 635000 h 860425"/>
              <a:gd name="connsiteX76" fmla="*/ 977900 w 1301750"/>
              <a:gd name="connsiteY76" fmla="*/ 641350 h 860425"/>
              <a:gd name="connsiteX77" fmla="*/ 996950 w 1301750"/>
              <a:gd name="connsiteY77" fmla="*/ 647700 h 860425"/>
              <a:gd name="connsiteX78" fmla="*/ 1006475 w 1301750"/>
              <a:gd name="connsiteY78" fmla="*/ 679450 h 860425"/>
              <a:gd name="connsiteX79" fmla="*/ 1016000 w 1301750"/>
              <a:gd name="connsiteY79" fmla="*/ 685800 h 860425"/>
              <a:gd name="connsiteX80" fmla="*/ 1031875 w 1301750"/>
              <a:gd name="connsiteY80" fmla="*/ 701675 h 860425"/>
              <a:gd name="connsiteX81" fmla="*/ 1038225 w 1301750"/>
              <a:gd name="connsiteY81" fmla="*/ 711200 h 860425"/>
              <a:gd name="connsiteX82" fmla="*/ 1057275 w 1301750"/>
              <a:gd name="connsiteY82" fmla="*/ 727075 h 860425"/>
              <a:gd name="connsiteX83" fmla="*/ 1073150 w 1301750"/>
              <a:gd name="connsiteY83" fmla="*/ 742950 h 860425"/>
              <a:gd name="connsiteX84" fmla="*/ 1082675 w 1301750"/>
              <a:gd name="connsiteY84" fmla="*/ 752475 h 860425"/>
              <a:gd name="connsiteX85" fmla="*/ 1092200 w 1301750"/>
              <a:gd name="connsiteY85" fmla="*/ 755650 h 860425"/>
              <a:gd name="connsiteX86" fmla="*/ 1111250 w 1301750"/>
              <a:gd name="connsiteY86" fmla="*/ 768350 h 860425"/>
              <a:gd name="connsiteX87" fmla="*/ 1139825 w 1301750"/>
              <a:gd name="connsiteY87" fmla="*/ 777875 h 860425"/>
              <a:gd name="connsiteX88" fmla="*/ 1149350 w 1301750"/>
              <a:gd name="connsiteY88" fmla="*/ 781050 h 860425"/>
              <a:gd name="connsiteX89" fmla="*/ 1162050 w 1301750"/>
              <a:gd name="connsiteY89" fmla="*/ 784225 h 860425"/>
              <a:gd name="connsiteX90" fmla="*/ 1181100 w 1301750"/>
              <a:gd name="connsiteY90" fmla="*/ 787400 h 860425"/>
              <a:gd name="connsiteX91" fmla="*/ 1190625 w 1301750"/>
              <a:gd name="connsiteY91" fmla="*/ 790575 h 860425"/>
              <a:gd name="connsiteX92" fmla="*/ 1203325 w 1301750"/>
              <a:gd name="connsiteY92" fmla="*/ 793750 h 860425"/>
              <a:gd name="connsiteX93" fmla="*/ 1231900 w 1301750"/>
              <a:gd name="connsiteY93" fmla="*/ 803275 h 860425"/>
              <a:gd name="connsiteX94" fmla="*/ 1241425 w 1301750"/>
              <a:gd name="connsiteY94" fmla="*/ 806450 h 860425"/>
              <a:gd name="connsiteX95" fmla="*/ 1260475 w 1301750"/>
              <a:gd name="connsiteY95" fmla="*/ 819150 h 860425"/>
              <a:gd name="connsiteX96" fmla="*/ 1270000 w 1301750"/>
              <a:gd name="connsiteY96" fmla="*/ 825500 h 860425"/>
              <a:gd name="connsiteX97" fmla="*/ 1276350 w 1301750"/>
              <a:gd name="connsiteY97" fmla="*/ 835025 h 860425"/>
              <a:gd name="connsiteX98" fmla="*/ 1285875 w 1301750"/>
              <a:gd name="connsiteY98" fmla="*/ 838200 h 860425"/>
              <a:gd name="connsiteX99" fmla="*/ 1298575 w 1301750"/>
              <a:gd name="connsiteY99" fmla="*/ 857250 h 860425"/>
              <a:gd name="connsiteX100" fmla="*/ 1301750 w 1301750"/>
              <a:gd name="connsiteY100" fmla="*/ 86042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301750" h="860425">
                <a:moveTo>
                  <a:pt x="104775" y="0"/>
                </a:moveTo>
                <a:cubicBezTo>
                  <a:pt x="99483" y="2117"/>
                  <a:pt x="93160" y="2564"/>
                  <a:pt x="88900" y="6350"/>
                </a:cubicBezTo>
                <a:cubicBezTo>
                  <a:pt x="83196" y="11420"/>
                  <a:pt x="78613" y="18160"/>
                  <a:pt x="76200" y="25400"/>
                </a:cubicBezTo>
                <a:cubicBezTo>
                  <a:pt x="74108" y="31675"/>
                  <a:pt x="72270" y="39974"/>
                  <a:pt x="66675" y="44450"/>
                </a:cubicBezTo>
                <a:cubicBezTo>
                  <a:pt x="64062" y="46541"/>
                  <a:pt x="60463" y="47152"/>
                  <a:pt x="57150" y="47625"/>
                </a:cubicBezTo>
                <a:cubicBezTo>
                  <a:pt x="45578" y="49278"/>
                  <a:pt x="33867" y="49742"/>
                  <a:pt x="22225" y="50800"/>
                </a:cubicBezTo>
                <a:cubicBezTo>
                  <a:pt x="20108" y="53975"/>
                  <a:pt x="15127" y="56583"/>
                  <a:pt x="15875" y="60325"/>
                </a:cubicBezTo>
                <a:cubicBezTo>
                  <a:pt x="16623" y="64067"/>
                  <a:pt x="22702" y="63977"/>
                  <a:pt x="25400" y="66675"/>
                </a:cubicBezTo>
                <a:cubicBezTo>
                  <a:pt x="31555" y="72830"/>
                  <a:pt x="32343" y="77978"/>
                  <a:pt x="34925" y="85725"/>
                </a:cubicBezTo>
                <a:cubicBezTo>
                  <a:pt x="33867" y="88900"/>
                  <a:pt x="33375" y="92324"/>
                  <a:pt x="31750" y="95250"/>
                </a:cubicBezTo>
                <a:cubicBezTo>
                  <a:pt x="28044" y="101921"/>
                  <a:pt x="21463" y="107060"/>
                  <a:pt x="19050" y="114300"/>
                </a:cubicBezTo>
                <a:cubicBezTo>
                  <a:pt x="9138" y="144036"/>
                  <a:pt x="15509" y="122299"/>
                  <a:pt x="9525" y="149225"/>
                </a:cubicBezTo>
                <a:cubicBezTo>
                  <a:pt x="8578" y="153485"/>
                  <a:pt x="7604" y="157745"/>
                  <a:pt x="6350" y="161925"/>
                </a:cubicBezTo>
                <a:cubicBezTo>
                  <a:pt x="4427" y="168336"/>
                  <a:pt x="0" y="180975"/>
                  <a:pt x="0" y="180975"/>
                </a:cubicBezTo>
                <a:cubicBezTo>
                  <a:pt x="1058" y="201083"/>
                  <a:pt x="776" y="221307"/>
                  <a:pt x="3175" y="241300"/>
                </a:cubicBezTo>
                <a:cubicBezTo>
                  <a:pt x="3972" y="247946"/>
                  <a:pt x="7408" y="254000"/>
                  <a:pt x="9525" y="260350"/>
                </a:cubicBezTo>
                <a:cubicBezTo>
                  <a:pt x="10583" y="263525"/>
                  <a:pt x="10844" y="267090"/>
                  <a:pt x="12700" y="269875"/>
                </a:cubicBezTo>
                <a:cubicBezTo>
                  <a:pt x="14817" y="273050"/>
                  <a:pt x="17500" y="275913"/>
                  <a:pt x="19050" y="279400"/>
                </a:cubicBezTo>
                <a:cubicBezTo>
                  <a:pt x="21768" y="285517"/>
                  <a:pt x="23283" y="292100"/>
                  <a:pt x="25400" y="298450"/>
                </a:cubicBezTo>
                <a:cubicBezTo>
                  <a:pt x="26458" y="301625"/>
                  <a:pt x="26208" y="305608"/>
                  <a:pt x="28575" y="307975"/>
                </a:cubicBezTo>
                <a:cubicBezTo>
                  <a:pt x="35597" y="314997"/>
                  <a:pt x="40030" y="318184"/>
                  <a:pt x="44450" y="327025"/>
                </a:cubicBezTo>
                <a:cubicBezTo>
                  <a:pt x="45947" y="330018"/>
                  <a:pt x="45769" y="333765"/>
                  <a:pt x="47625" y="336550"/>
                </a:cubicBezTo>
                <a:cubicBezTo>
                  <a:pt x="52321" y="343594"/>
                  <a:pt x="70794" y="356973"/>
                  <a:pt x="76200" y="358775"/>
                </a:cubicBezTo>
                <a:cubicBezTo>
                  <a:pt x="79375" y="359833"/>
                  <a:pt x="82732" y="360453"/>
                  <a:pt x="85725" y="361950"/>
                </a:cubicBezTo>
                <a:cubicBezTo>
                  <a:pt x="89138" y="363657"/>
                  <a:pt x="91837" y="366593"/>
                  <a:pt x="95250" y="368300"/>
                </a:cubicBezTo>
                <a:cubicBezTo>
                  <a:pt x="98243" y="369797"/>
                  <a:pt x="101782" y="369978"/>
                  <a:pt x="104775" y="371475"/>
                </a:cubicBezTo>
                <a:cubicBezTo>
                  <a:pt x="129394" y="383785"/>
                  <a:pt x="99884" y="373020"/>
                  <a:pt x="123825" y="381000"/>
                </a:cubicBezTo>
                <a:cubicBezTo>
                  <a:pt x="125942" y="384175"/>
                  <a:pt x="127477" y="387827"/>
                  <a:pt x="130175" y="390525"/>
                </a:cubicBezTo>
                <a:cubicBezTo>
                  <a:pt x="132873" y="393223"/>
                  <a:pt x="137187" y="394003"/>
                  <a:pt x="139700" y="396875"/>
                </a:cubicBezTo>
                <a:cubicBezTo>
                  <a:pt x="144726" y="402618"/>
                  <a:pt x="148167" y="409575"/>
                  <a:pt x="152400" y="415925"/>
                </a:cubicBezTo>
                <a:cubicBezTo>
                  <a:pt x="154517" y="419100"/>
                  <a:pt x="155575" y="423333"/>
                  <a:pt x="158750" y="425450"/>
                </a:cubicBezTo>
                <a:lnTo>
                  <a:pt x="168275" y="431800"/>
                </a:lnTo>
                <a:cubicBezTo>
                  <a:pt x="170392" y="434975"/>
                  <a:pt x="171645" y="438941"/>
                  <a:pt x="174625" y="441325"/>
                </a:cubicBezTo>
                <a:cubicBezTo>
                  <a:pt x="177238" y="443416"/>
                  <a:pt x="181157" y="443003"/>
                  <a:pt x="184150" y="444500"/>
                </a:cubicBezTo>
                <a:cubicBezTo>
                  <a:pt x="187563" y="446207"/>
                  <a:pt x="190500" y="448733"/>
                  <a:pt x="193675" y="450850"/>
                </a:cubicBezTo>
                <a:cubicBezTo>
                  <a:pt x="200632" y="461286"/>
                  <a:pt x="199914" y="458398"/>
                  <a:pt x="203200" y="469900"/>
                </a:cubicBezTo>
                <a:cubicBezTo>
                  <a:pt x="203454" y="470787"/>
                  <a:pt x="207858" y="490010"/>
                  <a:pt x="209550" y="492125"/>
                </a:cubicBezTo>
                <a:cubicBezTo>
                  <a:pt x="211934" y="495105"/>
                  <a:pt x="215900" y="496358"/>
                  <a:pt x="219075" y="498475"/>
                </a:cubicBezTo>
                <a:cubicBezTo>
                  <a:pt x="221192" y="501650"/>
                  <a:pt x="222445" y="505616"/>
                  <a:pt x="225425" y="508000"/>
                </a:cubicBezTo>
                <a:cubicBezTo>
                  <a:pt x="228038" y="510091"/>
                  <a:pt x="231957" y="509678"/>
                  <a:pt x="234950" y="511175"/>
                </a:cubicBezTo>
                <a:cubicBezTo>
                  <a:pt x="238363" y="512882"/>
                  <a:pt x="241300" y="515408"/>
                  <a:pt x="244475" y="517525"/>
                </a:cubicBezTo>
                <a:cubicBezTo>
                  <a:pt x="246592" y="523875"/>
                  <a:pt x="247112" y="531006"/>
                  <a:pt x="250825" y="536575"/>
                </a:cubicBezTo>
                <a:cubicBezTo>
                  <a:pt x="255058" y="542925"/>
                  <a:pt x="257175" y="551392"/>
                  <a:pt x="263525" y="555625"/>
                </a:cubicBezTo>
                <a:cubicBezTo>
                  <a:pt x="266700" y="557742"/>
                  <a:pt x="269563" y="560425"/>
                  <a:pt x="273050" y="561975"/>
                </a:cubicBezTo>
                <a:cubicBezTo>
                  <a:pt x="291811" y="570313"/>
                  <a:pt x="298878" y="569078"/>
                  <a:pt x="320675" y="571500"/>
                </a:cubicBezTo>
                <a:cubicBezTo>
                  <a:pt x="319617" y="576792"/>
                  <a:pt x="319395" y="582322"/>
                  <a:pt x="317500" y="587375"/>
                </a:cubicBezTo>
                <a:cubicBezTo>
                  <a:pt x="316160" y="590948"/>
                  <a:pt x="310402" y="593158"/>
                  <a:pt x="311150" y="596900"/>
                </a:cubicBezTo>
                <a:cubicBezTo>
                  <a:pt x="311898" y="600642"/>
                  <a:pt x="317500" y="601133"/>
                  <a:pt x="320675" y="603250"/>
                </a:cubicBezTo>
                <a:cubicBezTo>
                  <a:pt x="331109" y="599772"/>
                  <a:pt x="336898" y="596192"/>
                  <a:pt x="349250" y="603250"/>
                </a:cubicBezTo>
                <a:cubicBezTo>
                  <a:pt x="352156" y="604910"/>
                  <a:pt x="350058" y="610408"/>
                  <a:pt x="352425" y="612775"/>
                </a:cubicBezTo>
                <a:cubicBezTo>
                  <a:pt x="366157" y="626507"/>
                  <a:pt x="370927" y="625365"/>
                  <a:pt x="387350" y="628650"/>
                </a:cubicBezTo>
                <a:cubicBezTo>
                  <a:pt x="391583" y="635000"/>
                  <a:pt x="393700" y="643467"/>
                  <a:pt x="400050" y="647700"/>
                </a:cubicBezTo>
                <a:lnTo>
                  <a:pt x="419100" y="660400"/>
                </a:lnTo>
                <a:cubicBezTo>
                  <a:pt x="438150" y="659342"/>
                  <a:pt x="457362" y="659923"/>
                  <a:pt x="476250" y="657225"/>
                </a:cubicBezTo>
                <a:cubicBezTo>
                  <a:pt x="497259" y="654224"/>
                  <a:pt x="476938" y="649930"/>
                  <a:pt x="488950" y="641350"/>
                </a:cubicBezTo>
                <a:cubicBezTo>
                  <a:pt x="494397" y="637459"/>
                  <a:pt x="508000" y="635000"/>
                  <a:pt x="508000" y="635000"/>
                </a:cubicBezTo>
                <a:cubicBezTo>
                  <a:pt x="513819" y="635485"/>
                  <a:pt x="553077" y="641899"/>
                  <a:pt x="565150" y="635000"/>
                </a:cubicBezTo>
                <a:cubicBezTo>
                  <a:pt x="568056" y="633340"/>
                  <a:pt x="566828" y="628468"/>
                  <a:pt x="568325" y="625475"/>
                </a:cubicBezTo>
                <a:cubicBezTo>
                  <a:pt x="574070" y="613986"/>
                  <a:pt x="573214" y="616437"/>
                  <a:pt x="584200" y="612775"/>
                </a:cubicBezTo>
                <a:cubicBezTo>
                  <a:pt x="588433" y="613833"/>
                  <a:pt x="592536" y="615950"/>
                  <a:pt x="596900" y="615950"/>
                </a:cubicBezTo>
                <a:cubicBezTo>
                  <a:pt x="609262" y="615950"/>
                  <a:pt x="605461" y="610564"/>
                  <a:pt x="612775" y="603250"/>
                </a:cubicBezTo>
                <a:cubicBezTo>
                  <a:pt x="615473" y="600552"/>
                  <a:pt x="618619" y="597904"/>
                  <a:pt x="622300" y="596900"/>
                </a:cubicBezTo>
                <a:cubicBezTo>
                  <a:pt x="630532" y="594655"/>
                  <a:pt x="639233" y="594783"/>
                  <a:pt x="647700" y="593725"/>
                </a:cubicBezTo>
                <a:cubicBezTo>
                  <a:pt x="662517" y="594783"/>
                  <a:pt x="677397" y="595164"/>
                  <a:pt x="692150" y="596900"/>
                </a:cubicBezTo>
                <a:cubicBezTo>
                  <a:pt x="695474" y="597291"/>
                  <a:pt x="698457" y="599156"/>
                  <a:pt x="701675" y="600075"/>
                </a:cubicBezTo>
                <a:cubicBezTo>
                  <a:pt x="705871" y="601274"/>
                  <a:pt x="710195" y="601996"/>
                  <a:pt x="714375" y="603250"/>
                </a:cubicBezTo>
                <a:cubicBezTo>
                  <a:pt x="720786" y="605173"/>
                  <a:pt x="726823" y="608500"/>
                  <a:pt x="733425" y="609600"/>
                </a:cubicBezTo>
                <a:cubicBezTo>
                  <a:pt x="739775" y="610658"/>
                  <a:pt x="746230" y="611214"/>
                  <a:pt x="752475" y="612775"/>
                </a:cubicBezTo>
                <a:cubicBezTo>
                  <a:pt x="758969" y="614398"/>
                  <a:pt x="765175" y="617008"/>
                  <a:pt x="771525" y="619125"/>
                </a:cubicBezTo>
                <a:cubicBezTo>
                  <a:pt x="774700" y="620183"/>
                  <a:pt x="777749" y="621750"/>
                  <a:pt x="781050" y="622300"/>
                </a:cubicBezTo>
                <a:cubicBezTo>
                  <a:pt x="811631" y="627397"/>
                  <a:pt x="793689" y="624892"/>
                  <a:pt x="835025" y="628650"/>
                </a:cubicBezTo>
                <a:cubicBezTo>
                  <a:pt x="854826" y="635250"/>
                  <a:pt x="848121" y="634405"/>
                  <a:pt x="882650" y="628650"/>
                </a:cubicBezTo>
                <a:cubicBezTo>
                  <a:pt x="889252" y="627550"/>
                  <a:pt x="895074" y="623247"/>
                  <a:pt x="901700" y="622300"/>
                </a:cubicBezTo>
                <a:lnTo>
                  <a:pt x="923925" y="619125"/>
                </a:lnTo>
                <a:cubicBezTo>
                  <a:pt x="955725" y="608525"/>
                  <a:pt x="934057" y="608941"/>
                  <a:pt x="949325" y="622300"/>
                </a:cubicBezTo>
                <a:cubicBezTo>
                  <a:pt x="955068" y="627326"/>
                  <a:pt x="962025" y="630767"/>
                  <a:pt x="968375" y="635000"/>
                </a:cubicBezTo>
                <a:cubicBezTo>
                  <a:pt x="971550" y="637117"/>
                  <a:pt x="974280" y="640143"/>
                  <a:pt x="977900" y="641350"/>
                </a:cubicBezTo>
                <a:lnTo>
                  <a:pt x="996950" y="647700"/>
                </a:lnTo>
                <a:cubicBezTo>
                  <a:pt x="998221" y="652784"/>
                  <a:pt x="1004156" y="677904"/>
                  <a:pt x="1006475" y="679450"/>
                </a:cubicBezTo>
                <a:lnTo>
                  <a:pt x="1016000" y="685800"/>
                </a:lnTo>
                <a:cubicBezTo>
                  <a:pt x="1032933" y="711200"/>
                  <a:pt x="1010708" y="680508"/>
                  <a:pt x="1031875" y="701675"/>
                </a:cubicBezTo>
                <a:cubicBezTo>
                  <a:pt x="1034573" y="704373"/>
                  <a:pt x="1035782" y="708269"/>
                  <a:pt x="1038225" y="711200"/>
                </a:cubicBezTo>
                <a:cubicBezTo>
                  <a:pt x="1045865" y="720367"/>
                  <a:pt x="1047909" y="720831"/>
                  <a:pt x="1057275" y="727075"/>
                </a:cubicBezTo>
                <a:cubicBezTo>
                  <a:pt x="1068917" y="744538"/>
                  <a:pt x="1057275" y="729721"/>
                  <a:pt x="1073150" y="742950"/>
                </a:cubicBezTo>
                <a:cubicBezTo>
                  <a:pt x="1076599" y="745825"/>
                  <a:pt x="1078939" y="749984"/>
                  <a:pt x="1082675" y="752475"/>
                </a:cubicBezTo>
                <a:cubicBezTo>
                  <a:pt x="1085460" y="754331"/>
                  <a:pt x="1089274" y="754025"/>
                  <a:pt x="1092200" y="755650"/>
                </a:cubicBezTo>
                <a:cubicBezTo>
                  <a:pt x="1098871" y="759356"/>
                  <a:pt x="1104010" y="765937"/>
                  <a:pt x="1111250" y="768350"/>
                </a:cubicBezTo>
                <a:lnTo>
                  <a:pt x="1139825" y="777875"/>
                </a:lnTo>
                <a:cubicBezTo>
                  <a:pt x="1143000" y="778933"/>
                  <a:pt x="1146103" y="780238"/>
                  <a:pt x="1149350" y="781050"/>
                </a:cubicBezTo>
                <a:cubicBezTo>
                  <a:pt x="1153583" y="782108"/>
                  <a:pt x="1157771" y="783369"/>
                  <a:pt x="1162050" y="784225"/>
                </a:cubicBezTo>
                <a:cubicBezTo>
                  <a:pt x="1168363" y="785488"/>
                  <a:pt x="1174816" y="786003"/>
                  <a:pt x="1181100" y="787400"/>
                </a:cubicBezTo>
                <a:cubicBezTo>
                  <a:pt x="1184367" y="788126"/>
                  <a:pt x="1187407" y="789656"/>
                  <a:pt x="1190625" y="790575"/>
                </a:cubicBezTo>
                <a:cubicBezTo>
                  <a:pt x="1194821" y="791774"/>
                  <a:pt x="1199145" y="792496"/>
                  <a:pt x="1203325" y="793750"/>
                </a:cubicBezTo>
                <a:lnTo>
                  <a:pt x="1231900" y="803275"/>
                </a:lnTo>
                <a:cubicBezTo>
                  <a:pt x="1235075" y="804333"/>
                  <a:pt x="1238640" y="804594"/>
                  <a:pt x="1241425" y="806450"/>
                </a:cubicBezTo>
                <a:lnTo>
                  <a:pt x="1260475" y="819150"/>
                </a:lnTo>
                <a:lnTo>
                  <a:pt x="1270000" y="825500"/>
                </a:lnTo>
                <a:cubicBezTo>
                  <a:pt x="1272117" y="828675"/>
                  <a:pt x="1273370" y="832641"/>
                  <a:pt x="1276350" y="835025"/>
                </a:cubicBezTo>
                <a:cubicBezTo>
                  <a:pt x="1278963" y="837116"/>
                  <a:pt x="1283508" y="835833"/>
                  <a:pt x="1285875" y="838200"/>
                </a:cubicBezTo>
                <a:cubicBezTo>
                  <a:pt x="1291271" y="843596"/>
                  <a:pt x="1293179" y="851854"/>
                  <a:pt x="1298575" y="857250"/>
                </a:cubicBezTo>
                <a:lnTo>
                  <a:pt x="1301750" y="860425"/>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2A5AB2F-2866-184F-8F8A-A4121EB51430}"/>
              </a:ext>
            </a:extLst>
          </p:cNvPr>
          <p:cNvSpPr txBox="1"/>
          <p:nvPr/>
        </p:nvSpPr>
        <p:spPr>
          <a:xfrm rot="219902">
            <a:off x="5032257" y="3886479"/>
            <a:ext cx="1371601" cy="246221"/>
          </a:xfrm>
          <a:prstGeom prst="rect">
            <a:avLst/>
          </a:prstGeom>
          <a:noFill/>
        </p:spPr>
        <p:txBody>
          <a:bodyPr wrap="square" rtlCol="0">
            <a:spAutoFit/>
          </a:bodyPr>
          <a:lstStyle/>
          <a:p>
            <a:pPr algn="ctr"/>
            <a:r>
              <a:rPr lang="en-US" sz="1000" b="1" dirty="0">
                <a:solidFill>
                  <a:srgbClr val="0304B4"/>
                </a:solidFill>
                <a:latin typeface="Century Gothic" panose="020B0502020202020204" pitchFamily="34" charset="0"/>
              </a:rPr>
              <a:t>Ganges River</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a:off x="1612900" y="3426619"/>
            <a:ext cx="3685301" cy="437066"/>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Tree>
    <p:extLst>
      <p:ext uri="{BB962C8B-B14F-4D97-AF65-F5344CB8AC3E}">
        <p14:creationId xmlns:p14="http://schemas.microsoft.com/office/powerpoint/2010/main" val="3950426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FE83AB68-D35F-864C-9A5A-A2BE911C4075}"/>
              </a:ext>
            </a:extLst>
          </p:cNvPr>
          <p:cNvPicPr>
            <a:picLocks noChangeAspect="1" noChangeArrowheads="1"/>
          </p:cNvPicPr>
          <p:nvPr/>
        </p:nvPicPr>
        <p:blipFill>
          <a:blip r:embed="rId2">
            <a:alphaModFix amt="85000"/>
            <a:extLst>
              <a:ext uri="{28A0092B-C50C-407E-A947-70E740481C1C}">
                <a14:useLocalDpi xmlns:a14="http://schemas.microsoft.com/office/drawing/2010/main" val="0"/>
              </a:ext>
            </a:extLst>
          </a:blip>
          <a:srcRect/>
          <a:stretch>
            <a:fillRect/>
          </a:stretch>
        </p:blipFill>
        <p:spPr bwMode="auto">
          <a:xfrm>
            <a:off x="0" y="0"/>
            <a:ext cx="9998075"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200329"/>
          </a:xfrm>
          <a:prstGeom prst="rect">
            <a:avLst/>
          </a:prstGeom>
          <a:solidFill>
            <a:srgbClr val="C00000"/>
          </a:solidFill>
        </p:spPr>
        <p:txBody>
          <a:bodyPr wrap="square" rtlCol="0">
            <a:spAutoFit/>
          </a:bodyPr>
          <a:lstStyle/>
          <a:p>
            <a:r>
              <a:rPr lang="en-US" sz="7200" dirty="0">
                <a:solidFill>
                  <a:schemeClr val="bg1"/>
                </a:solidFill>
                <a:latin typeface="Gill Sans Ultra Bold" panose="020B0A02020104020203" pitchFamily="34" charset="77"/>
                <a:cs typeface="Aharoni" panose="02010803020104030203" pitchFamily="2" charset="-79"/>
              </a:rPr>
              <a:t>GANGES RIVER :</a:t>
            </a:r>
            <a:endParaRPr lang="en-US" sz="54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350337"/>
            <a:ext cx="9816292" cy="3516732"/>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Ganges flows for over 1,500 miles from the Himalayas to the Bay of Bengal</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This river has been regarded as the holiest of rivers by Hindus. They cast the ashes of their dead into the river, believing that this gives the deceased direct passage to heaven</a:t>
            </a:r>
          </a:p>
        </p:txBody>
      </p:sp>
    </p:spTree>
    <p:extLst>
      <p:ext uri="{BB962C8B-B14F-4D97-AF65-F5344CB8AC3E}">
        <p14:creationId xmlns:p14="http://schemas.microsoft.com/office/powerpoint/2010/main" val="231696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3008739"/>
            <a:ext cx="6848476" cy="830997"/>
          </a:xfrm>
          <a:prstGeom prst="rect">
            <a:avLst/>
          </a:prstGeom>
          <a:noFill/>
        </p:spPr>
        <p:txBody>
          <a:bodyPr vert="horz" wrap="square" rtlCol="0">
            <a:spAutoFit/>
          </a:bodyPr>
          <a:lstStyle/>
          <a:p>
            <a:pPr algn="ctr"/>
            <a:r>
              <a:rPr lang="en-US" sz="4800" b="1" dirty="0">
                <a:latin typeface="Century Gothic" panose="020B0502020202020204" pitchFamily="34" charset="0"/>
              </a:rPr>
              <a:t>BRAHMAPUTRA RIVER</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cxnSp>
        <p:nvCxnSpPr>
          <p:cNvPr id="13" name="Straight Arrow Connector 12">
            <a:extLst>
              <a:ext uri="{FF2B5EF4-FFF2-40B4-BE49-F238E27FC236}">
                <a16:creationId xmlns:a16="http://schemas.microsoft.com/office/drawing/2014/main" id="{A5A3E263-E679-4E49-815F-EE77E2125539}"/>
              </a:ext>
            </a:extLst>
          </p:cNvPr>
          <p:cNvCxnSpPr>
            <a:cxnSpLocks/>
          </p:cNvCxnSpPr>
          <p:nvPr/>
        </p:nvCxnSpPr>
        <p:spPr>
          <a:xfrm flipH="1">
            <a:off x="3538330" y="1560909"/>
            <a:ext cx="171541" cy="728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6B1F29C-7CA6-B849-AD4B-30A8FD8F6555}"/>
              </a:ext>
            </a:extLst>
          </p:cNvPr>
          <p:cNvSpPr txBox="1"/>
          <p:nvPr/>
        </p:nvSpPr>
        <p:spPr>
          <a:xfrm>
            <a:off x="2108812" y="2289855"/>
            <a:ext cx="2791665" cy="338554"/>
          </a:xfrm>
          <a:prstGeom prst="rect">
            <a:avLst/>
          </a:prstGeom>
          <a:noFill/>
        </p:spPr>
        <p:txBody>
          <a:bodyPr wrap="square" rtlCol="0">
            <a:spAutoFit/>
          </a:bodyPr>
          <a:lstStyle/>
          <a:p>
            <a:pPr algn="ctr"/>
            <a:r>
              <a:rPr lang="en-US" sz="1600" b="1" dirty="0">
                <a:solidFill>
                  <a:srgbClr val="0304B4"/>
                </a:solidFill>
                <a:latin typeface="Century Gothic" panose="020B0502020202020204" pitchFamily="34" charset="0"/>
              </a:rPr>
              <a:t>Aral Sea</a:t>
            </a:r>
          </a:p>
        </p:txBody>
      </p:sp>
      <p:sp>
        <p:nvSpPr>
          <p:cNvPr id="2" name="Freeform 1">
            <a:extLst>
              <a:ext uri="{FF2B5EF4-FFF2-40B4-BE49-F238E27FC236}">
                <a16:creationId xmlns:a16="http://schemas.microsoft.com/office/drawing/2014/main" id="{E1A40968-4AEA-0243-A2FB-30B9AEFE61F5}"/>
              </a:ext>
            </a:extLst>
          </p:cNvPr>
          <p:cNvSpPr/>
          <p:nvPr/>
        </p:nvSpPr>
        <p:spPr>
          <a:xfrm>
            <a:off x="4064000" y="2736850"/>
            <a:ext cx="1371600" cy="1273175"/>
          </a:xfrm>
          <a:custGeom>
            <a:avLst/>
            <a:gdLst>
              <a:gd name="connsiteX0" fmla="*/ 0 w 1371600"/>
              <a:gd name="connsiteY0" fmla="*/ 1273175 h 1273175"/>
              <a:gd name="connsiteX1" fmla="*/ 3175 w 1371600"/>
              <a:gd name="connsiteY1" fmla="*/ 1257300 h 1273175"/>
              <a:gd name="connsiteX2" fmla="*/ 12700 w 1371600"/>
              <a:gd name="connsiteY2" fmla="*/ 1250950 h 1273175"/>
              <a:gd name="connsiteX3" fmla="*/ 25400 w 1371600"/>
              <a:gd name="connsiteY3" fmla="*/ 1231900 h 1273175"/>
              <a:gd name="connsiteX4" fmla="*/ 34925 w 1371600"/>
              <a:gd name="connsiteY4" fmla="*/ 1200150 h 1273175"/>
              <a:gd name="connsiteX5" fmla="*/ 38100 w 1371600"/>
              <a:gd name="connsiteY5" fmla="*/ 1190625 h 1273175"/>
              <a:gd name="connsiteX6" fmla="*/ 60325 w 1371600"/>
              <a:gd name="connsiteY6" fmla="*/ 1181100 h 1273175"/>
              <a:gd name="connsiteX7" fmla="*/ 79375 w 1371600"/>
              <a:gd name="connsiteY7" fmla="*/ 1171575 h 1273175"/>
              <a:gd name="connsiteX8" fmla="*/ 79375 w 1371600"/>
              <a:gd name="connsiteY8" fmla="*/ 1130300 h 1273175"/>
              <a:gd name="connsiteX9" fmla="*/ 76200 w 1371600"/>
              <a:gd name="connsiteY9" fmla="*/ 1111250 h 1273175"/>
              <a:gd name="connsiteX10" fmla="*/ 69850 w 1371600"/>
              <a:gd name="connsiteY10" fmla="*/ 1079500 h 1273175"/>
              <a:gd name="connsiteX11" fmla="*/ 66675 w 1371600"/>
              <a:gd name="connsiteY11" fmla="*/ 1041400 h 1273175"/>
              <a:gd name="connsiteX12" fmla="*/ 57150 w 1371600"/>
              <a:gd name="connsiteY12" fmla="*/ 1022350 h 1273175"/>
              <a:gd name="connsiteX13" fmla="*/ 47625 w 1371600"/>
              <a:gd name="connsiteY13" fmla="*/ 990600 h 1273175"/>
              <a:gd name="connsiteX14" fmla="*/ 44450 w 1371600"/>
              <a:gd name="connsiteY14" fmla="*/ 981075 h 1273175"/>
              <a:gd name="connsiteX15" fmla="*/ 47625 w 1371600"/>
              <a:gd name="connsiteY15" fmla="*/ 958850 h 1273175"/>
              <a:gd name="connsiteX16" fmla="*/ 66675 w 1371600"/>
              <a:gd name="connsiteY16" fmla="*/ 946150 h 1273175"/>
              <a:gd name="connsiteX17" fmla="*/ 69850 w 1371600"/>
              <a:gd name="connsiteY17" fmla="*/ 936625 h 1273175"/>
              <a:gd name="connsiteX18" fmla="*/ 82550 w 1371600"/>
              <a:gd name="connsiteY18" fmla="*/ 933450 h 1273175"/>
              <a:gd name="connsiteX19" fmla="*/ 92075 w 1371600"/>
              <a:gd name="connsiteY19" fmla="*/ 927100 h 1273175"/>
              <a:gd name="connsiteX20" fmla="*/ 98425 w 1371600"/>
              <a:gd name="connsiteY20" fmla="*/ 908050 h 1273175"/>
              <a:gd name="connsiteX21" fmla="*/ 101600 w 1371600"/>
              <a:gd name="connsiteY21" fmla="*/ 879475 h 1273175"/>
              <a:gd name="connsiteX22" fmla="*/ 111125 w 1371600"/>
              <a:gd name="connsiteY22" fmla="*/ 869950 h 1273175"/>
              <a:gd name="connsiteX23" fmla="*/ 130175 w 1371600"/>
              <a:gd name="connsiteY23" fmla="*/ 863600 h 1273175"/>
              <a:gd name="connsiteX24" fmla="*/ 165100 w 1371600"/>
              <a:gd name="connsiteY24" fmla="*/ 857250 h 1273175"/>
              <a:gd name="connsiteX25" fmla="*/ 174625 w 1371600"/>
              <a:gd name="connsiteY25" fmla="*/ 850900 h 1273175"/>
              <a:gd name="connsiteX26" fmla="*/ 180975 w 1371600"/>
              <a:gd name="connsiteY26" fmla="*/ 841375 h 1273175"/>
              <a:gd name="connsiteX27" fmla="*/ 200025 w 1371600"/>
              <a:gd name="connsiteY27" fmla="*/ 828675 h 1273175"/>
              <a:gd name="connsiteX28" fmla="*/ 209550 w 1371600"/>
              <a:gd name="connsiteY28" fmla="*/ 822325 h 1273175"/>
              <a:gd name="connsiteX29" fmla="*/ 228600 w 1371600"/>
              <a:gd name="connsiteY29" fmla="*/ 793750 h 1273175"/>
              <a:gd name="connsiteX30" fmla="*/ 234950 w 1371600"/>
              <a:gd name="connsiteY30" fmla="*/ 784225 h 1273175"/>
              <a:gd name="connsiteX31" fmla="*/ 254000 w 1371600"/>
              <a:gd name="connsiteY31" fmla="*/ 777875 h 1273175"/>
              <a:gd name="connsiteX32" fmla="*/ 263525 w 1371600"/>
              <a:gd name="connsiteY32" fmla="*/ 771525 h 1273175"/>
              <a:gd name="connsiteX33" fmla="*/ 273050 w 1371600"/>
              <a:gd name="connsiteY33" fmla="*/ 768350 h 1273175"/>
              <a:gd name="connsiteX34" fmla="*/ 282575 w 1371600"/>
              <a:gd name="connsiteY34" fmla="*/ 762000 h 1273175"/>
              <a:gd name="connsiteX35" fmla="*/ 301625 w 1371600"/>
              <a:gd name="connsiteY35" fmla="*/ 752475 h 1273175"/>
              <a:gd name="connsiteX36" fmla="*/ 314325 w 1371600"/>
              <a:gd name="connsiteY36" fmla="*/ 733425 h 1273175"/>
              <a:gd name="connsiteX37" fmla="*/ 317500 w 1371600"/>
              <a:gd name="connsiteY37" fmla="*/ 720725 h 1273175"/>
              <a:gd name="connsiteX38" fmla="*/ 336550 w 1371600"/>
              <a:gd name="connsiteY38" fmla="*/ 711200 h 1273175"/>
              <a:gd name="connsiteX39" fmla="*/ 349250 w 1371600"/>
              <a:gd name="connsiteY39" fmla="*/ 727075 h 1273175"/>
              <a:gd name="connsiteX40" fmla="*/ 352425 w 1371600"/>
              <a:gd name="connsiteY40" fmla="*/ 717550 h 1273175"/>
              <a:gd name="connsiteX41" fmla="*/ 346075 w 1371600"/>
              <a:gd name="connsiteY41" fmla="*/ 698500 h 1273175"/>
              <a:gd name="connsiteX42" fmla="*/ 349250 w 1371600"/>
              <a:gd name="connsiteY42" fmla="*/ 663575 h 1273175"/>
              <a:gd name="connsiteX43" fmla="*/ 361950 w 1371600"/>
              <a:gd name="connsiteY43" fmla="*/ 635000 h 1273175"/>
              <a:gd name="connsiteX44" fmla="*/ 368300 w 1371600"/>
              <a:gd name="connsiteY44" fmla="*/ 615950 h 1273175"/>
              <a:gd name="connsiteX45" fmla="*/ 371475 w 1371600"/>
              <a:gd name="connsiteY45" fmla="*/ 606425 h 1273175"/>
              <a:gd name="connsiteX46" fmla="*/ 374650 w 1371600"/>
              <a:gd name="connsiteY46" fmla="*/ 596900 h 1273175"/>
              <a:gd name="connsiteX47" fmla="*/ 377825 w 1371600"/>
              <a:gd name="connsiteY47" fmla="*/ 457200 h 1273175"/>
              <a:gd name="connsiteX48" fmla="*/ 381000 w 1371600"/>
              <a:gd name="connsiteY48" fmla="*/ 447675 h 1273175"/>
              <a:gd name="connsiteX49" fmla="*/ 393700 w 1371600"/>
              <a:gd name="connsiteY49" fmla="*/ 428625 h 1273175"/>
              <a:gd name="connsiteX50" fmla="*/ 409575 w 1371600"/>
              <a:gd name="connsiteY50" fmla="*/ 400050 h 1273175"/>
              <a:gd name="connsiteX51" fmla="*/ 419100 w 1371600"/>
              <a:gd name="connsiteY51" fmla="*/ 393700 h 1273175"/>
              <a:gd name="connsiteX52" fmla="*/ 425450 w 1371600"/>
              <a:gd name="connsiteY52" fmla="*/ 374650 h 1273175"/>
              <a:gd name="connsiteX53" fmla="*/ 428625 w 1371600"/>
              <a:gd name="connsiteY53" fmla="*/ 365125 h 1273175"/>
              <a:gd name="connsiteX54" fmla="*/ 431800 w 1371600"/>
              <a:gd name="connsiteY54" fmla="*/ 349250 h 1273175"/>
              <a:gd name="connsiteX55" fmla="*/ 438150 w 1371600"/>
              <a:gd name="connsiteY55" fmla="*/ 311150 h 1273175"/>
              <a:gd name="connsiteX56" fmla="*/ 441325 w 1371600"/>
              <a:gd name="connsiteY56" fmla="*/ 301625 h 1273175"/>
              <a:gd name="connsiteX57" fmla="*/ 450850 w 1371600"/>
              <a:gd name="connsiteY57" fmla="*/ 295275 h 1273175"/>
              <a:gd name="connsiteX58" fmla="*/ 469900 w 1371600"/>
              <a:gd name="connsiteY58" fmla="*/ 279400 h 1273175"/>
              <a:gd name="connsiteX59" fmla="*/ 476250 w 1371600"/>
              <a:gd name="connsiteY59" fmla="*/ 269875 h 1273175"/>
              <a:gd name="connsiteX60" fmla="*/ 485775 w 1371600"/>
              <a:gd name="connsiteY60" fmla="*/ 250825 h 1273175"/>
              <a:gd name="connsiteX61" fmla="*/ 504825 w 1371600"/>
              <a:gd name="connsiteY61" fmla="*/ 238125 h 1273175"/>
              <a:gd name="connsiteX62" fmla="*/ 530225 w 1371600"/>
              <a:gd name="connsiteY62" fmla="*/ 200025 h 1273175"/>
              <a:gd name="connsiteX63" fmla="*/ 536575 w 1371600"/>
              <a:gd name="connsiteY63" fmla="*/ 190500 h 1273175"/>
              <a:gd name="connsiteX64" fmla="*/ 542925 w 1371600"/>
              <a:gd name="connsiteY64" fmla="*/ 180975 h 1273175"/>
              <a:gd name="connsiteX65" fmla="*/ 561975 w 1371600"/>
              <a:gd name="connsiteY65" fmla="*/ 168275 h 1273175"/>
              <a:gd name="connsiteX66" fmla="*/ 574675 w 1371600"/>
              <a:gd name="connsiteY66" fmla="*/ 149225 h 1273175"/>
              <a:gd name="connsiteX67" fmla="*/ 581025 w 1371600"/>
              <a:gd name="connsiteY67" fmla="*/ 82550 h 1273175"/>
              <a:gd name="connsiteX68" fmla="*/ 584200 w 1371600"/>
              <a:gd name="connsiteY68" fmla="*/ 73025 h 1273175"/>
              <a:gd name="connsiteX69" fmla="*/ 612775 w 1371600"/>
              <a:gd name="connsiteY69" fmla="*/ 63500 h 1273175"/>
              <a:gd name="connsiteX70" fmla="*/ 622300 w 1371600"/>
              <a:gd name="connsiteY70" fmla="*/ 60325 h 1273175"/>
              <a:gd name="connsiteX71" fmla="*/ 625475 w 1371600"/>
              <a:gd name="connsiteY71" fmla="*/ 50800 h 1273175"/>
              <a:gd name="connsiteX72" fmla="*/ 657225 w 1371600"/>
              <a:gd name="connsiteY72" fmla="*/ 19050 h 1273175"/>
              <a:gd name="connsiteX73" fmla="*/ 676275 w 1371600"/>
              <a:gd name="connsiteY73" fmla="*/ 12700 h 1273175"/>
              <a:gd name="connsiteX74" fmla="*/ 685800 w 1371600"/>
              <a:gd name="connsiteY74" fmla="*/ 15875 h 1273175"/>
              <a:gd name="connsiteX75" fmla="*/ 701675 w 1371600"/>
              <a:gd name="connsiteY75" fmla="*/ 28575 h 1273175"/>
              <a:gd name="connsiteX76" fmla="*/ 708025 w 1371600"/>
              <a:gd name="connsiteY76" fmla="*/ 38100 h 1273175"/>
              <a:gd name="connsiteX77" fmla="*/ 730250 w 1371600"/>
              <a:gd name="connsiteY77" fmla="*/ 38100 h 1273175"/>
              <a:gd name="connsiteX78" fmla="*/ 736600 w 1371600"/>
              <a:gd name="connsiteY78" fmla="*/ 28575 h 1273175"/>
              <a:gd name="connsiteX79" fmla="*/ 742950 w 1371600"/>
              <a:gd name="connsiteY79" fmla="*/ 9525 h 1273175"/>
              <a:gd name="connsiteX80" fmla="*/ 749300 w 1371600"/>
              <a:gd name="connsiteY80" fmla="*/ 0 h 1273175"/>
              <a:gd name="connsiteX81" fmla="*/ 762000 w 1371600"/>
              <a:gd name="connsiteY81" fmla="*/ 3175 h 1273175"/>
              <a:gd name="connsiteX82" fmla="*/ 781050 w 1371600"/>
              <a:gd name="connsiteY82" fmla="*/ 15875 h 1273175"/>
              <a:gd name="connsiteX83" fmla="*/ 800100 w 1371600"/>
              <a:gd name="connsiteY83" fmla="*/ 22225 h 1273175"/>
              <a:gd name="connsiteX84" fmla="*/ 809625 w 1371600"/>
              <a:gd name="connsiteY84" fmla="*/ 28575 h 1273175"/>
              <a:gd name="connsiteX85" fmla="*/ 825500 w 1371600"/>
              <a:gd name="connsiteY85" fmla="*/ 31750 h 1273175"/>
              <a:gd name="connsiteX86" fmla="*/ 838200 w 1371600"/>
              <a:gd name="connsiteY86" fmla="*/ 34925 h 1273175"/>
              <a:gd name="connsiteX87" fmla="*/ 866775 w 1371600"/>
              <a:gd name="connsiteY87" fmla="*/ 41275 h 1273175"/>
              <a:gd name="connsiteX88" fmla="*/ 873125 w 1371600"/>
              <a:gd name="connsiteY88" fmla="*/ 60325 h 1273175"/>
              <a:gd name="connsiteX89" fmla="*/ 876300 w 1371600"/>
              <a:gd name="connsiteY89" fmla="*/ 69850 h 1273175"/>
              <a:gd name="connsiteX90" fmla="*/ 889000 w 1371600"/>
              <a:gd name="connsiteY90" fmla="*/ 88900 h 1273175"/>
              <a:gd name="connsiteX91" fmla="*/ 895350 w 1371600"/>
              <a:gd name="connsiteY91" fmla="*/ 98425 h 1273175"/>
              <a:gd name="connsiteX92" fmla="*/ 901700 w 1371600"/>
              <a:gd name="connsiteY92" fmla="*/ 117475 h 1273175"/>
              <a:gd name="connsiteX93" fmla="*/ 911225 w 1371600"/>
              <a:gd name="connsiteY93" fmla="*/ 136525 h 1273175"/>
              <a:gd name="connsiteX94" fmla="*/ 920750 w 1371600"/>
              <a:gd name="connsiteY94" fmla="*/ 142875 h 1273175"/>
              <a:gd name="connsiteX95" fmla="*/ 946150 w 1371600"/>
              <a:gd name="connsiteY95" fmla="*/ 165100 h 1273175"/>
              <a:gd name="connsiteX96" fmla="*/ 955675 w 1371600"/>
              <a:gd name="connsiteY96" fmla="*/ 168275 h 1273175"/>
              <a:gd name="connsiteX97" fmla="*/ 974725 w 1371600"/>
              <a:gd name="connsiteY97" fmla="*/ 180975 h 1273175"/>
              <a:gd name="connsiteX98" fmla="*/ 981075 w 1371600"/>
              <a:gd name="connsiteY98" fmla="*/ 190500 h 1273175"/>
              <a:gd name="connsiteX99" fmla="*/ 1000125 w 1371600"/>
              <a:gd name="connsiteY99" fmla="*/ 203200 h 1273175"/>
              <a:gd name="connsiteX100" fmla="*/ 1012825 w 1371600"/>
              <a:gd name="connsiteY100" fmla="*/ 215900 h 1273175"/>
              <a:gd name="connsiteX101" fmla="*/ 1031875 w 1371600"/>
              <a:gd name="connsiteY101" fmla="*/ 228600 h 1273175"/>
              <a:gd name="connsiteX102" fmla="*/ 1050925 w 1371600"/>
              <a:gd name="connsiteY102" fmla="*/ 257175 h 1273175"/>
              <a:gd name="connsiteX103" fmla="*/ 1057275 w 1371600"/>
              <a:gd name="connsiteY103" fmla="*/ 266700 h 1273175"/>
              <a:gd name="connsiteX104" fmla="*/ 1082675 w 1371600"/>
              <a:gd name="connsiteY104" fmla="*/ 288925 h 1273175"/>
              <a:gd name="connsiteX105" fmla="*/ 1120775 w 1371600"/>
              <a:gd name="connsiteY105" fmla="*/ 307975 h 1273175"/>
              <a:gd name="connsiteX106" fmla="*/ 1130300 w 1371600"/>
              <a:gd name="connsiteY106" fmla="*/ 314325 h 1273175"/>
              <a:gd name="connsiteX107" fmla="*/ 1136650 w 1371600"/>
              <a:gd name="connsiteY107" fmla="*/ 323850 h 1273175"/>
              <a:gd name="connsiteX108" fmla="*/ 1146175 w 1371600"/>
              <a:gd name="connsiteY108" fmla="*/ 327025 h 1273175"/>
              <a:gd name="connsiteX109" fmla="*/ 1155700 w 1371600"/>
              <a:gd name="connsiteY109" fmla="*/ 333375 h 1273175"/>
              <a:gd name="connsiteX110" fmla="*/ 1165225 w 1371600"/>
              <a:gd name="connsiteY110" fmla="*/ 336550 h 1273175"/>
              <a:gd name="connsiteX111" fmla="*/ 1193800 w 1371600"/>
              <a:gd name="connsiteY111" fmla="*/ 349250 h 1273175"/>
              <a:gd name="connsiteX112" fmla="*/ 1203325 w 1371600"/>
              <a:gd name="connsiteY112" fmla="*/ 352425 h 1273175"/>
              <a:gd name="connsiteX113" fmla="*/ 1212850 w 1371600"/>
              <a:gd name="connsiteY113" fmla="*/ 355600 h 1273175"/>
              <a:gd name="connsiteX114" fmla="*/ 1231900 w 1371600"/>
              <a:gd name="connsiteY114" fmla="*/ 365125 h 1273175"/>
              <a:gd name="connsiteX115" fmla="*/ 1250950 w 1371600"/>
              <a:gd name="connsiteY115" fmla="*/ 368300 h 1273175"/>
              <a:gd name="connsiteX116" fmla="*/ 1260475 w 1371600"/>
              <a:gd name="connsiteY116" fmla="*/ 371475 h 1273175"/>
              <a:gd name="connsiteX117" fmla="*/ 1279525 w 1371600"/>
              <a:gd name="connsiteY117" fmla="*/ 374650 h 1273175"/>
              <a:gd name="connsiteX118" fmla="*/ 1292225 w 1371600"/>
              <a:gd name="connsiteY118" fmla="*/ 377825 h 1273175"/>
              <a:gd name="connsiteX119" fmla="*/ 1311275 w 1371600"/>
              <a:gd name="connsiteY119" fmla="*/ 384175 h 1273175"/>
              <a:gd name="connsiteX120" fmla="*/ 1330325 w 1371600"/>
              <a:gd name="connsiteY120" fmla="*/ 387350 h 1273175"/>
              <a:gd name="connsiteX121" fmla="*/ 1349375 w 1371600"/>
              <a:gd name="connsiteY121" fmla="*/ 393700 h 1273175"/>
              <a:gd name="connsiteX122" fmla="*/ 1365250 w 1371600"/>
              <a:gd name="connsiteY122" fmla="*/ 422275 h 1273175"/>
              <a:gd name="connsiteX123" fmla="*/ 1371600 w 1371600"/>
              <a:gd name="connsiteY123" fmla="*/ 485775 h 12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371600" h="1273175">
                <a:moveTo>
                  <a:pt x="0" y="1273175"/>
                </a:moveTo>
                <a:cubicBezTo>
                  <a:pt x="1058" y="1267883"/>
                  <a:pt x="498" y="1261985"/>
                  <a:pt x="3175" y="1257300"/>
                </a:cubicBezTo>
                <a:cubicBezTo>
                  <a:pt x="5068" y="1253987"/>
                  <a:pt x="10187" y="1253822"/>
                  <a:pt x="12700" y="1250950"/>
                </a:cubicBezTo>
                <a:cubicBezTo>
                  <a:pt x="17726" y="1245207"/>
                  <a:pt x="22987" y="1239140"/>
                  <a:pt x="25400" y="1231900"/>
                </a:cubicBezTo>
                <a:cubicBezTo>
                  <a:pt x="40490" y="1186629"/>
                  <a:pt x="25328" y="1233739"/>
                  <a:pt x="34925" y="1200150"/>
                </a:cubicBezTo>
                <a:cubicBezTo>
                  <a:pt x="35844" y="1196932"/>
                  <a:pt x="36009" y="1193238"/>
                  <a:pt x="38100" y="1190625"/>
                </a:cubicBezTo>
                <a:cubicBezTo>
                  <a:pt x="43829" y="1183464"/>
                  <a:pt x="52416" y="1183360"/>
                  <a:pt x="60325" y="1181100"/>
                </a:cubicBezTo>
                <a:cubicBezTo>
                  <a:pt x="71827" y="1177814"/>
                  <a:pt x="68939" y="1178532"/>
                  <a:pt x="79375" y="1171575"/>
                </a:cubicBezTo>
                <a:cubicBezTo>
                  <a:pt x="85713" y="1152562"/>
                  <a:pt x="83521" y="1163467"/>
                  <a:pt x="79375" y="1130300"/>
                </a:cubicBezTo>
                <a:cubicBezTo>
                  <a:pt x="78577" y="1123912"/>
                  <a:pt x="77179" y="1117613"/>
                  <a:pt x="76200" y="1111250"/>
                </a:cubicBezTo>
                <a:cubicBezTo>
                  <a:pt x="72031" y="1084148"/>
                  <a:pt x="75625" y="1096824"/>
                  <a:pt x="69850" y="1079500"/>
                </a:cubicBezTo>
                <a:cubicBezTo>
                  <a:pt x="68792" y="1066800"/>
                  <a:pt x="68359" y="1054032"/>
                  <a:pt x="66675" y="1041400"/>
                </a:cubicBezTo>
                <a:cubicBezTo>
                  <a:pt x="65021" y="1028994"/>
                  <a:pt x="62247" y="1033817"/>
                  <a:pt x="57150" y="1022350"/>
                </a:cubicBezTo>
                <a:cubicBezTo>
                  <a:pt x="51114" y="1008769"/>
                  <a:pt x="51319" y="1003530"/>
                  <a:pt x="47625" y="990600"/>
                </a:cubicBezTo>
                <a:cubicBezTo>
                  <a:pt x="46706" y="987382"/>
                  <a:pt x="45508" y="984250"/>
                  <a:pt x="44450" y="981075"/>
                </a:cubicBezTo>
                <a:cubicBezTo>
                  <a:pt x="45508" y="973667"/>
                  <a:pt x="43607" y="965164"/>
                  <a:pt x="47625" y="958850"/>
                </a:cubicBezTo>
                <a:cubicBezTo>
                  <a:pt x="51722" y="952411"/>
                  <a:pt x="66675" y="946150"/>
                  <a:pt x="66675" y="946150"/>
                </a:cubicBezTo>
                <a:cubicBezTo>
                  <a:pt x="67733" y="942975"/>
                  <a:pt x="67237" y="938716"/>
                  <a:pt x="69850" y="936625"/>
                </a:cubicBezTo>
                <a:cubicBezTo>
                  <a:pt x="73257" y="933899"/>
                  <a:pt x="78539" y="935169"/>
                  <a:pt x="82550" y="933450"/>
                </a:cubicBezTo>
                <a:cubicBezTo>
                  <a:pt x="86057" y="931947"/>
                  <a:pt x="88900" y="929217"/>
                  <a:pt x="92075" y="927100"/>
                </a:cubicBezTo>
                <a:cubicBezTo>
                  <a:pt x="94192" y="920750"/>
                  <a:pt x="97686" y="914703"/>
                  <a:pt x="98425" y="908050"/>
                </a:cubicBezTo>
                <a:cubicBezTo>
                  <a:pt x="99483" y="898525"/>
                  <a:pt x="98569" y="888567"/>
                  <a:pt x="101600" y="879475"/>
                </a:cubicBezTo>
                <a:cubicBezTo>
                  <a:pt x="103020" y="875215"/>
                  <a:pt x="107200" y="872131"/>
                  <a:pt x="111125" y="869950"/>
                </a:cubicBezTo>
                <a:cubicBezTo>
                  <a:pt x="116976" y="866699"/>
                  <a:pt x="123611" y="864913"/>
                  <a:pt x="130175" y="863600"/>
                </a:cubicBezTo>
                <a:cubicBezTo>
                  <a:pt x="152363" y="859162"/>
                  <a:pt x="140727" y="861312"/>
                  <a:pt x="165100" y="857250"/>
                </a:cubicBezTo>
                <a:cubicBezTo>
                  <a:pt x="168275" y="855133"/>
                  <a:pt x="171927" y="853598"/>
                  <a:pt x="174625" y="850900"/>
                </a:cubicBezTo>
                <a:cubicBezTo>
                  <a:pt x="177323" y="848202"/>
                  <a:pt x="178103" y="843888"/>
                  <a:pt x="180975" y="841375"/>
                </a:cubicBezTo>
                <a:cubicBezTo>
                  <a:pt x="186718" y="836349"/>
                  <a:pt x="193675" y="832908"/>
                  <a:pt x="200025" y="828675"/>
                </a:cubicBezTo>
                <a:lnTo>
                  <a:pt x="209550" y="822325"/>
                </a:lnTo>
                <a:lnTo>
                  <a:pt x="228600" y="793750"/>
                </a:lnTo>
                <a:cubicBezTo>
                  <a:pt x="230717" y="790575"/>
                  <a:pt x="231330" y="785432"/>
                  <a:pt x="234950" y="784225"/>
                </a:cubicBezTo>
                <a:cubicBezTo>
                  <a:pt x="241300" y="782108"/>
                  <a:pt x="248431" y="781588"/>
                  <a:pt x="254000" y="777875"/>
                </a:cubicBezTo>
                <a:cubicBezTo>
                  <a:pt x="257175" y="775758"/>
                  <a:pt x="260112" y="773232"/>
                  <a:pt x="263525" y="771525"/>
                </a:cubicBezTo>
                <a:cubicBezTo>
                  <a:pt x="266518" y="770028"/>
                  <a:pt x="270057" y="769847"/>
                  <a:pt x="273050" y="768350"/>
                </a:cubicBezTo>
                <a:cubicBezTo>
                  <a:pt x="276463" y="766643"/>
                  <a:pt x="279162" y="763707"/>
                  <a:pt x="282575" y="762000"/>
                </a:cubicBezTo>
                <a:cubicBezTo>
                  <a:pt x="308865" y="748855"/>
                  <a:pt x="274328" y="770673"/>
                  <a:pt x="301625" y="752475"/>
                </a:cubicBezTo>
                <a:cubicBezTo>
                  <a:pt x="305858" y="746125"/>
                  <a:pt x="312474" y="740829"/>
                  <a:pt x="314325" y="733425"/>
                </a:cubicBezTo>
                <a:cubicBezTo>
                  <a:pt x="315383" y="729192"/>
                  <a:pt x="315079" y="724356"/>
                  <a:pt x="317500" y="720725"/>
                </a:cubicBezTo>
                <a:cubicBezTo>
                  <a:pt x="321017" y="715449"/>
                  <a:pt x="331117" y="713011"/>
                  <a:pt x="336550" y="711200"/>
                </a:cubicBezTo>
                <a:cubicBezTo>
                  <a:pt x="337887" y="715210"/>
                  <a:pt x="340412" y="729284"/>
                  <a:pt x="349250" y="727075"/>
                </a:cubicBezTo>
                <a:cubicBezTo>
                  <a:pt x="352497" y="726263"/>
                  <a:pt x="351367" y="720725"/>
                  <a:pt x="352425" y="717550"/>
                </a:cubicBezTo>
                <a:cubicBezTo>
                  <a:pt x="350308" y="711200"/>
                  <a:pt x="345469" y="705166"/>
                  <a:pt x="346075" y="698500"/>
                </a:cubicBezTo>
                <a:cubicBezTo>
                  <a:pt x="347133" y="686858"/>
                  <a:pt x="347219" y="675087"/>
                  <a:pt x="349250" y="663575"/>
                </a:cubicBezTo>
                <a:cubicBezTo>
                  <a:pt x="354783" y="632219"/>
                  <a:pt x="353041" y="655046"/>
                  <a:pt x="361950" y="635000"/>
                </a:cubicBezTo>
                <a:cubicBezTo>
                  <a:pt x="364668" y="628883"/>
                  <a:pt x="366183" y="622300"/>
                  <a:pt x="368300" y="615950"/>
                </a:cubicBezTo>
                <a:lnTo>
                  <a:pt x="371475" y="606425"/>
                </a:lnTo>
                <a:lnTo>
                  <a:pt x="374650" y="596900"/>
                </a:lnTo>
                <a:cubicBezTo>
                  <a:pt x="375708" y="550333"/>
                  <a:pt x="375845" y="503737"/>
                  <a:pt x="377825" y="457200"/>
                </a:cubicBezTo>
                <a:cubicBezTo>
                  <a:pt x="377967" y="453856"/>
                  <a:pt x="379375" y="450601"/>
                  <a:pt x="381000" y="447675"/>
                </a:cubicBezTo>
                <a:cubicBezTo>
                  <a:pt x="384706" y="441004"/>
                  <a:pt x="391287" y="435865"/>
                  <a:pt x="393700" y="428625"/>
                </a:cubicBezTo>
                <a:cubicBezTo>
                  <a:pt x="397009" y="418699"/>
                  <a:pt x="400217" y="406288"/>
                  <a:pt x="409575" y="400050"/>
                </a:cubicBezTo>
                <a:lnTo>
                  <a:pt x="419100" y="393700"/>
                </a:lnTo>
                <a:lnTo>
                  <a:pt x="425450" y="374650"/>
                </a:lnTo>
                <a:cubicBezTo>
                  <a:pt x="426508" y="371475"/>
                  <a:pt x="427969" y="368407"/>
                  <a:pt x="428625" y="365125"/>
                </a:cubicBezTo>
                <a:cubicBezTo>
                  <a:pt x="429683" y="359833"/>
                  <a:pt x="430862" y="354564"/>
                  <a:pt x="431800" y="349250"/>
                </a:cubicBezTo>
                <a:cubicBezTo>
                  <a:pt x="434038" y="336571"/>
                  <a:pt x="434079" y="323364"/>
                  <a:pt x="438150" y="311150"/>
                </a:cubicBezTo>
                <a:cubicBezTo>
                  <a:pt x="439208" y="307975"/>
                  <a:pt x="439234" y="304238"/>
                  <a:pt x="441325" y="301625"/>
                </a:cubicBezTo>
                <a:cubicBezTo>
                  <a:pt x="443709" y="298645"/>
                  <a:pt x="447919" y="297718"/>
                  <a:pt x="450850" y="295275"/>
                </a:cubicBezTo>
                <a:cubicBezTo>
                  <a:pt x="475296" y="274903"/>
                  <a:pt x="446251" y="295166"/>
                  <a:pt x="469900" y="279400"/>
                </a:cubicBezTo>
                <a:cubicBezTo>
                  <a:pt x="472017" y="276225"/>
                  <a:pt x="474543" y="273288"/>
                  <a:pt x="476250" y="269875"/>
                </a:cubicBezTo>
                <a:cubicBezTo>
                  <a:pt x="480528" y="261319"/>
                  <a:pt x="477687" y="257902"/>
                  <a:pt x="485775" y="250825"/>
                </a:cubicBezTo>
                <a:cubicBezTo>
                  <a:pt x="491518" y="245799"/>
                  <a:pt x="504825" y="238125"/>
                  <a:pt x="504825" y="238125"/>
                </a:cubicBezTo>
                <a:lnTo>
                  <a:pt x="530225" y="200025"/>
                </a:lnTo>
                <a:lnTo>
                  <a:pt x="536575" y="190500"/>
                </a:lnTo>
                <a:cubicBezTo>
                  <a:pt x="538692" y="187325"/>
                  <a:pt x="539750" y="183092"/>
                  <a:pt x="542925" y="180975"/>
                </a:cubicBezTo>
                <a:lnTo>
                  <a:pt x="561975" y="168275"/>
                </a:lnTo>
                <a:cubicBezTo>
                  <a:pt x="566208" y="161925"/>
                  <a:pt x="573951" y="156822"/>
                  <a:pt x="574675" y="149225"/>
                </a:cubicBezTo>
                <a:cubicBezTo>
                  <a:pt x="576792" y="127000"/>
                  <a:pt x="573965" y="103730"/>
                  <a:pt x="581025" y="82550"/>
                </a:cubicBezTo>
                <a:cubicBezTo>
                  <a:pt x="582083" y="79375"/>
                  <a:pt x="582109" y="75638"/>
                  <a:pt x="584200" y="73025"/>
                </a:cubicBezTo>
                <a:cubicBezTo>
                  <a:pt x="591366" y="64067"/>
                  <a:pt x="602977" y="65677"/>
                  <a:pt x="612775" y="63500"/>
                </a:cubicBezTo>
                <a:cubicBezTo>
                  <a:pt x="616042" y="62774"/>
                  <a:pt x="619125" y="61383"/>
                  <a:pt x="622300" y="60325"/>
                </a:cubicBezTo>
                <a:cubicBezTo>
                  <a:pt x="623358" y="57150"/>
                  <a:pt x="623850" y="53726"/>
                  <a:pt x="625475" y="50800"/>
                </a:cubicBezTo>
                <a:cubicBezTo>
                  <a:pt x="633172" y="36945"/>
                  <a:pt x="641061" y="24438"/>
                  <a:pt x="657225" y="19050"/>
                </a:cubicBezTo>
                <a:lnTo>
                  <a:pt x="676275" y="12700"/>
                </a:lnTo>
                <a:cubicBezTo>
                  <a:pt x="679450" y="13758"/>
                  <a:pt x="683187" y="13784"/>
                  <a:pt x="685800" y="15875"/>
                </a:cubicBezTo>
                <a:cubicBezTo>
                  <a:pt x="706316" y="32288"/>
                  <a:pt x="677734" y="20595"/>
                  <a:pt x="701675" y="28575"/>
                </a:cubicBezTo>
                <a:cubicBezTo>
                  <a:pt x="703792" y="31750"/>
                  <a:pt x="705045" y="35716"/>
                  <a:pt x="708025" y="38100"/>
                </a:cubicBezTo>
                <a:cubicBezTo>
                  <a:pt x="715616" y="44173"/>
                  <a:pt x="722222" y="40107"/>
                  <a:pt x="730250" y="38100"/>
                </a:cubicBezTo>
                <a:cubicBezTo>
                  <a:pt x="732367" y="34925"/>
                  <a:pt x="735050" y="32062"/>
                  <a:pt x="736600" y="28575"/>
                </a:cubicBezTo>
                <a:cubicBezTo>
                  <a:pt x="739318" y="22458"/>
                  <a:pt x="739237" y="15094"/>
                  <a:pt x="742950" y="9525"/>
                </a:cubicBezTo>
                <a:lnTo>
                  <a:pt x="749300" y="0"/>
                </a:lnTo>
                <a:cubicBezTo>
                  <a:pt x="753533" y="1058"/>
                  <a:pt x="758097" y="1224"/>
                  <a:pt x="762000" y="3175"/>
                </a:cubicBezTo>
                <a:cubicBezTo>
                  <a:pt x="768826" y="6588"/>
                  <a:pt x="773810" y="13462"/>
                  <a:pt x="781050" y="15875"/>
                </a:cubicBezTo>
                <a:cubicBezTo>
                  <a:pt x="787400" y="17992"/>
                  <a:pt x="794531" y="18512"/>
                  <a:pt x="800100" y="22225"/>
                </a:cubicBezTo>
                <a:cubicBezTo>
                  <a:pt x="803275" y="24342"/>
                  <a:pt x="806052" y="27235"/>
                  <a:pt x="809625" y="28575"/>
                </a:cubicBezTo>
                <a:cubicBezTo>
                  <a:pt x="814678" y="30470"/>
                  <a:pt x="820232" y="30579"/>
                  <a:pt x="825500" y="31750"/>
                </a:cubicBezTo>
                <a:cubicBezTo>
                  <a:pt x="829760" y="32697"/>
                  <a:pt x="833921" y="34069"/>
                  <a:pt x="838200" y="34925"/>
                </a:cubicBezTo>
                <a:cubicBezTo>
                  <a:pt x="866139" y="40513"/>
                  <a:pt x="848238" y="35096"/>
                  <a:pt x="866775" y="41275"/>
                </a:cubicBezTo>
                <a:lnTo>
                  <a:pt x="873125" y="60325"/>
                </a:lnTo>
                <a:cubicBezTo>
                  <a:pt x="874183" y="63500"/>
                  <a:pt x="874444" y="67065"/>
                  <a:pt x="876300" y="69850"/>
                </a:cubicBezTo>
                <a:lnTo>
                  <a:pt x="889000" y="88900"/>
                </a:lnTo>
                <a:cubicBezTo>
                  <a:pt x="891117" y="92075"/>
                  <a:pt x="894143" y="94805"/>
                  <a:pt x="895350" y="98425"/>
                </a:cubicBezTo>
                <a:lnTo>
                  <a:pt x="901700" y="117475"/>
                </a:lnTo>
                <a:cubicBezTo>
                  <a:pt x="904282" y="125222"/>
                  <a:pt x="905070" y="130370"/>
                  <a:pt x="911225" y="136525"/>
                </a:cubicBezTo>
                <a:cubicBezTo>
                  <a:pt x="913923" y="139223"/>
                  <a:pt x="917575" y="140758"/>
                  <a:pt x="920750" y="142875"/>
                </a:cubicBezTo>
                <a:cubicBezTo>
                  <a:pt x="928158" y="153988"/>
                  <a:pt x="930275" y="159808"/>
                  <a:pt x="946150" y="165100"/>
                </a:cubicBezTo>
                <a:cubicBezTo>
                  <a:pt x="949325" y="166158"/>
                  <a:pt x="952749" y="166650"/>
                  <a:pt x="955675" y="168275"/>
                </a:cubicBezTo>
                <a:cubicBezTo>
                  <a:pt x="962346" y="171981"/>
                  <a:pt x="974725" y="180975"/>
                  <a:pt x="974725" y="180975"/>
                </a:cubicBezTo>
                <a:cubicBezTo>
                  <a:pt x="976842" y="184150"/>
                  <a:pt x="978203" y="187987"/>
                  <a:pt x="981075" y="190500"/>
                </a:cubicBezTo>
                <a:cubicBezTo>
                  <a:pt x="986818" y="195526"/>
                  <a:pt x="1000125" y="203200"/>
                  <a:pt x="1000125" y="203200"/>
                </a:cubicBezTo>
                <a:cubicBezTo>
                  <a:pt x="1005513" y="219364"/>
                  <a:pt x="998970" y="208203"/>
                  <a:pt x="1012825" y="215900"/>
                </a:cubicBezTo>
                <a:cubicBezTo>
                  <a:pt x="1019496" y="219606"/>
                  <a:pt x="1031875" y="228600"/>
                  <a:pt x="1031875" y="228600"/>
                </a:cubicBezTo>
                <a:lnTo>
                  <a:pt x="1050925" y="257175"/>
                </a:lnTo>
                <a:lnTo>
                  <a:pt x="1057275" y="266700"/>
                </a:lnTo>
                <a:cubicBezTo>
                  <a:pt x="1064683" y="277813"/>
                  <a:pt x="1066800" y="283633"/>
                  <a:pt x="1082675" y="288925"/>
                </a:cubicBezTo>
                <a:cubicBezTo>
                  <a:pt x="1108965" y="297688"/>
                  <a:pt x="1096156" y="291562"/>
                  <a:pt x="1120775" y="307975"/>
                </a:cubicBezTo>
                <a:lnTo>
                  <a:pt x="1130300" y="314325"/>
                </a:lnTo>
                <a:cubicBezTo>
                  <a:pt x="1132417" y="317500"/>
                  <a:pt x="1133670" y="321466"/>
                  <a:pt x="1136650" y="323850"/>
                </a:cubicBezTo>
                <a:cubicBezTo>
                  <a:pt x="1139263" y="325941"/>
                  <a:pt x="1143182" y="325528"/>
                  <a:pt x="1146175" y="327025"/>
                </a:cubicBezTo>
                <a:cubicBezTo>
                  <a:pt x="1149588" y="328732"/>
                  <a:pt x="1152287" y="331668"/>
                  <a:pt x="1155700" y="333375"/>
                </a:cubicBezTo>
                <a:cubicBezTo>
                  <a:pt x="1158693" y="334872"/>
                  <a:pt x="1162232" y="335053"/>
                  <a:pt x="1165225" y="336550"/>
                </a:cubicBezTo>
                <a:cubicBezTo>
                  <a:pt x="1195414" y="351644"/>
                  <a:pt x="1144653" y="332868"/>
                  <a:pt x="1193800" y="349250"/>
                </a:cubicBezTo>
                <a:lnTo>
                  <a:pt x="1203325" y="352425"/>
                </a:lnTo>
                <a:cubicBezTo>
                  <a:pt x="1206500" y="353483"/>
                  <a:pt x="1210065" y="353744"/>
                  <a:pt x="1212850" y="355600"/>
                </a:cubicBezTo>
                <a:cubicBezTo>
                  <a:pt x="1221413" y="361308"/>
                  <a:pt x="1222041" y="362934"/>
                  <a:pt x="1231900" y="365125"/>
                </a:cubicBezTo>
                <a:cubicBezTo>
                  <a:pt x="1238184" y="366522"/>
                  <a:pt x="1244666" y="366903"/>
                  <a:pt x="1250950" y="368300"/>
                </a:cubicBezTo>
                <a:cubicBezTo>
                  <a:pt x="1254217" y="369026"/>
                  <a:pt x="1257208" y="370749"/>
                  <a:pt x="1260475" y="371475"/>
                </a:cubicBezTo>
                <a:cubicBezTo>
                  <a:pt x="1266759" y="372872"/>
                  <a:pt x="1273212" y="373387"/>
                  <a:pt x="1279525" y="374650"/>
                </a:cubicBezTo>
                <a:cubicBezTo>
                  <a:pt x="1283804" y="375506"/>
                  <a:pt x="1288045" y="376571"/>
                  <a:pt x="1292225" y="377825"/>
                </a:cubicBezTo>
                <a:cubicBezTo>
                  <a:pt x="1298636" y="379748"/>
                  <a:pt x="1304673" y="383075"/>
                  <a:pt x="1311275" y="384175"/>
                </a:cubicBezTo>
                <a:cubicBezTo>
                  <a:pt x="1317625" y="385233"/>
                  <a:pt x="1324080" y="385789"/>
                  <a:pt x="1330325" y="387350"/>
                </a:cubicBezTo>
                <a:cubicBezTo>
                  <a:pt x="1336819" y="388973"/>
                  <a:pt x="1349375" y="393700"/>
                  <a:pt x="1349375" y="393700"/>
                </a:cubicBezTo>
                <a:cubicBezTo>
                  <a:pt x="1363931" y="415535"/>
                  <a:pt x="1359662" y="405510"/>
                  <a:pt x="1365250" y="422275"/>
                </a:cubicBezTo>
                <a:cubicBezTo>
                  <a:pt x="1368259" y="443338"/>
                  <a:pt x="1371600" y="464407"/>
                  <a:pt x="1371600" y="485775"/>
                </a:cubicBez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FE10D00-16C5-414B-B84D-55705F662B28}"/>
              </a:ext>
            </a:extLst>
          </p:cNvPr>
          <p:cNvSpPr txBox="1"/>
          <p:nvPr/>
        </p:nvSpPr>
        <p:spPr>
          <a:xfrm rot="18113205">
            <a:off x="3543139" y="3164230"/>
            <a:ext cx="1371601"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Indus River</a:t>
            </a:r>
          </a:p>
        </p:txBody>
      </p:sp>
      <p:sp>
        <p:nvSpPr>
          <p:cNvPr id="3" name="Freeform 2">
            <a:extLst>
              <a:ext uri="{FF2B5EF4-FFF2-40B4-BE49-F238E27FC236}">
                <a16:creationId xmlns:a16="http://schemas.microsoft.com/office/drawing/2014/main" id="{F26BE63A-A7CA-4B4A-8843-2E2827FEED3A}"/>
              </a:ext>
            </a:extLst>
          </p:cNvPr>
          <p:cNvSpPr/>
          <p:nvPr/>
        </p:nvSpPr>
        <p:spPr>
          <a:xfrm>
            <a:off x="5108575" y="3276600"/>
            <a:ext cx="1301750" cy="860425"/>
          </a:xfrm>
          <a:custGeom>
            <a:avLst/>
            <a:gdLst>
              <a:gd name="connsiteX0" fmla="*/ 104775 w 1301750"/>
              <a:gd name="connsiteY0" fmla="*/ 0 h 860425"/>
              <a:gd name="connsiteX1" fmla="*/ 88900 w 1301750"/>
              <a:gd name="connsiteY1" fmla="*/ 6350 h 860425"/>
              <a:gd name="connsiteX2" fmla="*/ 76200 w 1301750"/>
              <a:gd name="connsiteY2" fmla="*/ 25400 h 860425"/>
              <a:gd name="connsiteX3" fmla="*/ 66675 w 1301750"/>
              <a:gd name="connsiteY3" fmla="*/ 44450 h 860425"/>
              <a:gd name="connsiteX4" fmla="*/ 57150 w 1301750"/>
              <a:gd name="connsiteY4" fmla="*/ 47625 h 860425"/>
              <a:gd name="connsiteX5" fmla="*/ 22225 w 1301750"/>
              <a:gd name="connsiteY5" fmla="*/ 50800 h 860425"/>
              <a:gd name="connsiteX6" fmla="*/ 15875 w 1301750"/>
              <a:gd name="connsiteY6" fmla="*/ 60325 h 860425"/>
              <a:gd name="connsiteX7" fmla="*/ 25400 w 1301750"/>
              <a:gd name="connsiteY7" fmla="*/ 66675 h 860425"/>
              <a:gd name="connsiteX8" fmla="*/ 34925 w 1301750"/>
              <a:gd name="connsiteY8" fmla="*/ 85725 h 860425"/>
              <a:gd name="connsiteX9" fmla="*/ 31750 w 1301750"/>
              <a:gd name="connsiteY9" fmla="*/ 95250 h 860425"/>
              <a:gd name="connsiteX10" fmla="*/ 19050 w 1301750"/>
              <a:gd name="connsiteY10" fmla="*/ 114300 h 860425"/>
              <a:gd name="connsiteX11" fmla="*/ 9525 w 1301750"/>
              <a:gd name="connsiteY11" fmla="*/ 149225 h 860425"/>
              <a:gd name="connsiteX12" fmla="*/ 6350 w 1301750"/>
              <a:gd name="connsiteY12" fmla="*/ 161925 h 860425"/>
              <a:gd name="connsiteX13" fmla="*/ 0 w 1301750"/>
              <a:gd name="connsiteY13" fmla="*/ 180975 h 860425"/>
              <a:gd name="connsiteX14" fmla="*/ 3175 w 1301750"/>
              <a:gd name="connsiteY14" fmla="*/ 241300 h 860425"/>
              <a:gd name="connsiteX15" fmla="*/ 9525 w 1301750"/>
              <a:gd name="connsiteY15" fmla="*/ 260350 h 860425"/>
              <a:gd name="connsiteX16" fmla="*/ 12700 w 1301750"/>
              <a:gd name="connsiteY16" fmla="*/ 269875 h 860425"/>
              <a:gd name="connsiteX17" fmla="*/ 19050 w 1301750"/>
              <a:gd name="connsiteY17" fmla="*/ 279400 h 860425"/>
              <a:gd name="connsiteX18" fmla="*/ 25400 w 1301750"/>
              <a:gd name="connsiteY18" fmla="*/ 298450 h 860425"/>
              <a:gd name="connsiteX19" fmla="*/ 28575 w 1301750"/>
              <a:gd name="connsiteY19" fmla="*/ 307975 h 860425"/>
              <a:gd name="connsiteX20" fmla="*/ 44450 w 1301750"/>
              <a:gd name="connsiteY20" fmla="*/ 327025 h 860425"/>
              <a:gd name="connsiteX21" fmla="*/ 47625 w 1301750"/>
              <a:gd name="connsiteY21" fmla="*/ 336550 h 860425"/>
              <a:gd name="connsiteX22" fmla="*/ 76200 w 1301750"/>
              <a:gd name="connsiteY22" fmla="*/ 358775 h 860425"/>
              <a:gd name="connsiteX23" fmla="*/ 85725 w 1301750"/>
              <a:gd name="connsiteY23" fmla="*/ 361950 h 860425"/>
              <a:gd name="connsiteX24" fmla="*/ 95250 w 1301750"/>
              <a:gd name="connsiteY24" fmla="*/ 368300 h 860425"/>
              <a:gd name="connsiteX25" fmla="*/ 104775 w 1301750"/>
              <a:gd name="connsiteY25" fmla="*/ 371475 h 860425"/>
              <a:gd name="connsiteX26" fmla="*/ 123825 w 1301750"/>
              <a:gd name="connsiteY26" fmla="*/ 381000 h 860425"/>
              <a:gd name="connsiteX27" fmla="*/ 130175 w 1301750"/>
              <a:gd name="connsiteY27" fmla="*/ 390525 h 860425"/>
              <a:gd name="connsiteX28" fmla="*/ 139700 w 1301750"/>
              <a:gd name="connsiteY28" fmla="*/ 396875 h 860425"/>
              <a:gd name="connsiteX29" fmla="*/ 152400 w 1301750"/>
              <a:gd name="connsiteY29" fmla="*/ 415925 h 860425"/>
              <a:gd name="connsiteX30" fmla="*/ 158750 w 1301750"/>
              <a:gd name="connsiteY30" fmla="*/ 425450 h 860425"/>
              <a:gd name="connsiteX31" fmla="*/ 168275 w 1301750"/>
              <a:gd name="connsiteY31" fmla="*/ 431800 h 860425"/>
              <a:gd name="connsiteX32" fmla="*/ 174625 w 1301750"/>
              <a:gd name="connsiteY32" fmla="*/ 441325 h 860425"/>
              <a:gd name="connsiteX33" fmla="*/ 184150 w 1301750"/>
              <a:gd name="connsiteY33" fmla="*/ 444500 h 860425"/>
              <a:gd name="connsiteX34" fmla="*/ 193675 w 1301750"/>
              <a:gd name="connsiteY34" fmla="*/ 450850 h 860425"/>
              <a:gd name="connsiteX35" fmla="*/ 203200 w 1301750"/>
              <a:gd name="connsiteY35" fmla="*/ 469900 h 860425"/>
              <a:gd name="connsiteX36" fmla="*/ 209550 w 1301750"/>
              <a:gd name="connsiteY36" fmla="*/ 492125 h 860425"/>
              <a:gd name="connsiteX37" fmla="*/ 219075 w 1301750"/>
              <a:gd name="connsiteY37" fmla="*/ 498475 h 860425"/>
              <a:gd name="connsiteX38" fmla="*/ 225425 w 1301750"/>
              <a:gd name="connsiteY38" fmla="*/ 508000 h 860425"/>
              <a:gd name="connsiteX39" fmla="*/ 234950 w 1301750"/>
              <a:gd name="connsiteY39" fmla="*/ 511175 h 860425"/>
              <a:gd name="connsiteX40" fmla="*/ 244475 w 1301750"/>
              <a:gd name="connsiteY40" fmla="*/ 517525 h 860425"/>
              <a:gd name="connsiteX41" fmla="*/ 250825 w 1301750"/>
              <a:gd name="connsiteY41" fmla="*/ 536575 h 860425"/>
              <a:gd name="connsiteX42" fmla="*/ 263525 w 1301750"/>
              <a:gd name="connsiteY42" fmla="*/ 555625 h 860425"/>
              <a:gd name="connsiteX43" fmla="*/ 273050 w 1301750"/>
              <a:gd name="connsiteY43" fmla="*/ 561975 h 860425"/>
              <a:gd name="connsiteX44" fmla="*/ 320675 w 1301750"/>
              <a:gd name="connsiteY44" fmla="*/ 571500 h 860425"/>
              <a:gd name="connsiteX45" fmla="*/ 317500 w 1301750"/>
              <a:gd name="connsiteY45" fmla="*/ 587375 h 860425"/>
              <a:gd name="connsiteX46" fmla="*/ 311150 w 1301750"/>
              <a:gd name="connsiteY46" fmla="*/ 596900 h 860425"/>
              <a:gd name="connsiteX47" fmla="*/ 320675 w 1301750"/>
              <a:gd name="connsiteY47" fmla="*/ 603250 h 860425"/>
              <a:gd name="connsiteX48" fmla="*/ 349250 w 1301750"/>
              <a:gd name="connsiteY48" fmla="*/ 603250 h 860425"/>
              <a:gd name="connsiteX49" fmla="*/ 352425 w 1301750"/>
              <a:gd name="connsiteY49" fmla="*/ 612775 h 860425"/>
              <a:gd name="connsiteX50" fmla="*/ 387350 w 1301750"/>
              <a:gd name="connsiteY50" fmla="*/ 628650 h 860425"/>
              <a:gd name="connsiteX51" fmla="*/ 400050 w 1301750"/>
              <a:gd name="connsiteY51" fmla="*/ 647700 h 860425"/>
              <a:gd name="connsiteX52" fmla="*/ 419100 w 1301750"/>
              <a:gd name="connsiteY52" fmla="*/ 660400 h 860425"/>
              <a:gd name="connsiteX53" fmla="*/ 476250 w 1301750"/>
              <a:gd name="connsiteY53" fmla="*/ 657225 h 860425"/>
              <a:gd name="connsiteX54" fmla="*/ 488950 w 1301750"/>
              <a:gd name="connsiteY54" fmla="*/ 641350 h 860425"/>
              <a:gd name="connsiteX55" fmla="*/ 508000 w 1301750"/>
              <a:gd name="connsiteY55" fmla="*/ 635000 h 860425"/>
              <a:gd name="connsiteX56" fmla="*/ 565150 w 1301750"/>
              <a:gd name="connsiteY56" fmla="*/ 635000 h 860425"/>
              <a:gd name="connsiteX57" fmla="*/ 568325 w 1301750"/>
              <a:gd name="connsiteY57" fmla="*/ 625475 h 860425"/>
              <a:gd name="connsiteX58" fmla="*/ 584200 w 1301750"/>
              <a:gd name="connsiteY58" fmla="*/ 612775 h 860425"/>
              <a:gd name="connsiteX59" fmla="*/ 596900 w 1301750"/>
              <a:gd name="connsiteY59" fmla="*/ 615950 h 860425"/>
              <a:gd name="connsiteX60" fmla="*/ 612775 w 1301750"/>
              <a:gd name="connsiteY60" fmla="*/ 603250 h 860425"/>
              <a:gd name="connsiteX61" fmla="*/ 622300 w 1301750"/>
              <a:gd name="connsiteY61" fmla="*/ 596900 h 860425"/>
              <a:gd name="connsiteX62" fmla="*/ 647700 w 1301750"/>
              <a:gd name="connsiteY62" fmla="*/ 593725 h 860425"/>
              <a:gd name="connsiteX63" fmla="*/ 692150 w 1301750"/>
              <a:gd name="connsiteY63" fmla="*/ 596900 h 860425"/>
              <a:gd name="connsiteX64" fmla="*/ 701675 w 1301750"/>
              <a:gd name="connsiteY64" fmla="*/ 600075 h 860425"/>
              <a:gd name="connsiteX65" fmla="*/ 714375 w 1301750"/>
              <a:gd name="connsiteY65" fmla="*/ 603250 h 860425"/>
              <a:gd name="connsiteX66" fmla="*/ 733425 w 1301750"/>
              <a:gd name="connsiteY66" fmla="*/ 609600 h 860425"/>
              <a:gd name="connsiteX67" fmla="*/ 752475 w 1301750"/>
              <a:gd name="connsiteY67" fmla="*/ 612775 h 860425"/>
              <a:gd name="connsiteX68" fmla="*/ 771525 w 1301750"/>
              <a:gd name="connsiteY68" fmla="*/ 619125 h 860425"/>
              <a:gd name="connsiteX69" fmla="*/ 781050 w 1301750"/>
              <a:gd name="connsiteY69" fmla="*/ 622300 h 860425"/>
              <a:gd name="connsiteX70" fmla="*/ 835025 w 1301750"/>
              <a:gd name="connsiteY70" fmla="*/ 628650 h 860425"/>
              <a:gd name="connsiteX71" fmla="*/ 882650 w 1301750"/>
              <a:gd name="connsiteY71" fmla="*/ 628650 h 860425"/>
              <a:gd name="connsiteX72" fmla="*/ 901700 w 1301750"/>
              <a:gd name="connsiteY72" fmla="*/ 622300 h 860425"/>
              <a:gd name="connsiteX73" fmla="*/ 923925 w 1301750"/>
              <a:gd name="connsiteY73" fmla="*/ 619125 h 860425"/>
              <a:gd name="connsiteX74" fmla="*/ 949325 w 1301750"/>
              <a:gd name="connsiteY74" fmla="*/ 622300 h 860425"/>
              <a:gd name="connsiteX75" fmla="*/ 968375 w 1301750"/>
              <a:gd name="connsiteY75" fmla="*/ 635000 h 860425"/>
              <a:gd name="connsiteX76" fmla="*/ 977900 w 1301750"/>
              <a:gd name="connsiteY76" fmla="*/ 641350 h 860425"/>
              <a:gd name="connsiteX77" fmla="*/ 996950 w 1301750"/>
              <a:gd name="connsiteY77" fmla="*/ 647700 h 860425"/>
              <a:gd name="connsiteX78" fmla="*/ 1006475 w 1301750"/>
              <a:gd name="connsiteY78" fmla="*/ 679450 h 860425"/>
              <a:gd name="connsiteX79" fmla="*/ 1016000 w 1301750"/>
              <a:gd name="connsiteY79" fmla="*/ 685800 h 860425"/>
              <a:gd name="connsiteX80" fmla="*/ 1031875 w 1301750"/>
              <a:gd name="connsiteY80" fmla="*/ 701675 h 860425"/>
              <a:gd name="connsiteX81" fmla="*/ 1038225 w 1301750"/>
              <a:gd name="connsiteY81" fmla="*/ 711200 h 860425"/>
              <a:gd name="connsiteX82" fmla="*/ 1057275 w 1301750"/>
              <a:gd name="connsiteY82" fmla="*/ 727075 h 860425"/>
              <a:gd name="connsiteX83" fmla="*/ 1073150 w 1301750"/>
              <a:gd name="connsiteY83" fmla="*/ 742950 h 860425"/>
              <a:gd name="connsiteX84" fmla="*/ 1082675 w 1301750"/>
              <a:gd name="connsiteY84" fmla="*/ 752475 h 860425"/>
              <a:gd name="connsiteX85" fmla="*/ 1092200 w 1301750"/>
              <a:gd name="connsiteY85" fmla="*/ 755650 h 860425"/>
              <a:gd name="connsiteX86" fmla="*/ 1111250 w 1301750"/>
              <a:gd name="connsiteY86" fmla="*/ 768350 h 860425"/>
              <a:gd name="connsiteX87" fmla="*/ 1139825 w 1301750"/>
              <a:gd name="connsiteY87" fmla="*/ 777875 h 860425"/>
              <a:gd name="connsiteX88" fmla="*/ 1149350 w 1301750"/>
              <a:gd name="connsiteY88" fmla="*/ 781050 h 860425"/>
              <a:gd name="connsiteX89" fmla="*/ 1162050 w 1301750"/>
              <a:gd name="connsiteY89" fmla="*/ 784225 h 860425"/>
              <a:gd name="connsiteX90" fmla="*/ 1181100 w 1301750"/>
              <a:gd name="connsiteY90" fmla="*/ 787400 h 860425"/>
              <a:gd name="connsiteX91" fmla="*/ 1190625 w 1301750"/>
              <a:gd name="connsiteY91" fmla="*/ 790575 h 860425"/>
              <a:gd name="connsiteX92" fmla="*/ 1203325 w 1301750"/>
              <a:gd name="connsiteY92" fmla="*/ 793750 h 860425"/>
              <a:gd name="connsiteX93" fmla="*/ 1231900 w 1301750"/>
              <a:gd name="connsiteY93" fmla="*/ 803275 h 860425"/>
              <a:gd name="connsiteX94" fmla="*/ 1241425 w 1301750"/>
              <a:gd name="connsiteY94" fmla="*/ 806450 h 860425"/>
              <a:gd name="connsiteX95" fmla="*/ 1260475 w 1301750"/>
              <a:gd name="connsiteY95" fmla="*/ 819150 h 860425"/>
              <a:gd name="connsiteX96" fmla="*/ 1270000 w 1301750"/>
              <a:gd name="connsiteY96" fmla="*/ 825500 h 860425"/>
              <a:gd name="connsiteX97" fmla="*/ 1276350 w 1301750"/>
              <a:gd name="connsiteY97" fmla="*/ 835025 h 860425"/>
              <a:gd name="connsiteX98" fmla="*/ 1285875 w 1301750"/>
              <a:gd name="connsiteY98" fmla="*/ 838200 h 860425"/>
              <a:gd name="connsiteX99" fmla="*/ 1298575 w 1301750"/>
              <a:gd name="connsiteY99" fmla="*/ 857250 h 860425"/>
              <a:gd name="connsiteX100" fmla="*/ 1301750 w 1301750"/>
              <a:gd name="connsiteY100" fmla="*/ 86042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301750" h="860425">
                <a:moveTo>
                  <a:pt x="104775" y="0"/>
                </a:moveTo>
                <a:cubicBezTo>
                  <a:pt x="99483" y="2117"/>
                  <a:pt x="93160" y="2564"/>
                  <a:pt x="88900" y="6350"/>
                </a:cubicBezTo>
                <a:cubicBezTo>
                  <a:pt x="83196" y="11420"/>
                  <a:pt x="78613" y="18160"/>
                  <a:pt x="76200" y="25400"/>
                </a:cubicBezTo>
                <a:cubicBezTo>
                  <a:pt x="74108" y="31675"/>
                  <a:pt x="72270" y="39974"/>
                  <a:pt x="66675" y="44450"/>
                </a:cubicBezTo>
                <a:cubicBezTo>
                  <a:pt x="64062" y="46541"/>
                  <a:pt x="60463" y="47152"/>
                  <a:pt x="57150" y="47625"/>
                </a:cubicBezTo>
                <a:cubicBezTo>
                  <a:pt x="45578" y="49278"/>
                  <a:pt x="33867" y="49742"/>
                  <a:pt x="22225" y="50800"/>
                </a:cubicBezTo>
                <a:cubicBezTo>
                  <a:pt x="20108" y="53975"/>
                  <a:pt x="15127" y="56583"/>
                  <a:pt x="15875" y="60325"/>
                </a:cubicBezTo>
                <a:cubicBezTo>
                  <a:pt x="16623" y="64067"/>
                  <a:pt x="22702" y="63977"/>
                  <a:pt x="25400" y="66675"/>
                </a:cubicBezTo>
                <a:cubicBezTo>
                  <a:pt x="31555" y="72830"/>
                  <a:pt x="32343" y="77978"/>
                  <a:pt x="34925" y="85725"/>
                </a:cubicBezTo>
                <a:cubicBezTo>
                  <a:pt x="33867" y="88900"/>
                  <a:pt x="33375" y="92324"/>
                  <a:pt x="31750" y="95250"/>
                </a:cubicBezTo>
                <a:cubicBezTo>
                  <a:pt x="28044" y="101921"/>
                  <a:pt x="21463" y="107060"/>
                  <a:pt x="19050" y="114300"/>
                </a:cubicBezTo>
                <a:cubicBezTo>
                  <a:pt x="9138" y="144036"/>
                  <a:pt x="15509" y="122299"/>
                  <a:pt x="9525" y="149225"/>
                </a:cubicBezTo>
                <a:cubicBezTo>
                  <a:pt x="8578" y="153485"/>
                  <a:pt x="7604" y="157745"/>
                  <a:pt x="6350" y="161925"/>
                </a:cubicBezTo>
                <a:cubicBezTo>
                  <a:pt x="4427" y="168336"/>
                  <a:pt x="0" y="180975"/>
                  <a:pt x="0" y="180975"/>
                </a:cubicBezTo>
                <a:cubicBezTo>
                  <a:pt x="1058" y="201083"/>
                  <a:pt x="776" y="221307"/>
                  <a:pt x="3175" y="241300"/>
                </a:cubicBezTo>
                <a:cubicBezTo>
                  <a:pt x="3972" y="247946"/>
                  <a:pt x="7408" y="254000"/>
                  <a:pt x="9525" y="260350"/>
                </a:cubicBezTo>
                <a:cubicBezTo>
                  <a:pt x="10583" y="263525"/>
                  <a:pt x="10844" y="267090"/>
                  <a:pt x="12700" y="269875"/>
                </a:cubicBezTo>
                <a:cubicBezTo>
                  <a:pt x="14817" y="273050"/>
                  <a:pt x="17500" y="275913"/>
                  <a:pt x="19050" y="279400"/>
                </a:cubicBezTo>
                <a:cubicBezTo>
                  <a:pt x="21768" y="285517"/>
                  <a:pt x="23283" y="292100"/>
                  <a:pt x="25400" y="298450"/>
                </a:cubicBezTo>
                <a:cubicBezTo>
                  <a:pt x="26458" y="301625"/>
                  <a:pt x="26208" y="305608"/>
                  <a:pt x="28575" y="307975"/>
                </a:cubicBezTo>
                <a:cubicBezTo>
                  <a:pt x="35597" y="314997"/>
                  <a:pt x="40030" y="318184"/>
                  <a:pt x="44450" y="327025"/>
                </a:cubicBezTo>
                <a:cubicBezTo>
                  <a:pt x="45947" y="330018"/>
                  <a:pt x="45769" y="333765"/>
                  <a:pt x="47625" y="336550"/>
                </a:cubicBezTo>
                <a:cubicBezTo>
                  <a:pt x="52321" y="343594"/>
                  <a:pt x="70794" y="356973"/>
                  <a:pt x="76200" y="358775"/>
                </a:cubicBezTo>
                <a:cubicBezTo>
                  <a:pt x="79375" y="359833"/>
                  <a:pt x="82732" y="360453"/>
                  <a:pt x="85725" y="361950"/>
                </a:cubicBezTo>
                <a:cubicBezTo>
                  <a:pt x="89138" y="363657"/>
                  <a:pt x="91837" y="366593"/>
                  <a:pt x="95250" y="368300"/>
                </a:cubicBezTo>
                <a:cubicBezTo>
                  <a:pt x="98243" y="369797"/>
                  <a:pt x="101782" y="369978"/>
                  <a:pt x="104775" y="371475"/>
                </a:cubicBezTo>
                <a:cubicBezTo>
                  <a:pt x="129394" y="383785"/>
                  <a:pt x="99884" y="373020"/>
                  <a:pt x="123825" y="381000"/>
                </a:cubicBezTo>
                <a:cubicBezTo>
                  <a:pt x="125942" y="384175"/>
                  <a:pt x="127477" y="387827"/>
                  <a:pt x="130175" y="390525"/>
                </a:cubicBezTo>
                <a:cubicBezTo>
                  <a:pt x="132873" y="393223"/>
                  <a:pt x="137187" y="394003"/>
                  <a:pt x="139700" y="396875"/>
                </a:cubicBezTo>
                <a:cubicBezTo>
                  <a:pt x="144726" y="402618"/>
                  <a:pt x="148167" y="409575"/>
                  <a:pt x="152400" y="415925"/>
                </a:cubicBezTo>
                <a:cubicBezTo>
                  <a:pt x="154517" y="419100"/>
                  <a:pt x="155575" y="423333"/>
                  <a:pt x="158750" y="425450"/>
                </a:cubicBezTo>
                <a:lnTo>
                  <a:pt x="168275" y="431800"/>
                </a:lnTo>
                <a:cubicBezTo>
                  <a:pt x="170392" y="434975"/>
                  <a:pt x="171645" y="438941"/>
                  <a:pt x="174625" y="441325"/>
                </a:cubicBezTo>
                <a:cubicBezTo>
                  <a:pt x="177238" y="443416"/>
                  <a:pt x="181157" y="443003"/>
                  <a:pt x="184150" y="444500"/>
                </a:cubicBezTo>
                <a:cubicBezTo>
                  <a:pt x="187563" y="446207"/>
                  <a:pt x="190500" y="448733"/>
                  <a:pt x="193675" y="450850"/>
                </a:cubicBezTo>
                <a:cubicBezTo>
                  <a:pt x="200632" y="461286"/>
                  <a:pt x="199914" y="458398"/>
                  <a:pt x="203200" y="469900"/>
                </a:cubicBezTo>
                <a:cubicBezTo>
                  <a:pt x="203454" y="470787"/>
                  <a:pt x="207858" y="490010"/>
                  <a:pt x="209550" y="492125"/>
                </a:cubicBezTo>
                <a:cubicBezTo>
                  <a:pt x="211934" y="495105"/>
                  <a:pt x="215900" y="496358"/>
                  <a:pt x="219075" y="498475"/>
                </a:cubicBezTo>
                <a:cubicBezTo>
                  <a:pt x="221192" y="501650"/>
                  <a:pt x="222445" y="505616"/>
                  <a:pt x="225425" y="508000"/>
                </a:cubicBezTo>
                <a:cubicBezTo>
                  <a:pt x="228038" y="510091"/>
                  <a:pt x="231957" y="509678"/>
                  <a:pt x="234950" y="511175"/>
                </a:cubicBezTo>
                <a:cubicBezTo>
                  <a:pt x="238363" y="512882"/>
                  <a:pt x="241300" y="515408"/>
                  <a:pt x="244475" y="517525"/>
                </a:cubicBezTo>
                <a:cubicBezTo>
                  <a:pt x="246592" y="523875"/>
                  <a:pt x="247112" y="531006"/>
                  <a:pt x="250825" y="536575"/>
                </a:cubicBezTo>
                <a:cubicBezTo>
                  <a:pt x="255058" y="542925"/>
                  <a:pt x="257175" y="551392"/>
                  <a:pt x="263525" y="555625"/>
                </a:cubicBezTo>
                <a:cubicBezTo>
                  <a:pt x="266700" y="557742"/>
                  <a:pt x="269563" y="560425"/>
                  <a:pt x="273050" y="561975"/>
                </a:cubicBezTo>
                <a:cubicBezTo>
                  <a:pt x="291811" y="570313"/>
                  <a:pt x="298878" y="569078"/>
                  <a:pt x="320675" y="571500"/>
                </a:cubicBezTo>
                <a:cubicBezTo>
                  <a:pt x="319617" y="576792"/>
                  <a:pt x="319395" y="582322"/>
                  <a:pt x="317500" y="587375"/>
                </a:cubicBezTo>
                <a:cubicBezTo>
                  <a:pt x="316160" y="590948"/>
                  <a:pt x="310402" y="593158"/>
                  <a:pt x="311150" y="596900"/>
                </a:cubicBezTo>
                <a:cubicBezTo>
                  <a:pt x="311898" y="600642"/>
                  <a:pt x="317500" y="601133"/>
                  <a:pt x="320675" y="603250"/>
                </a:cubicBezTo>
                <a:cubicBezTo>
                  <a:pt x="331109" y="599772"/>
                  <a:pt x="336898" y="596192"/>
                  <a:pt x="349250" y="603250"/>
                </a:cubicBezTo>
                <a:cubicBezTo>
                  <a:pt x="352156" y="604910"/>
                  <a:pt x="350058" y="610408"/>
                  <a:pt x="352425" y="612775"/>
                </a:cubicBezTo>
                <a:cubicBezTo>
                  <a:pt x="366157" y="626507"/>
                  <a:pt x="370927" y="625365"/>
                  <a:pt x="387350" y="628650"/>
                </a:cubicBezTo>
                <a:cubicBezTo>
                  <a:pt x="391583" y="635000"/>
                  <a:pt x="393700" y="643467"/>
                  <a:pt x="400050" y="647700"/>
                </a:cubicBezTo>
                <a:lnTo>
                  <a:pt x="419100" y="660400"/>
                </a:lnTo>
                <a:cubicBezTo>
                  <a:pt x="438150" y="659342"/>
                  <a:pt x="457362" y="659923"/>
                  <a:pt x="476250" y="657225"/>
                </a:cubicBezTo>
                <a:cubicBezTo>
                  <a:pt x="497259" y="654224"/>
                  <a:pt x="476938" y="649930"/>
                  <a:pt x="488950" y="641350"/>
                </a:cubicBezTo>
                <a:cubicBezTo>
                  <a:pt x="494397" y="637459"/>
                  <a:pt x="508000" y="635000"/>
                  <a:pt x="508000" y="635000"/>
                </a:cubicBezTo>
                <a:cubicBezTo>
                  <a:pt x="513819" y="635485"/>
                  <a:pt x="553077" y="641899"/>
                  <a:pt x="565150" y="635000"/>
                </a:cubicBezTo>
                <a:cubicBezTo>
                  <a:pt x="568056" y="633340"/>
                  <a:pt x="566828" y="628468"/>
                  <a:pt x="568325" y="625475"/>
                </a:cubicBezTo>
                <a:cubicBezTo>
                  <a:pt x="574070" y="613986"/>
                  <a:pt x="573214" y="616437"/>
                  <a:pt x="584200" y="612775"/>
                </a:cubicBezTo>
                <a:cubicBezTo>
                  <a:pt x="588433" y="613833"/>
                  <a:pt x="592536" y="615950"/>
                  <a:pt x="596900" y="615950"/>
                </a:cubicBezTo>
                <a:cubicBezTo>
                  <a:pt x="609262" y="615950"/>
                  <a:pt x="605461" y="610564"/>
                  <a:pt x="612775" y="603250"/>
                </a:cubicBezTo>
                <a:cubicBezTo>
                  <a:pt x="615473" y="600552"/>
                  <a:pt x="618619" y="597904"/>
                  <a:pt x="622300" y="596900"/>
                </a:cubicBezTo>
                <a:cubicBezTo>
                  <a:pt x="630532" y="594655"/>
                  <a:pt x="639233" y="594783"/>
                  <a:pt x="647700" y="593725"/>
                </a:cubicBezTo>
                <a:cubicBezTo>
                  <a:pt x="662517" y="594783"/>
                  <a:pt x="677397" y="595164"/>
                  <a:pt x="692150" y="596900"/>
                </a:cubicBezTo>
                <a:cubicBezTo>
                  <a:pt x="695474" y="597291"/>
                  <a:pt x="698457" y="599156"/>
                  <a:pt x="701675" y="600075"/>
                </a:cubicBezTo>
                <a:cubicBezTo>
                  <a:pt x="705871" y="601274"/>
                  <a:pt x="710195" y="601996"/>
                  <a:pt x="714375" y="603250"/>
                </a:cubicBezTo>
                <a:cubicBezTo>
                  <a:pt x="720786" y="605173"/>
                  <a:pt x="726823" y="608500"/>
                  <a:pt x="733425" y="609600"/>
                </a:cubicBezTo>
                <a:cubicBezTo>
                  <a:pt x="739775" y="610658"/>
                  <a:pt x="746230" y="611214"/>
                  <a:pt x="752475" y="612775"/>
                </a:cubicBezTo>
                <a:cubicBezTo>
                  <a:pt x="758969" y="614398"/>
                  <a:pt x="765175" y="617008"/>
                  <a:pt x="771525" y="619125"/>
                </a:cubicBezTo>
                <a:cubicBezTo>
                  <a:pt x="774700" y="620183"/>
                  <a:pt x="777749" y="621750"/>
                  <a:pt x="781050" y="622300"/>
                </a:cubicBezTo>
                <a:cubicBezTo>
                  <a:pt x="811631" y="627397"/>
                  <a:pt x="793689" y="624892"/>
                  <a:pt x="835025" y="628650"/>
                </a:cubicBezTo>
                <a:cubicBezTo>
                  <a:pt x="854826" y="635250"/>
                  <a:pt x="848121" y="634405"/>
                  <a:pt x="882650" y="628650"/>
                </a:cubicBezTo>
                <a:cubicBezTo>
                  <a:pt x="889252" y="627550"/>
                  <a:pt x="895074" y="623247"/>
                  <a:pt x="901700" y="622300"/>
                </a:cubicBezTo>
                <a:lnTo>
                  <a:pt x="923925" y="619125"/>
                </a:lnTo>
                <a:cubicBezTo>
                  <a:pt x="955725" y="608525"/>
                  <a:pt x="934057" y="608941"/>
                  <a:pt x="949325" y="622300"/>
                </a:cubicBezTo>
                <a:cubicBezTo>
                  <a:pt x="955068" y="627326"/>
                  <a:pt x="962025" y="630767"/>
                  <a:pt x="968375" y="635000"/>
                </a:cubicBezTo>
                <a:cubicBezTo>
                  <a:pt x="971550" y="637117"/>
                  <a:pt x="974280" y="640143"/>
                  <a:pt x="977900" y="641350"/>
                </a:cubicBezTo>
                <a:lnTo>
                  <a:pt x="996950" y="647700"/>
                </a:lnTo>
                <a:cubicBezTo>
                  <a:pt x="998221" y="652784"/>
                  <a:pt x="1004156" y="677904"/>
                  <a:pt x="1006475" y="679450"/>
                </a:cubicBezTo>
                <a:lnTo>
                  <a:pt x="1016000" y="685800"/>
                </a:lnTo>
                <a:cubicBezTo>
                  <a:pt x="1032933" y="711200"/>
                  <a:pt x="1010708" y="680508"/>
                  <a:pt x="1031875" y="701675"/>
                </a:cubicBezTo>
                <a:cubicBezTo>
                  <a:pt x="1034573" y="704373"/>
                  <a:pt x="1035782" y="708269"/>
                  <a:pt x="1038225" y="711200"/>
                </a:cubicBezTo>
                <a:cubicBezTo>
                  <a:pt x="1045865" y="720367"/>
                  <a:pt x="1047909" y="720831"/>
                  <a:pt x="1057275" y="727075"/>
                </a:cubicBezTo>
                <a:cubicBezTo>
                  <a:pt x="1068917" y="744538"/>
                  <a:pt x="1057275" y="729721"/>
                  <a:pt x="1073150" y="742950"/>
                </a:cubicBezTo>
                <a:cubicBezTo>
                  <a:pt x="1076599" y="745825"/>
                  <a:pt x="1078939" y="749984"/>
                  <a:pt x="1082675" y="752475"/>
                </a:cubicBezTo>
                <a:cubicBezTo>
                  <a:pt x="1085460" y="754331"/>
                  <a:pt x="1089274" y="754025"/>
                  <a:pt x="1092200" y="755650"/>
                </a:cubicBezTo>
                <a:cubicBezTo>
                  <a:pt x="1098871" y="759356"/>
                  <a:pt x="1104010" y="765937"/>
                  <a:pt x="1111250" y="768350"/>
                </a:cubicBezTo>
                <a:lnTo>
                  <a:pt x="1139825" y="777875"/>
                </a:lnTo>
                <a:cubicBezTo>
                  <a:pt x="1143000" y="778933"/>
                  <a:pt x="1146103" y="780238"/>
                  <a:pt x="1149350" y="781050"/>
                </a:cubicBezTo>
                <a:cubicBezTo>
                  <a:pt x="1153583" y="782108"/>
                  <a:pt x="1157771" y="783369"/>
                  <a:pt x="1162050" y="784225"/>
                </a:cubicBezTo>
                <a:cubicBezTo>
                  <a:pt x="1168363" y="785488"/>
                  <a:pt x="1174816" y="786003"/>
                  <a:pt x="1181100" y="787400"/>
                </a:cubicBezTo>
                <a:cubicBezTo>
                  <a:pt x="1184367" y="788126"/>
                  <a:pt x="1187407" y="789656"/>
                  <a:pt x="1190625" y="790575"/>
                </a:cubicBezTo>
                <a:cubicBezTo>
                  <a:pt x="1194821" y="791774"/>
                  <a:pt x="1199145" y="792496"/>
                  <a:pt x="1203325" y="793750"/>
                </a:cubicBezTo>
                <a:lnTo>
                  <a:pt x="1231900" y="803275"/>
                </a:lnTo>
                <a:cubicBezTo>
                  <a:pt x="1235075" y="804333"/>
                  <a:pt x="1238640" y="804594"/>
                  <a:pt x="1241425" y="806450"/>
                </a:cubicBezTo>
                <a:lnTo>
                  <a:pt x="1260475" y="819150"/>
                </a:lnTo>
                <a:lnTo>
                  <a:pt x="1270000" y="825500"/>
                </a:lnTo>
                <a:cubicBezTo>
                  <a:pt x="1272117" y="828675"/>
                  <a:pt x="1273370" y="832641"/>
                  <a:pt x="1276350" y="835025"/>
                </a:cubicBezTo>
                <a:cubicBezTo>
                  <a:pt x="1278963" y="837116"/>
                  <a:pt x="1283508" y="835833"/>
                  <a:pt x="1285875" y="838200"/>
                </a:cubicBezTo>
                <a:cubicBezTo>
                  <a:pt x="1291271" y="843596"/>
                  <a:pt x="1293179" y="851854"/>
                  <a:pt x="1298575" y="857250"/>
                </a:cubicBezTo>
                <a:lnTo>
                  <a:pt x="1301750" y="860425"/>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2A5AB2F-2866-184F-8F8A-A4121EB51430}"/>
              </a:ext>
            </a:extLst>
          </p:cNvPr>
          <p:cNvSpPr txBox="1"/>
          <p:nvPr/>
        </p:nvSpPr>
        <p:spPr>
          <a:xfrm rot="219902">
            <a:off x="5032257" y="3886479"/>
            <a:ext cx="1371601" cy="246221"/>
          </a:xfrm>
          <a:prstGeom prst="rect">
            <a:avLst/>
          </a:prstGeom>
          <a:noFill/>
        </p:spPr>
        <p:txBody>
          <a:bodyPr wrap="square" rtlCol="0">
            <a:spAutoFit/>
          </a:bodyPr>
          <a:lstStyle/>
          <a:p>
            <a:pPr algn="ctr"/>
            <a:r>
              <a:rPr lang="en-US" sz="1000" b="1" dirty="0">
                <a:solidFill>
                  <a:srgbClr val="0304B4"/>
                </a:solidFill>
                <a:latin typeface="Century Gothic" panose="020B0502020202020204" pitchFamily="34" charset="0"/>
              </a:rPr>
              <a:t>Ganges River</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a:off x="1612900" y="3426619"/>
            <a:ext cx="4720615" cy="190477"/>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18" name="Freeform 17">
            <a:extLst>
              <a:ext uri="{FF2B5EF4-FFF2-40B4-BE49-F238E27FC236}">
                <a16:creationId xmlns:a16="http://schemas.microsoft.com/office/drawing/2014/main" id="{5AA7BC3F-22CC-E947-A935-22C2FC83DCD8}"/>
              </a:ext>
            </a:extLst>
          </p:cNvPr>
          <p:cNvSpPr/>
          <p:nvPr/>
        </p:nvSpPr>
        <p:spPr>
          <a:xfrm>
            <a:off x="5521325" y="3311525"/>
            <a:ext cx="1320800" cy="768350"/>
          </a:xfrm>
          <a:custGeom>
            <a:avLst/>
            <a:gdLst>
              <a:gd name="connsiteX0" fmla="*/ 806450 w 1320800"/>
              <a:gd name="connsiteY0" fmla="*/ 768350 h 768350"/>
              <a:gd name="connsiteX1" fmla="*/ 790575 w 1320800"/>
              <a:gd name="connsiteY1" fmla="*/ 765175 h 768350"/>
              <a:gd name="connsiteX2" fmla="*/ 787400 w 1320800"/>
              <a:gd name="connsiteY2" fmla="*/ 742950 h 768350"/>
              <a:gd name="connsiteX3" fmla="*/ 781050 w 1320800"/>
              <a:gd name="connsiteY3" fmla="*/ 720725 h 768350"/>
              <a:gd name="connsiteX4" fmla="*/ 774700 w 1320800"/>
              <a:gd name="connsiteY4" fmla="*/ 695325 h 768350"/>
              <a:gd name="connsiteX5" fmla="*/ 768350 w 1320800"/>
              <a:gd name="connsiteY5" fmla="*/ 685800 h 768350"/>
              <a:gd name="connsiteX6" fmla="*/ 755650 w 1320800"/>
              <a:gd name="connsiteY6" fmla="*/ 641350 h 768350"/>
              <a:gd name="connsiteX7" fmla="*/ 752475 w 1320800"/>
              <a:gd name="connsiteY7" fmla="*/ 631825 h 768350"/>
              <a:gd name="connsiteX8" fmla="*/ 749300 w 1320800"/>
              <a:gd name="connsiteY8" fmla="*/ 603250 h 768350"/>
              <a:gd name="connsiteX9" fmla="*/ 746125 w 1320800"/>
              <a:gd name="connsiteY9" fmla="*/ 593725 h 768350"/>
              <a:gd name="connsiteX10" fmla="*/ 736600 w 1320800"/>
              <a:gd name="connsiteY10" fmla="*/ 587375 h 768350"/>
              <a:gd name="connsiteX11" fmla="*/ 739775 w 1320800"/>
              <a:gd name="connsiteY11" fmla="*/ 558800 h 768350"/>
              <a:gd name="connsiteX12" fmla="*/ 752475 w 1320800"/>
              <a:gd name="connsiteY12" fmla="*/ 520700 h 768350"/>
              <a:gd name="connsiteX13" fmla="*/ 755650 w 1320800"/>
              <a:gd name="connsiteY13" fmla="*/ 511175 h 768350"/>
              <a:gd name="connsiteX14" fmla="*/ 765175 w 1320800"/>
              <a:gd name="connsiteY14" fmla="*/ 504825 h 768350"/>
              <a:gd name="connsiteX15" fmla="*/ 781050 w 1320800"/>
              <a:gd name="connsiteY15" fmla="*/ 492125 h 768350"/>
              <a:gd name="connsiteX16" fmla="*/ 784225 w 1320800"/>
              <a:gd name="connsiteY16" fmla="*/ 482600 h 768350"/>
              <a:gd name="connsiteX17" fmla="*/ 793750 w 1320800"/>
              <a:gd name="connsiteY17" fmla="*/ 479425 h 768350"/>
              <a:gd name="connsiteX18" fmla="*/ 857250 w 1320800"/>
              <a:gd name="connsiteY18" fmla="*/ 476250 h 768350"/>
              <a:gd name="connsiteX19" fmla="*/ 866775 w 1320800"/>
              <a:gd name="connsiteY19" fmla="*/ 473075 h 768350"/>
              <a:gd name="connsiteX20" fmla="*/ 876300 w 1320800"/>
              <a:gd name="connsiteY20" fmla="*/ 466725 h 768350"/>
              <a:gd name="connsiteX21" fmla="*/ 942975 w 1320800"/>
              <a:gd name="connsiteY21" fmla="*/ 463550 h 768350"/>
              <a:gd name="connsiteX22" fmla="*/ 949325 w 1320800"/>
              <a:gd name="connsiteY22" fmla="*/ 454025 h 768350"/>
              <a:gd name="connsiteX23" fmla="*/ 977900 w 1320800"/>
              <a:gd name="connsiteY23" fmla="*/ 438150 h 768350"/>
              <a:gd name="connsiteX24" fmla="*/ 993775 w 1320800"/>
              <a:gd name="connsiteY24" fmla="*/ 425450 h 768350"/>
              <a:gd name="connsiteX25" fmla="*/ 1012825 w 1320800"/>
              <a:gd name="connsiteY25" fmla="*/ 412750 h 768350"/>
              <a:gd name="connsiteX26" fmla="*/ 1022350 w 1320800"/>
              <a:gd name="connsiteY26" fmla="*/ 406400 h 768350"/>
              <a:gd name="connsiteX27" fmla="*/ 1050925 w 1320800"/>
              <a:gd name="connsiteY27" fmla="*/ 396875 h 768350"/>
              <a:gd name="connsiteX28" fmla="*/ 1069975 w 1320800"/>
              <a:gd name="connsiteY28" fmla="*/ 387350 h 768350"/>
              <a:gd name="connsiteX29" fmla="*/ 1089025 w 1320800"/>
              <a:gd name="connsiteY29" fmla="*/ 381000 h 768350"/>
              <a:gd name="connsiteX30" fmla="*/ 1098550 w 1320800"/>
              <a:gd name="connsiteY30" fmla="*/ 377825 h 768350"/>
              <a:gd name="connsiteX31" fmla="*/ 1108075 w 1320800"/>
              <a:gd name="connsiteY31" fmla="*/ 371475 h 768350"/>
              <a:gd name="connsiteX32" fmla="*/ 1120775 w 1320800"/>
              <a:gd name="connsiteY32" fmla="*/ 368300 h 768350"/>
              <a:gd name="connsiteX33" fmla="*/ 1149350 w 1320800"/>
              <a:gd name="connsiteY33" fmla="*/ 358775 h 768350"/>
              <a:gd name="connsiteX34" fmla="*/ 1158875 w 1320800"/>
              <a:gd name="connsiteY34" fmla="*/ 355600 h 768350"/>
              <a:gd name="connsiteX35" fmla="*/ 1168400 w 1320800"/>
              <a:gd name="connsiteY35" fmla="*/ 352425 h 768350"/>
              <a:gd name="connsiteX36" fmla="*/ 1177925 w 1320800"/>
              <a:gd name="connsiteY36" fmla="*/ 346075 h 768350"/>
              <a:gd name="connsiteX37" fmla="*/ 1187450 w 1320800"/>
              <a:gd name="connsiteY37" fmla="*/ 327025 h 768350"/>
              <a:gd name="connsiteX38" fmla="*/ 1196975 w 1320800"/>
              <a:gd name="connsiteY38" fmla="*/ 317500 h 768350"/>
              <a:gd name="connsiteX39" fmla="*/ 1209675 w 1320800"/>
              <a:gd name="connsiteY39" fmla="*/ 298450 h 768350"/>
              <a:gd name="connsiteX40" fmla="*/ 1212850 w 1320800"/>
              <a:gd name="connsiteY40" fmla="*/ 288925 h 768350"/>
              <a:gd name="connsiteX41" fmla="*/ 1244600 w 1320800"/>
              <a:gd name="connsiteY41" fmla="*/ 257175 h 768350"/>
              <a:gd name="connsiteX42" fmla="*/ 1263650 w 1320800"/>
              <a:gd name="connsiteY42" fmla="*/ 247650 h 768350"/>
              <a:gd name="connsiteX43" fmla="*/ 1273175 w 1320800"/>
              <a:gd name="connsiteY43" fmla="*/ 244475 h 768350"/>
              <a:gd name="connsiteX44" fmla="*/ 1282700 w 1320800"/>
              <a:gd name="connsiteY44" fmla="*/ 238125 h 768350"/>
              <a:gd name="connsiteX45" fmla="*/ 1301750 w 1320800"/>
              <a:gd name="connsiteY45" fmla="*/ 231775 h 768350"/>
              <a:gd name="connsiteX46" fmla="*/ 1308100 w 1320800"/>
              <a:gd name="connsiteY46" fmla="*/ 222250 h 768350"/>
              <a:gd name="connsiteX47" fmla="*/ 1317625 w 1320800"/>
              <a:gd name="connsiteY47" fmla="*/ 215900 h 768350"/>
              <a:gd name="connsiteX48" fmla="*/ 1320800 w 1320800"/>
              <a:gd name="connsiteY48" fmla="*/ 206375 h 768350"/>
              <a:gd name="connsiteX49" fmla="*/ 1317625 w 1320800"/>
              <a:gd name="connsiteY49" fmla="*/ 190500 h 768350"/>
              <a:gd name="connsiteX50" fmla="*/ 1298575 w 1320800"/>
              <a:gd name="connsiteY50" fmla="*/ 177800 h 768350"/>
              <a:gd name="connsiteX51" fmla="*/ 1289050 w 1320800"/>
              <a:gd name="connsiteY51" fmla="*/ 171450 h 768350"/>
              <a:gd name="connsiteX52" fmla="*/ 1270000 w 1320800"/>
              <a:gd name="connsiteY52" fmla="*/ 165100 h 768350"/>
              <a:gd name="connsiteX53" fmla="*/ 1250950 w 1320800"/>
              <a:gd name="connsiteY53" fmla="*/ 152400 h 768350"/>
              <a:gd name="connsiteX54" fmla="*/ 1247775 w 1320800"/>
              <a:gd name="connsiteY54" fmla="*/ 142875 h 768350"/>
              <a:gd name="connsiteX55" fmla="*/ 1241425 w 1320800"/>
              <a:gd name="connsiteY55" fmla="*/ 133350 h 768350"/>
              <a:gd name="connsiteX56" fmla="*/ 1238250 w 1320800"/>
              <a:gd name="connsiteY56" fmla="*/ 120650 h 768350"/>
              <a:gd name="connsiteX57" fmla="*/ 1241425 w 1320800"/>
              <a:gd name="connsiteY57" fmla="*/ 92075 h 768350"/>
              <a:gd name="connsiteX58" fmla="*/ 1244600 w 1320800"/>
              <a:gd name="connsiteY58" fmla="*/ 82550 h 768350"/>
              <a:gd name="connsiteX59" fmla="*/ 1263650 w 1320800"/>
              <a:gd name="connsiteY59" fmla="*/ 76200 h 768350"/>
              <a:gd name="connsiteX60" fmla="*/ 1266825 w 1320800"/>
              <a:gd name="connsiteY60" fmla="*/ 66675 h 768350"/>
              <a:gd name="connsiteX61" fmla="*/ 1279525 w 1320800"/>
              <a:gd name="connsiteY61" fmla="*/ 47625 h 768350"/>
              <a:gd name="connsiteX62" fmla="*/ 1282700 w 1320800"/>
              <a:gd name="connsiteY62" fmla="*/ 38100 h 768350"/>
              <a:gd name="connsiteX63" fmla="*/ 1257300 w 1320800"/>
              <a:gd name="connsiteY63" fmla="*/ 6350 h 768350"/>
              <a:gd name="connsiteX64" fmla="*/ 1238250 w 1320800"/>
              <a:gd name="connsiteY64" fmla="*/ 0 h 768350"/>
              <a:gd name="connsiteX65" fmla="*/ 1212850 w 1320800"/>
              <a:gd name="connsiteY65" fmla="*/ 3175 h 768350"/>
              <a:gd name="connsiteX66" fmla="*/ 1206500 w 1320800"/>
              <a:gd name="connsiteY66" fmla="*/ 12700 h 768350"/>
              <a:gd name="connsiteX67" fmla="*/ 1196975 w 1320800"/>
              <a:gd name="connsiteY67" fmla="*/ 22225 h 768350"/>
              <a:gd name="connsiteX68" fmla="*/ 1181100 w 1320800"/>
              <a:gd name="connsiteY68" fmla="*/ 47625 h 768350"/>
              <a:gd name="connsiteX69" fmla="*/ 1155700 w 1320800"/>
              <a:gd name="connsiteY69" fmla="*/ 69850 h 768350"/>
              <a:gd name="connsiteX70" fmla="*/ 1146175 w 1320800"/>
              <a:gd name="connsiteY70" fmla="*/ 76200 h 768350"/>
              <a:gd name="connsiteX71" fmla="*/ 1136650 w 1320800"/>
              <a:gd name="connsiteY71" fmla="*/ 82550 h 768350"/>
              <a:gd name="connsiteX72" fmla="*/ 1117600 w 1320800"/>
              <a:gd name="connsiteY72" fmla="*/ 88900 h 768350"/>
              <a:gd name="connsiteX73" fmla="*/ 1035050 w 1320800"/>
              <a:gd name="connsiteY73" fmla="*/ 95250 h 768350"/>
              <a:gd name="connsiteX74" fmla="*/ 1000125 w 1320800"/>
              <a:gd name="connsiteY74" fmla="*/ 101600 h 768350"/>
              <a:gd name="connsiteX75" fmla="*/ 971550 w 1320800"/>
              <a:gd name="connsiteY75" fmla="*/ 107950 h 768350"/>
              <a:gd name="connsiteX76" fmla="*/ 952500 w 1320800"/>
              <a:gd name="connsiteY76" fmla="*/ 111125 h 768350"/>
              <a:gd name="connsiteX77" fmla="*/ 901700 w 1320800"/>
              <a:gd name="connsiteY77" fmla="*/ 120650 h 768350"/>
              <a:gd name="connsiteX78" fmla="*/ 863600 w 1320800"/>
              <a:gd name="connsiteY78" fmla="*/ 123825 h 768350"/>
              <a:gd name="connsiteX79" fmla="*/ 793750 w 1320800"/>
              <a:gd name="connsiteY79" fmla="*/ 123825 h 768350"/>
              <a:gd name="connsiteX80" fmla="*/ 784225 w 1320800"/>
              <a:gd name="connsiteY80" fmla="*/ 127000 h 768350"/>
              <a:gd name="connsiteX81" fmla="*/ 774700 w 1320800"/>
              <a:gd name="connsiteY81" fmla="*/ 133350 h 768350"/>
              <a:gd name="connsiteX82" fmla="*/ 749300 w 1320800"/>
              <a:gd name="connsiteY82" fmla="*/ 127000 h 768350"/>
              <a:gd name="connsiteX83" fmla="*/ 739775 w 1320800"/>
              <a:gd name="connsiteY83" fmla="*/ 120650 h 768350"/>
              <a:gd name="connsiteX84" fmla="*/ 720725 w 1320800"/>
              <a:gd name="connsiteY84" fmla="*/ 114300 h 768350"/>
              <a:gd name="connsiteX85" fmla="*/ 701675 w 1320800"/>
              <a:gd name="connsiteY85" fmla="*/ 117475 h 768350"/>
              <a:gd name="connsiteX86" fmla="*/ 685800 w 1320800"/>
              <a:gd name="connsiteY86" fmla="*/ 120650 h 768350"/>
              <a:gd name="connsiteX87" fmla="*/ 647700 w 1320800"/>
              <a:gd name="connsiteY87" fmla="*/ 123825 h 768350"/>
              <a:gd name="connsiteX88" fmla="*/ 561975 w 1320800"/>
              <a:gd name="connsiteY88" fmla="*/ 117475 h 768350"/>
              <a:gd name="connsiteX89" fmla="*/ 552450 w 1320800"/>
              <a:gd name="connsiteY89" fmla="*/ 114300 h 768350"/>
              <a:gd name="connsiteX90" fmla="*/ 539750 w 1320800"/>
              <a:gd name="connsiteY90" fmla="*/ 117475 h 768350"/>
              <a:gd name="connsiteX91" fmla="*/ 523875 w 1320800"/>
              <a:gd name="connsiteY91" fmla="*/ 133350 h 768350"/>
              <a:gd name="connsiteX92" fmla="*/ 514350 w 1320800"/>
              <a:gd name="connsiteY92" fmla="*/ 152400 h 768350"/>
              <a:gd name="connsiteX93" fmla="*/ 495300 w 1320800"/>
              <a:gd name="connsiteY93" fmla="*/ 158750 h 768350"/>
              <a:gd name="connsiteX94" fmla="*/ 485775 w 1320800"/>
              <a:gd name="connsiteY94" fmla="*/ 161925 h 768350"/>
              <a:gd name="connsiteX95" fmla="*/ 447675 w 1320800"/>
              <a:gd name="connsiteY95" fmla="*/ 158750 h 768350"/>
              <a:gd name="connsiteX96" fmla="*/ 428625 w 1320800"/>
              <a:gd name="connsiteY96" fmla="*/ 152400 h 768350"/>
              <a:gd name="connsiteX97" fmla="*/ 419100 w 1320800"/>
              <a:gd name="connsiteY97" fmla="*/ 149225 h 768350"/>
              <a:gd name="connsiteX98" fmla="*/ 279400 w 1320800"/>
              <a:gd name="connsiteY98" fmla="*/ 155575 h 768350"/>
              <a:gd name="connsiteX99" fmla="*/ 222250 w 1320800"/>
              <a:gd name="connsiteY99" fmla="*/ 152400 h 768350"/>
              <a:gd name="connsiteX100" fmla="*/ 206375 w 1320800"/>
              <a:gd name="connsiteY100" fmla="*/ 136525 h 768350"/>
              <a:gd name="connsiteX101" fmla="*/ 196850 w 1320800"/>
              <a:gd name="connsiteY101" fmla="*/ 130175 h 768350"/>
              <a:gd name="connsiteX102" fmla="*/ 180975 w 1320800"/>
              <a:gd name="connsiteY102" fmla="*/ 117475 h 768350"/>
              <a:gd name="connsiteX103" fmla="*/ 161925 w 1320800"/>
              <a:gd name="connsiteY103" fmla="*/ 104775 h 768350"/>
              <a:gd name="connsiteX104" fmla="*/ 152400 w 1320800"/>
              <a:gd name="connsiteY104" fmla="*/ 98425 h 768350"/>
              <a:gd name="connsiteX105" fmla="*/ 142875 w 1320800"/>
              <a:gd name="connsiteY105" fmla="*/ 95250 h 768350"/>
              <a:gd name="connsiteX106" fmla="*/ 133350 w 1320800"/>
              <a:gd name="connsiteY106" fmla="*/ 88900 h 768350"/>
              <a:gd name="connsiteX107" fmla="*/ 114300 w 1320800"/>
              <a:gd name="connsiteY107" fmla="*/ 82550 h 768350"/>
              <a:gd name="connsiteX108" fmla="*/ 98425 w 1320800"/>
              <a:gd name="connsiteY108" fmla="*/ 66675 h 768350"/>
              <a:gd name="connsiteX109" fmla="*/ 92075 w 1320800"/>
              <a:gd name="connsiteY109" fmla="*/ 57150 h 768350"/>
              <a:gd name="connsiteX110" fmla="*/ 73025 w 1320800"/>
              <a:gd name="connsiteY110" fmla="*/ 50800 h 768350"/>
              <a:gd name="connsiteX111" fmla="*/ 63500 w 1320800"/>
              <a:gd name="connsiteY111" fmla="*/ 47625 h 768350"/>
              <a:gd name="connsiteX112" fmla="*/ 34925 w 1320800"/>
              <a:gd name="connsiteY112" fmla="*/ 41275 h 768350"/>
              <a:gd name="connsiteX113" fmla="*/ 28575 w 1320800"/>
              <a:gd name="connsiteY113" fmla="*/ 22225 h 768350"/>
              <a:gd name="connsiteX114" fmla="*/ 9525 w 1320800"/>
              <a:gd name="connsiteY114" fmla="*/ 9525 h 768350"/>
              <a:gd name="connsiteX115" fmla="*/ 0 w 1320800"/>
              <a:gd name="connsiteY115" fmla="*/ 635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320800" h="768350">
                <a:moveTo>
                  <a:pt x="806450" y="768350"/>
                </a:moveTo>
                <a:cubicBezTo>
                  <a:pt x="801158" y="767292"/>
                  <a:pt x="793813" y="769492"/>
                  <a:pt x="790575" y="765175"/>
                </a:cubicBezTo>
                <a:cubicBezTo>
                  <a:pt x="786085" y="759188"/>
                  <a:pt x="788739" y="750313"/>
                  <a:pt x="787400" y="742950"/>
                </a:cubicBezTo>
                <a:cubicBezTo>
                  <a:pt x="783441" y="721174"/>
                  <a:pt x="785584" y="738860"/>
                  <a:pt x="781050" y="720725"/>
                </a:cubicBezTo>
                <a:cubicBezTo>
                  <a:pt x="779239" y="713479"/>
                  <a:pt x="778329" y="702583"/>
                  <a:pt x="774700" y="695325"/>
                </a:cubicBezTo>
                <a:cubicBezTo>
                  <a:pt x="772993" y="691912"/>
                  <a:pt x="770467" y="688975"/>
                  <a:pt x="768350" y="685800"/>
                </a:cubicBezTo>
                <a:cubicBezTo>
                  <a:pt x="760377" y="653906"/>
                  <a:pt x="764760" y="668679"/>
                  <a:pt x="755650" y="641350"/>
                </a:cubicBezTo>
                <a:lnTo>
                  <a:pt x="752475" y="631825"/>
                </a:lnTo>
                <a:cubicBezTo>
                  <a:pt x="751417" y="622300"/>
                  <a:pt x="750876" y="612703"/>
                  <a:pt x="749300" y="603250"/>
                </a:cubicBezTo>
                <a:cubicBezTo>
                  <a:pt x="748750" y="599949"/>
                  <a:pt x="748216" y="596338"/>
                  <a:pt x="746125" y="593725"/>
                </a:cubicBezTo>
                <a:cubicBezTo>
                  <a:pt x="743741" y="590745"/>
                  <a:pt x="739775" y="589492"/>
                  <a:pt x="736600" y="587375"/>
                </a:cubicBezTo>
                <a:cubicBezTo>
                  <a:pt x="731308" y="571500"/>
                  <a:pt x="732367" y="581025"/>
                  <a:pt x="739775" y="558800"/>
                </a:cubicBezTo>
                <a:lnTo>
                  <a:pt x="752475" y="520700"/>
                </a:lnTo>
                <a:cubicBezTo>
                  <a:pt x="753533" y="517525"/>
                  <a:pt x="752865" y="513031"/>
                  <a:pt x="755650" y="511175"/>
                </a:cubicBezTo>
                <a:lnTo>
                  <a:pt x="765175" y="504825"/>
                </a:lnTo>
                <a:cubicBezTo>
                  <a:pt x="793365" y="462540"/>
                  <a:pt x="750378" y="522797"/>
                  <a:pt x="781050" y="492125"/>
                </a:cubicBezTo>
                <a:cubicBezTo>
                  <a:pt x="783417" y="489758"/>
                  <a:pt x="781858" y="484967"/>
                  <a:pt x="784225" y="482600"/>
                </a:cubicBezTo>
                <a:cubicBezTo>
                  <a:pt x="786592" y="480233"/>
                  <a:pt x="790416" y="479715"/>
                  <a:pt x="793750" y="479425"/>
                </a:cubicBezTo>
                <a:cubicBezTo>
                  <a:pt x="814863" y="477589"/>
                  <a:pt x="836083" y="477308"/>
                  <a:pt x="857250" y="476250"/>
                </a:cubicBezTo>
                <a:cubicBezTo>
                  <a:pt x="860425" y="475192"/>
                  <a:pt x="863782" y="474572"/>
                  <a:pt x="866775" y="473075"/>
                </a:cubicBezTo>
                <a:cubicBezTo>
                  <a:pt x="870188" y="471368"/>
                  <a:pt x="872514" y="467198"/>
                  <a:pt x="876300" y="466725"/>
                </a:cubicBezTo>
                <a:cubicBezTo>
                  <a:pt x="898378" y="463965"/>
                  <a:pt x="920750" y="464608"/>
                  <a:pt x="942975" y="463550"/>
                </a:cubicBezTo>
                <a:cubicBezTo>
                  <a:pt x="945092" y="460375"/>
                  <a:pt x="946453" y="456538"/>
                  <a:pt x="949325" y="454025"/>
                </a:cubicBezTo>
                <a:cubicBezTo>
                  <a:pt x="962762" y="442268"/>
                  <a:pt x="964818" y="442511"/>
                  <a:pt x="977900" y="438150"/>
                </a:cubicBezTo>
                <a:cubicBezTo>
                  <a:pt x="989633" y="420551"/>
                  <a:pt x="977537" y="434471"/>
                  <a:pt x="993775" y="425450"/>
                </a:cubicBezTo>
                <a:cubicBezTo>
                  <a:pt x="1000446" y="421744"/>
                  <a:pt x="1006475" y="416983"/>
                  <a:pt x="1012825" y="412750"/>
                </a:cubicBezTo>
                <a:cubicBezTo>
                  <a:pt x="1016000" y="410633"/>
                  <a:pt x="1018730" y="407607"/>
                  <a:pt x="1022350" y="406400"/>
                </a:cubicBezTo>
                <a:lnTo>
                  <a:pt x="1050925" y="396875"/>
                </a:lnTo>
                <a:cubicBezTo>
                  <a:pt x="1085663" y="385296"/>
                  <a:pt x="1033046" y="403763"/>
                  <a:pt x="1069975" y="387350"/>
                </a:cubicBezTo>
                <a:cubicBezTo>
                  <a:pt x="1076092" y="384632"/>
                  <a:pt x="1082675" y="383117"/>
                  <a:pt x="1089025" y="381000"/>
                </a:cubicBezTo>
                <a:cubicBezTo>
                  <a:pt x="1092200" y="379942"/>
                  <a:pt x="1095765" y="379681"/>
                  <a:pt x="1098550" y="377825"/>
                </a:cubicBezTo>
                <a:cubicBezTo>
                  <a:pt x="1101725" y="375708"/>
                  <a:pt x="1104568" y="372978"/>
                  <a:pt x="1108075" y="371475"/>
                </a:cubicBezTo>
                <a:cubicBezTo>
                  <a:pt x="1112086" y="369756"/>
                  <a:pt x="1116595" y="369554"/>
                  <a:pt x="1120775" y="368300"/>
                </a:cubicBezTo>
                <a:lnTo>
                  <a:pt x="1149350" y="358775"/>
                </a:lnTo>
                <a:lnTo>
                  <a:pt x="1158875" y="355600"/>
                </a:lnTo>
                <a:cubicBezTo>
                  <a:pt x="1162050" y="354542"/>
                  <a:pt x="1165615" y="354281"/>
                  <a:pt x="1168400" y="352425"/>
                </a:cubicBezTo>
                <a:lnTo>
                  <a:pt x="1177925" y="346075"/>
                </a:lnTo>
                <a:cubicBezTo>
                  <a:pt x="1181107" y="336529"/>
                  <a:pt x="1180611" y="335231"/>
                  <a:pt x="1187450" y="327025"/>
                </a:cubicBezTo>
                <a:cubicBezTo>
                  <a:pt x="1190325" y="323576"/>
                  <a:pt x="1194218" y="321044"/>
                  <a:pt x="1196975" y="317500"/>
                </a:cubicBezTo>
                <a:cubicBezTo>
                  <a:pt x="1201660" y="311476"/>
                  <a:pt x="1207262" y="305690"/>
                  <a:pt x="1209675" y="298450"/>
                </a:cubicBezTo>
                <a:cubicBezTo>
                  <a:pt x="1210733" y="295275"/>
                  <a:pt x="1211225" y="291851"/>
                  <a:pt x="1212850" y="288925"/>
                </a:cubicBezTo>
                <a:cubicBezTo>
                  <a:pt x="1220547" y="275070"/>
                  <a:pt x="1228436" y="262563"/>
                  <a:pt x="1244600" y="257175"/>
                </a:cubicBezTo>
                <a:cubicBezTo>
                  <a:pt x="1268541" y="249195"/>
                  <a:pt x="1239031" y="259960"/>
                  <a:pt x="1263650" y="247650"/>
                </a:cubicBezTo>
                <a:cubicBezTo>
                  <a:pt x="1266643" y="246153"/>
                  <a:pt x="1270182" y="245972"/>
                  <a:pt x="1273175" y="244475"/>
                </a:cubicBezTo>
                <a:cubicBezTo>
                  <a:pt x="1276588" y="242768"/>
                  <a:pt x="1279213" y="239675"/>
                  <a:pt x="1282700" y="238125"/>
                </a:cubicBezTo>
                <a:cubicBezTo>
                  <a:pt x="1288817" y="235407"/>
                  <a:pt x="1301750" y="231775"/>
                  <a:pt x="1301750" y="231775"/>
                </a:cubicBezTo>
                <a:cubicBezTo>
                  <a:pt x="1303867" y="228600"/>
                  <a:pt x="1305402" y="224948"/>
                  <a:pt x="1308100" y="222250"/>
                </a:cubicBezTo>
                <a:cubicBezTo>
                  <a:pt x="1310798" y="219552"/>
                  <a:pt x="1315241" y="218880"/>
                  <a:pt x="1317625" y="215900"/>
                </a:cubicBezTo>
                <a:cubicBezTo>
                  <a:pt x="1319716" y="213287"/>
                  <a:pt x="1319742" y="209550"/>
                  <a:pt x="1320800" y="206375"/>
                </a:cubicBezTo>
                <a:cubicBezTo>
                  <a:pt x="1319742" y="201083"/>
                  <a:pt x="1320038" y="195327"/>
                  <a:pt x="1317625" y="190500"/>
                </a:cubicBezTo>
                <a:cubicBezTo>
                  <a:pt x="1311606" y="178463"/>
                  <a:pt x="1307982" y="182504"/>
                  <a:pt x="1298575" y="177800"/>
                </a:cubicBezTo>
                <a:cubicBezTo>
                  <a:pt x="1295162" y="176093"/>
                  <a:pt x="1292537" y="173000"/>
                  <a:pt x="1289050" y="171450"/>
                </a:cubicBezTo>
                <a:cubicBezTo>
                  <a:pt x="1282933" y="168732"/>
                  <a:pt x="1275569" y="168813"/>
                  <a:pt x="1270000" y="165100"/>
                </a:cubicBezTo>
                <a:lnTo>
                  <a:pt x="1250950" y="152400"/>
                </a:lnTo>
                <a:cubicBezTo>
                  <a:pt x="1249892" y="149225"/>
                  <a:pt x="1249272" y="145868"/>
                  <a:pt x="1247775" y="142875"/>
                </a:cubicBezTo>
                <a:cubicBezTo>
                  <a:pt x="1246068" y="139462"/>
                  <a:pt x="1242928" y="136857"/>
                  <a:pt x="1241425" y="133350"/>
                </a:cubicBezTo>
                <a:cubicBezTo>
                  <a:pt x="1239706" y="129339"/>
                  <a:pt x="1239308" y="124883"/>
                  <a:pt x="1238250" y="120650"/>
                </a:cubicBezTo>
                <a:cubicBezTo>
                  <a:pt x="1239308" y="111125"/>
                  <a:pt x="1239849" y="101528"/>
                  <a:pt x="1241425" y="92075"/>
                </a:cubicBezTo>
                <a:cubicBezTo>
                  <a:pt x="1241975" y="88774"/>
                  <a:pt x="1241877" y="84495"/>
                  <a:pt x="1244600" y="82550"/>
                </a:cubicBezTo>
                <a:cubicBezTo>
                  <a:pt x="1250047" y="78659"/>
                  <a:pt x="1263650" y="76200"/>
                  <a:pt x="1263650" y="76200"/>
                </a:cubicBezTo>
                <a:cubicBezTo>
                  <a:pt x="1264708" y="73025"/>
                  <a:pt x="1265200" y="69601"/>
                  <a:pt x="1266825" y="66675"/>
                </a:cubicBezTo>
                <a:cubicBezTo>
                  <a:pt x="1270531" y="60004"/>
                  <a:pt x="1277112" y="54865"/>
                  <a:pt x="1279525" y="47625"/>
                </a:cubicBezTo>
                <a:lnTo>
                  <a:pt x="1282700" y="38100"/>
                </a:lnTo>
                <a:cubicBezTo>
                  <a:pt x="1276636" y="19907"/>
                  <a:pt x="1278842" y="13531"/>
                  <a:pt x="1257300" y="6350"/>
                </a:cubicBezTo>
                <a:lnTo>
                  <a:pt x="1238250" y="0"/>
                </a:lnTo>
                <a:cubicBezTo>
                  <a:pt x="1229783" y="1058"/>
                  <a:pt x="1220772" y="6"/>
                  <a:pt x="1212850" y="3175"/>
                </a:cubicBezTo>
                <a:cubicBezTo>
                  <a:pt x="1209307" y="4592"/>
                  <a:pt x="1208943" y="9769"/>
                  <a:pt x="1206500" y="12700"/>
                </a:cubicBezTo>
                <a:cubicBezTo>
                  <a:pt x="1203625" y="16149"/>
                  <a:pt x="1200150" y="19050"/>
                  <a:pt x="1196975" y="22225"/>
                </a:cubicBezTo>
                <a:cubicBezTo>
                  <a:pt x="1189418" y="44895"/>
                  <a:pt x="1196194" y="37562"/>
                  <a:pt x="1181100" y="47625"/>
                </a:cubicBezTo>
                <a:cubicBezTo>
                  <a:pt x="1170517" y="63500"/>
                  <a:pt x="1177925" y="55033"/>
                  <a:pt x="1155700" y="69850"/>
                </a:cubicBezTo>
                <a:lnTo>
                  <a:pt x="1146175" y="76200"/>
                </a:lnTo>
                <a:cubicBezTo>
                  <a:pt x="1143000" y="78317"/>
                  <a:pt x="1140270" y="81343"/>
                  <a:pt x="1136650" y="82550"/>
                </a:cubicBezTo>
                <a:lnTo>
                  <a:pt x="1117600" y="88900"/>
                </a:lnTo>
                <a:cubicBezTo>
                  <a:pt x="1084961" y="99780"/>
                  <a:pt x="1111419" y="91930"/>
                  <a:pt x="1035050" y="95250"/>
                </a:cubicBezTo>
                <a:cubicBezTo>
                  <a:pt x="995836" y="103093"/>
                  <a:pt x="1044809" y="93476"/>
                  <a:pt x="1000125" y="101600"/>
                </a:cubicBezTo>
                <a:cubicBezTo>
                  <a:pt x="939129" y="112690"/>
                  <a:pt x="1022511" y="97758"/>
                  <a:pt x="971550" y="107950"/>
                </a:cubicBezTo>
                <a:cubicBezTo>
                  <a:pt x="965237" y="109213"/>
                  <a:pt x="958827" y="109939"/>
                  <a:pt x="952500" y="111125"/>
                </a:cubicBezTo>
                <a:cubicBezTo>
                  <a:pt x="944418" y="112640"/>
                  <a:pt x="913514" y="119337"/>
                  <a:pt x="901700" y="120650"/>
                </a:cubicBezTo>
                <a:cubicBezTo>
                  <a:pt x="889034" y="122057"/>
                  <a:pt x="876300" y="122767"/>
                  <a:pt x="863600" y="123825"/>
                </a:cubicBezTo>
                <a:cubicBezTo>
                  <a:pt x="826657" y="120983"/>
                  <a:pt x="826395" y="118384"/>
                  <a:pt x="793750" y="123825"/>
                </a:cubicBezTo>
                <a:cubicBezTo>
                  <a:pt x="790449" y="124375"/>
                  <a:pt x="787218" y="125503"/>
                  <a:pt x="784225" y="127000"/>
                </a:cubicBezTo>
                <a:cubicBezTo>
                  <a:pt x="780812" y="128707"/>
                  <a:pt x="777875" y="131233"/>
                  <a:pt x="774700" y="133350"/>
                </a:cubicBezTo>
                <a:cubicBezTo>
                  <a:pt x="768662" y="132142"/>
                  <a:pt x="755809" y="130254"/>
                  <a:pt x="749300" y="127000"/>
                </a:cubicBezTo>
                <a:cubicBezTo>
                  <a:pt x="745887" y="125293"/>
                  <a:pt x="743262" y="122200"/>
                  <a:pt x="739775" y="120650"/>
                </a:cubicBezTo>
                <a:cubicBezTo>
                  <a:pt x="733658" y="117932"/>
                  <a:pt x="720725" y="114300"/>
                  <a:pt x="720725" y="114300"/>
                </a:cubicBezTo>
                <a:lnTo>
                  <a:pt x="701675" y="117475"/>
                </a:lnTo>
                <a:cubicBezTo>
                  <a:pt x="696366" y="118440"/>
                  <a:pt x="691159" y="120019"/>
                  <a:pt x="685800" y="120650"/>
                </a:cubicBezTo>
                <a:cubicBezTo>
                  <a:pt x="673143" y="122139"/>
                  <a:pt x="660400" y="122767"/>
                  <a:pt x="647700" y="123825"/>
                </a:cubicBezTo>
                <a:cubicBezTo>
                  <a:pt x="619681" y="122491"/>
                  <a:pt x="589928" y="123687"/>
                  <a:pt x="561975" y="117475"/>
                </a:cubicBezTo>
                <a:cubicBezTo>
                  <a:pt x="558708" y="116749"/>
                  <a:pt x="555625" y="115358"/>
                  <a:pt x="552450" y="114300"/>
                </a:cubicBezTo>
                <a:cubicBezTo>
                  <a:pt x="548217" y="115358"/>
                  <a:pt x="543761" y="115756"/>
                  <a:pt x="539750" y="117475"/>
                </a:cubicBezTo>
                <a:cubicBezTo>
                  <a:pt x="531668" y="120939"/>
                  <a:pt x="527723" y="125653"/>
                  <a:pt x="523875" y="133350"/>
                </a:cubicBezTo>
                <a:cubicBezTo>
                  <a:pt x="520887" y="139326"/>
                  <a:pt x="520968" y="148264"/>
                  <a:pt x="514350" y="152400"/>
                </a:cubicBezTo>
                <a:cubicBezTo>
                  <a:pt x="508674" y="155948"/>
                  <a:pt x="501650" y="156633"/>
                  <a:pt x="495300" y="158750"/>
                </a:cubicBezTo>
                <a:lnTo>
                  <a:pt x="485775" y="161925"/>
                </a:lnTo>
                <a:cubicBezTo>
                  <a:pt x="473075" y="160867"/>
                  <a:pt x="460246" y="160845"/>
                  <a:pt x="447675" y="158750"/>
                </a:cubicBezTo>
                <a:cubicBezTo>
                  <a:pt x="441073" y="157650"/>
                  <a:pt x="434975" y="154517"/>
                  <a:pt x="428625" y="152400"/>
                </a:cubicBezTo>
                <a:lnTo>
                  <a:pt x="419100" y="149225"/>
                </a:lnTo>
                <a:lnTo>
                  <a:pt x="279400" y="155575"/>
                </a:lnTo>
                <a:cubicBezTo>
                  <a:pt x="260321" y="155575"/>
                  <a:pt x="241300" y="153458"/>
                  <a:pt x="222250" y="152400"/>
                </a:cubicBezTo>
                <a:cubicBezTo>
                  <a:pt x="196850" y="135467"/>
                  <a:pt x="227542" y="157692"/>
                  <a:pt x="206375" y="136525"/>
                </a:cubicBezTo>
                <a:cubicBezTo>
                  <a:pt x="203677" y="133827"/>
                  <a:pt x="200025" y="132292"/>
                  <a:pt x="196850" y="130175"/>
                </a:cubicBezTo>
                <a:cubicBezTo>
                  <a:pt x="185117" y="112576"/>
                  <a:pt x="197213" y="126496"/>
                  <a:pt x="180975" y="117475"/>
                </a:cubicBezTo>
                <a:cubicBezTo>
                  <a:pt x="174304" y="113769"/>
                  <a:pt x="168275" y="109008"/>
                  <a:pt x="161925" y="104775"/>
                </a:cubicBezTo>
                <a:cubicBezTo>
                  <a:pt x="158750" y="102658"/>
                  <a:pt x="156020" y="99632"/>
                  <a:pt x="152400" y="98425"/>
                </a:cubicBezTo>
                <a:cubicBezTo>
                  <a:pt x="149225" y="97367"/>
                  <a:pt x="145868" y="96747"/>
                  <a:pt x="142875" y="95250"/>
                </a:cubicBezTo>
                <a:cubicBezTo>
                  <a:pt x="139462" y="93543"/>
                  <a:pt x="136837" y="90450"/>
                  <a:pt x="133350" y="88900"/>
                </a:cubicBezTo>
                <a:cubicBezTo>
                  <a:pt x="127233" y="86182"/>
                  <a:pt x="114300" y="82550"/>
                  <a:pt x="114300" y="82550"/>
                </a:cubicBezTo>
                <a:cubicBezTo>
                  <a:pt x="97367" y="57150"/>
                  <a:pt x="119592" y="87842"/>
                  <a:pt x="98425" y="66675"/>
                </a:cubicBezTo>
                <a:cubicBezTo>
                  <a:pt x="95727" y="63977"/>
                  <a:pt x="95311" y="59172"/>
                  <a:pt x="92075" y="57150"/>
                </a:cubicBezTo>
                <a:cubicBezTo>
                  <a:pt x="86399" y="53602"/>
                  <a:pt x="79375" y="52917"/>
                  <a:pt x="73025" y="50800"/>
                </a:cubicBezTo>
                <a:cubicBezTo>
                  <a:pt x="69850" y="49742"/>
                  <a:pt x="66801" y="48175"/>
                  <a:pt x="63500" y="47625"/>
                </a:cubicBezTo>
                <a:cubicBezTo>
                  <a:pt x="41149" y="43900"/>
                  <a:pt x="50557" y="46486"/>
                  <a:pt x="34925" y="41275"/>
                </a:cubicBezTo>
                <a:cubicBezTo>
                  <a:pt x="32808" y="34925"/>
                  <a:pt x="34144" y="25938"/>
                  <a:pt x="28575" y="22225"/>
                </a:cubicBezTo>
                <a:cubicBezTo>
                  <a:pt x="22225" y="17992"/>
                  <a:pt x="16765" y="11938"/>
                  <a:pt x="9525" y="9525"/>
                </a:cubicBezTo>
                <a:lnTo>
                  <a:pt x="0" y="6350"/>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FD1C519-B824-5049-9B8B-44570A85AA06}"/>
              </a:ext>
            </a:extLst>
          </p:cNvPr>
          <p:cNvSpPr txBox="1"/>
          <p:nvPr/>
        </p:nvSpPr>
        <p:spPr>
          <a:xfrm>
            <a:off x="7102955" y="3546635"/>
            <a:ext cx="1371601" cy="461665"/>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Brahmaputra River</a:t>
            </a:r>
          </a:p>
        </p:txBody>
      </p:sp>
      <p:cxnSp>
        <p:nvCxnSpPr>
          <p:cNvPr id="20" name="Straight Arrow Connector 19">
            <a:extLst>
              <a:ext uri="{FF2B5EF4-FFF2-40B4-BE49-F238E27FC236}">
                <a16:creationId xmlns:a16="http://schemas.microsoft.com/office/drawing/2014/main" id="{DAC33027-89D8-E44E-A14F-0AF30378DBB9}"/>
              </a:ext>
            </a:extLst>
          </p:cNvPr>
          <p:cNvCxnSpPr>
            <a:cxnSpLocks/>
          </p:cNvCxnSpPr>
          <p:nvPr/>
        </p:nvCxnSpPr>
        <p:spPr>
          <a:xfrm>
            <a:off x="6610233" y="3706812"/>
            <a:ext cx="7086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16776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5C3C96A8-AA9F-5D45-AFA1-737F6C1D86CD}"/>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0" y="0"/>
            <a:ext cx="9998075" cy="68579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87123"/>
            <a:ext cx="9998074" cy="1097280"/>
          </a:xfrm>
          <a:prstGeom prst="rect">
            <a:avLst/>
          </a:prstGeom>
          <a:solidFill>
            <a:srgbClr val="AA197E">
              <a:alpha val="97255"/>
            </a:srgbClr>
          </a:solidFill>
        </p:spPr>
        <p:txBody>
          <a:bodyPr wrap="square" rtlCol="0" anchor="ctr">
            <a:spAutoFit/>
          </a:bodyPr>
          <a:lstStyle/>
          <a:p>
            <a:r>
              <a:rPr lang="en-US" sz="5200" dirty="0">
                <a:solidFill>
                  <a:schemeClr val="bg1"/>
                </a:solidFill>
                <a:latin typeface="Gill Sans Ultra Bold" panose="020B0A02020104020203" pitchFamily="34" charset="77"/>
                <a:cs typeface="Aharoni" panose="02010803020104030203" pitchFamily="2" charset="-79"/>
              </a:rPr>
              <a:t>BRAHMAPUTRA RIVER:</a:t>
            </a: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285523"/>
            <a:ext cx="9816292" cy="3516732"/>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This river flows for approximately 1,800 miles from its source in the Himalayan Mountains to its confluence with the Ganges River</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This river is very sacred to Hindus and its name means “son of Brahma” in Sanskrit. Brahma is the creator god in Hinduism. </a:t>
            </a:r>
          </a:p>
        </p:txBody>
      </p:sp>
    </p:spTree>
    <p:extLst>
      <p:ext uri="{BB962C8B-B14F-4D97-AF65-F5344CB8AC3E}">
        <p14:creationId xmlns:p14="http://schemas.microsoft.com/office/powerpoint/2010/main" val="151788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962573"/>
            <a:ext cx="6848476" cy="923330"/>
          </a:xfrm>
          <a:prstGeom prst="rect">
            <a:avLst/>
          </a:prstGeom>
          <a:noFill/>
        </p:spPr>
        <p:txBody>
          <a:bodyPr vert="horz" wrap="square" rtlCol="0">
            <a:spAutoFit/>
          </a:bodyPr>
          <a:lstStyle/>
          <a:p>
            <a:pPr algn="ctr"/>
            <a:r>
              <a:rPr lang="en-US" sz="5400" b="1" dirty="0">
                <a:latin typeface="Century Gothic" panose="020B0502020202020204" pitchFamily="34" charset="0"/>
              </a:rPr>
              <a:t>URAL MOUNTAINS</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cxnSp>
        <p:nvCxnSpPr>
          <p:cNvPr id="13" name="Straight Arrow Connector 12">
            <a:extLst>
              <a:ext uri="{FF2B5EF4-FFF2-40B4-BE49-F238E27FC236}">
                <a16:creationId xmlns:a16="http://schemas.microsoft.com/office/drawing/2014/main" id="{A5A3E263-E679-4E49-815F-EE77E2125539}"/>
              </a:ext>
            </a:extLst>
          </p:cNvPr>
          <p:cNvCxnSpPr>
            <a:cxnSpLocks/>
          </p:cNvCxnSpPr>
          <p:nvPr/>
        </p:nvCxnSpPr>
        <p:spPr>
          <a:xfrm flipH="1">
            <a:off x="3538330" y="1560909"/>
            <a:ext cx="171541" cy="728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6B1F29C-7CA6-B849-AD4B-30A8FD8F6555}"/>
              </a:ext>
            </a:extLst>
          </p:cNvPr>
          <p:cNvSpPr txBox="1"/>
          <p:nvPr/>
        </p:nvSpPr>
        <p:spPr>
          <a:xfrm>
            <a:off x="2108812" y="2289855"/>
            <a:ext cx="2791665" cy="338554"/>
          </a:xfrm>
          <a:prstGeom prst="rect">
            <a:avLst/>
          </a:prstGeom>
          <a:noFill/>
        </p:spPr>
        <p:txBody>
          <a:bodyPr wrap="square" rtlCol="0">
            <a:spAutoFit/>
          </a:bodyPr>
          <a:lstStyle/>
          <a:p>
            <a:pPr algn="ctr"/>
            <a:r>
              <a:rPr lang="en-US" sz="1600" b="1" dirty="0">
                <a:solidFill>
                  <a:srgbClr val="0304B4"/>
                </a:solidFill>
                <a:latin typeface="Century Gothic" panose="020B0502020202020204" pitchFamily="34" charset="0"/>
              </a:rPr>
              <a:t>Aral Sea</a:t>
            </a:r>
          </a:p>
        </p:txBody>
      </p:sp>
      <p:sp>
        <p:nvSpPr>
          <p:cNvPr id="2" name="Freeform 1">
            <a:extLst>
              <a:ext uri="{FF2B5EF4-FFF2-40B4-BE49-F238E27FC236}">
                <a16:creationId xmlns:a16="http://schemas.microsoft.com/office/drawing/2014/main" id="{E1A40968-4AEA-0243-A2FB-30B9AEFE61F5}"/>
              </a:ext>
            </a:extLst>
          </p:cNvPr>
          <p:cNvSpPr/>
          <p:nvPr/>
        </p:nvSpPr>
        <p:spPr>
          <a:xfrm>
            <a:off x="4064000" y="2736850"/>
            <a:ext cx="1371600" cy="1273175"/>
          </a:xfrm>
          <a:custGeom>
            <a:avLst/>
            <a:gdLst>
              <a:gd name="connsiteX0" fmla="*/ 0 w 1371600"/>
              <a:gd name="connsiteY0" fmla="*/ 1273175 h 1273175"/>
              <a:gd name="connsiteX1" fmla="*/ 3175 w 1371600"/>
              <a:gd name="connsiteY1" fmla="*/ 1257300 h 1273175"/>
              <a:gd name="connsiteX2" fmla="*/ 12700 w 1371600"/>
              <a:gd name="connsiteY2" fmla="*/ 1250950 h 1273175"/>
              <a:gd name="connsiteX3" fmla="*/ 25400 w 1371600"/>
              <a:gd name="connsiteY3" fmla="*/ 1231900 h 1273175"/>
              <a:gd name="connsiteX4" fmla="*/ 34925 w 1371600"/>
              <a:gd name="connsiteY4" fmla="*/ 1200150 h 1273175"/>
              <a:gd name="connsiteX5" fmla="*/ 38100 w 1371600"/>
              <a:gd name="connsiteY5" fmla="*/ 1190625 h 1273175"/>
              <a:gd name="connsiteX6" fmla="*/ 60325 w 1371600"/>
              <a:gd name="connsiteY6" fmla="*/ 1181100 h 1273175"/>
              <a:gd name="connsiteX7" fmla="*/ 79375 w 1371600"/>
              <a:gd name="connsiteY7" fmla="*/ 1171575 h 1273175"/>
              <a:gd name="connsiteX8" fmla="*/ 79375 w 1371600"/>
              <a:gd name="connsiteY8" fmla="*/ 1130300 h 1273175"/>
              <a:gd name="connsiteX9" fmla="*/ 76200 w 1371600"/>
              <a:gd name="connsiteY9" fmla="*/ 1111250 h 1273175"/>
              <a:gd name="connsiteX10" fmla="*/ 69850 w 1371600"/>
              <a:gd name="connsiteY10" fmla="*/ 1079500 h 1273175"/>
              <a:gd name="connsiteX11" fmla="*/ 66675 w 1371600"/>
              <a:gd name="connsiteY11" fmla="*/ 1041400 h 1273175"/>
              <a:gd name="connsiteX12" fmla="*/ 57150 w 1371600"/>
              <a:gd name="connsiteY12" fmla="*/ 1022350 h 1273175"/>
              <a:gd name="connsiteX13" fmla="*/ 47625 w 1371600"/>
              <a:gd name="connsiteY13" fmla="*/ 990600 h 1273175"/>
              <a:gd name="connsiteX14" fmla="*/ 44450 w 1371600"/>
              <a:gd name="connsiteY14" fmla="*/ 981075 h 1273175"/>
              <a:gd name="connsiteX15" fmla="*/ 47625 w 1371600"/>
              <a:gd name="connsiteY15" fmla="*/ 958850 h 1273175"/>
              <a:gd name="connsiteX16" fmla="*/ 66675 w 1371600"/>
              <a:gd name="connsiteY16" fmla="*/ 946150 h 1273175"/>
              <a:gd name="connsiteX17" fmla="*/ 69850 w 1371600"/>
              <a:gd name="connsiteY17" fmla="*/ 936625 h 1273175"/>
              <a:gd name="connsiteX18" fmla="*/ 82550 w 1371600"/>
              <a:gd name="connsiteY18" fmla="*/ 933450 h 1273175"/>
              <a:gd name="connsiteX19" fmla="*/ 92075 w 1371600"/>
              <a:gd name="connsiteY19" fmla="*/ 927100 h 1273175"/>
              <a:gd name="connsiteX20" fmla="*/ 98425 w 1371600"/>
              <a:gd name="connsiteY20" fmla="*/ 908050 h 1273175"/>
              <a:gd name="connsiteX21" fmla="*/ 101600 w 1371600"/>
              <a:gd name="connsiteY21" fmla="*/ 879475 h 1273175"/>
              <a:gd name="connsiteX22" fmla="*/ 111125 w 1371600"/>
              <a:gd name="connsiteY22" fmla="*/ 869950 h 1273175"/>
              <a:gd name="connsiteX23" fmla="*/ 130175 w 1371600"/>
              <a:gd name="connsiteY23" fmla="*/ 863600 h 1273175"/>
              <a:gd name="connsiteX24" fmla="*/ 165100 w 1371600"/>
              <a:gd name="connsiteY24" fmla="*/ 857250 h 1273175"/>
              <a:gd name="connsiteX25" fmla="*/ 174625 w 1371600"/>
              <a:gd name="connsiteY25" fmla="*/ 850900 h 1273175"/>
              <a:gd name="connsiteX26" fmla="*/ 180975 w 1371600"/>
              <a:gd name="connsiteY26" fmla="*/ 841375 h 1273175"/>
              <a:gd name="connsiteX27" fmla="*/ 200025 w 1371600"/>
              <a:gd name="connsiteY27" fmla="*/ 828675 h 1273175"/>
              <a:gd name="connsiteX28" fmla="*/ 209550 w 1371600"/>
              <a:gd name="connsiteY28" fmla="*/ 822325 h 1273175"/>
              <a:gd name="connsiteX29" fmla="*/ 228600 w 1371600"/>
              <a:gd name="connsiteY29" fmla="*/ 793750 h 1273175"/>
              <a:gd name="connsiteX30" fmla="*/ 234950 w 1371600"/>
              <a:gd name="connsiteY30" fmla="*/ 784225 h 1273175"/>
              <a:gd name="connsiteX31" fmla="*/ 254000 w 1371600"/>
              <a:gd name="connsiteY31" fmla="*/ 777875 h 1273175"/>
              <a:gd name="connsiteX32" fmla="*/ 263525 w 1371600"/>
              <a:gd name="connsiteY32" fmla="*/ 771525 h 1273175"/>
              <a:gd name="connsiteX33" fmla="*/ 273050 w 1371600"/>
              <a:gd name="connsiteY33" fmla="*/ 768350 h 1273175"/>
              <a:gd name="connsiteX34" fmla="*/ 282575 w 1371600"/>
              <a:gd name="connsiteY34" fmla="*/ 762000 h 1273175"/>
              <a:gd name="connsiteX35" fmla="*/ 301625 w 1371600"/>
              <a:gd name="connsiteY35" fmla="*/ 752475 h 1273175"/>
              <a:gd name="connsiteX36" fmla="*/ 314325 w 1371600"/>
              <a:gd name="connsiteY36" fmla="*/ 733425 h 1273175"/>
              <a:gd name="connsiteX37" fmla="*/ 317500 w 1371600"/>
              <a:gd name="connsiteY37" fmla="*/ 720725 h 1273175"/>
              <a:gd name="connsiteX38" fmla="*/ 336550 w 1371600"/>
              <a:gd name="connsiteY38" fmla="*/ 711200 h 1273175"/>
              <a:gd name="connsiteX39" fmla="*/ 349250 w 1371600"/>
              <a:gd name="connsiteY39" fmla="*/ 727075 h 1273175"/>
              <a:gd name="connsiteX40" fmla="*/ 352425 w 1371600"/>
              <a:gd name="connsiteY40" fmla="*/ 717550 h 1273175"/>
              <a:gd name="connsiteX41" fmla="*/ 346075 w 1371600"/>
              <a:gd name="connsiteY41" fmla="*/ 698500 h 1273175"/>
              <a:gd name="connsiteX42" fmla="*/ 349250 w 1371600"/>
              <a:gd name="connsiteY42" fmla="*/ 663575 h 1273175"/>
              <a:gd name="connsiteX43" fmla="*/ 361950 w 1371600"/>
              <a:gd name="connsiteY43" fmla="*/ 635000 h 1273175"/>
              <a:gd name="connsiteX44" fmla="*/ 368300 w 1371600"/>
              <a:gd name="connsiteY44" fmla="*/ 615950 h 1273175"/>
              <a:gd name="connsiteX45" fmla="*/ 371475 w 1371600"/>
              <a:gd name="connsiteY45" fmla="*/ 606425 h 1273175"/>
              <a:gd name="connsiteX46" fmla="*/ 374650 w 1371600"/>
              <a:gd name="connsiteY46" fmla="*/ 596900 h 1273175"/>
              <a:gd name="connsiteX47" fmla="*/ 377825 w 1371600"/>
              <a:gd name="connsiteY47" fmla="*/ 457200 h 1273175"/>
              <a:gd name="connsiteX48" fmla="*/ 381000 w 1371600"/>
              <a:gd name="connsiteY48" fmla="*/ 447675 h 1273175"/>
              <a:gd name="connsiteX49" fmla="*/ 393700 w 1371600"/>
              <a:gd name="connsiteY49" fmla="*/ 428625 h 1273175"/>
              <a:gd name="connsiteX50" fmla="*/ 409575 w 1371600"/>
              <a:gd name="connsiteY50" fmla="*/ 400050 h 1273175"/>
              <a:gd name="connsiteX51" fmla="*/ 419100 w 1371600"/>
              <a:gd name="connsiteY51" fmla="*/ 393700 h 1273175"/>
              <a:gd name="connsiteX52" fmla="*/ 425450 w 1371600"/>
              <a:gd name="connsiteY52" fmla="*/ 374650 h 1273175"/>
              <a:gd name="connsiteX53" fmla="*/ 428625 w 1371600"/>
              <a:gd name="connsiteY53" fmla="*/ 365125 h 1273175"/>
              <a:gd name="connsiteX54" fmla="*/ 431800 w 1371600"/>
              <a:gd name="connsiteY54" fmla="*/ 349250 h 1273175"/>
              <a:gd name="connsiteX55" fmla="*/ 438150 w 1371600"/>
              <a:gd name="connsiteY55" fmla="*/ 311150 h 1273175"/>
              <a:gd name="connsiteX56" fmla="*/ 441325 w 1371600"/>
              <a:gd name="connsiteY56" fmla="*/ 301625 h 1273175"/>
              <a:gd name="connsiteX57" fmla="*/ 450850 w 1371600"/>
              <a:gd name="connsiteY57" fmla="*/ 295275 h 1273175"/>
              <a:gd name="connsiteX58" fmla="*/ 469900 w 1371600"/>
              <a:gd name="connsiteY58" fmla="*/ 279400 h 1273175"/>
              <a:gd name="connsiteX59" fmla="*/ 476250 w 1371600"/>
              <a:gd name="connsiteY59" fmla="*/ 269875 h 1273175"/>
              <a:gd name="connsiteX60" fmla="*/ 485775 w 1371600"/>
              <a:gd name="connsiteY60" fmla="*/ 250825 h 1273175"/>
              <a:gd name="connsiteX61" fmla="*/ 504825 w 1371600"/>
              <a:gd name="connsiteY61" fmla="*/ 238125 h 1273175"/>
              <a:gd name="connsiteX62" fmla="*/ 530225 w 1371600"/>
              <a:gd name="connsiteY62" fmla="*/ 200025 h 1273175"/>
              <a:gd name="connsiteX63" fmla="*/ 536575 w 1371600"/>
              <a:gd name="connsiteY63" fmla="*/ 190500 h 1273175"/>
              <a:gd name="connsiteX64" fmla="*/ 542925 w 1371600"/>
              <a:gd name="connsiteY64" fmla="*/ 180975 h 1273175"/>
              <a:gd name="connsiteX65" fmla="*/ 561975 w 1371600"/>
              <a:gd name="connsiteY65" fmla="*/ 168275 h 1273175"/>
              <a:gd name="connsiteX66" fmla="*/ 574675 w 1371600"/>
              <a:gd name="connsiteY66" fmla="*/ 149225 h 1273175"/>
              <a:gd name="connsiteX67" fmla="*/ 581025 w 1371600"/>
              <a:gd name="connsiteY67" fmla="*/ 82550 h 1273175"/>
              <a:gd name="connsiteX68" fmla="*/ 584200 w 1371600"/>
              <a:gd name="connsiteY68" fmla="*/ 73025 h 1273175"/>
              <a:gd name="connsiteX69" fmla="*/ 612775 w 1371600"/>
              <a:gd name="connsiteY69" fmla="*/ 63500 h 1273175"/>
              <a:gd name="connsiteX70" fmla="*/ 622300 w 1371600"/>
              <a:gd name="connsiteY70" fmla="*/ 60325 h 1273175"/>
              <a:gd name="connsiteX71" fmla="*/ 625475 w 1371600"/>
              <a:gd name="connsiteY71" fmla="*/ 50800 h 1273175"/>
              <a:gd name="connsiteX72" fmla="*/ 657225 w 1371600"/>
              <a:gd name="connsiteY72" fmla="*/ 19050 h 1273175"/>
              <a:gd name="connsiteX73" fmla="*/ 676275 w 1371600"/>
              <a:gd name="connsiteY73" fmla="*/ 12700 h 1273175"/>
              <a:gd name="connsiteX74" fmla="*/ 685800 w 1371600"/>
              <a:gd name="connsiteY74" fmla="*/ 15875 h 1273175"/>
              <a:gd name="connsiteX75" fmla="*/ 701675 w 1371600"/>
              <a:gd name="connsiteY75" fmla="*/ 28575 h 1273175"/>
              <a:gd name="connsiteX76" fmla="*/ 708025 w 1371600"/>
              <a:gd name="connsiteY76" fmla="*/ 38100 h 1273175"/>
              <a:gd name="connsiteX77" fmla="*/ 730250 w 1371600"/>
              <a:gd name="connsiteY77" fmla="*/ 38100 h 1273175"/>
              <a:gd name="connsiteX78" fmla="*/ 736600 w 1371600"/>
              <a:gd name="connsiteY78" fmla="*/ 28575 h 1273175"/>
              <a:gd name="connsiteX79" fmla="*/ 742950 w 1371600"/>
              <a:gd name="connsiteY79" fmla="*/ 9525 h 1273175"/>
              <a:gd name="connsiteX80" fmla="*/ 749300 w 1371600"/>
              <a:gd name="connsiteY80" fmla="*/ 0 h 1273175"/>
              <a:gd name="connsiteX81" fmla="*/ 762000 w 1371600"/>
              <a:gd name="connsiteY81" fmla="*/ 3175 h 1273175"/>
              <a:gd name="connsiteX82" fmla="*/ 781050 w 1371600"/>
              <a:gd name="connsiteY82" fmla="*/ 15875 h 1273175"/>
              <a:gd name="connsiteX83" fmla="*/ 800100 w 1371600"/>
              <a:gd name="connsiteY83" fmla="*/ 22225 h 1273175"/>
              <a:gd name="connsiteX84" fmla="*/ 809625 w 1371600"/>
              <a:gd name="connsiteY84" fmla="*/ 28575 h 1273175"/>
              <a:gd name="connsiteX85" fmla="*/ 825500 w 1371600"/>
              <a:gd name="connsiteY85" fmla="*/ 31750 h 1273175"/>
              <a:gd name="connsiteX86" fmla="*/ 838200 w 1371600"/>
              <a:gd name="connsiteY86" fmla="*/ 34925 h 1273175"/>
              <a:gd name="connsiteX87" fmla="*/ 866775 w 1371600"/>
              <a:gd name="connsiteY87" fmla="*/ 41275 h 1273175"/>
              <a:gd name="connsiteX88" fmla="*/ 873125 w 1371600"/>
              <a:gd name="connsiteY88" fmla="*/ 60325 h 1273175"/>
              <a:gd name="connsiteX89" fmla="*/ 876300 w 1371600"/>
              <a:gd name="connsiteY89" fmla="*/ 69850 h 1273175"/>
              <a:gd name="connsiteX90" fmla="*/ 889000 w 1371600"/>
              <a:gd name="connsiteY90" fmla="*/ 88900 h 1273175"/>
              <a:gd name="connsiteX91" fmla="*/ 895350 w 1371600"/>
              <a:gd name="connsiteY91" fmla="*/ 98425 h 1273175"/>
              <a:gd name="connsiteX92" fmla="*/ 901700 w 1371600"/>
              <a:gd name="connsiteY92" fmla="*/ 117475 h 1273175"/>
              <a:gd name="connsiteX93" fmla="*/ 911225 w 1371600"/>
              <a:gd name="connsiteY93" fmla="*/ 136525 h 1273175"/>
              <a:gd name="connsiteX94" fmla="*/ 920750 w 1371600"/>
              <a:gd name="connsiteY94" fmla="*/ 142875 h 1273175"/>
              <a:gd name="connsiteX95" fmla="*/ 946150 w 1371600"/>
              <a:gd name="connsiteY95" fmla="*/ 165100 h 1273175"/>
              <a:gd name="connsiteX96" fmla="*/ 955675 w 1371600"/>
              <a:gd name="connsiteY96" fmla="*/ 168275 h 1273175"/>
              <a:gd name="connsiteX97" fmla="*/ 974725 w 1371600"/>
              <a:gd name="connsiteY97" fmla="*/ 180975 h 1273175"/>
              <a:gd name="connsiteX98" fmla="*/ 981075 w 1371600"/>
              <a:gd name="connsiteY98" fmla="*/ 190500 h 1273175"/>
              <a:gd name="connsiteX99" fmla="*/ 1000125 w 1371600"/>
              <a:gd name="connsiteY99" fmla="*/ 203200 h 1273175"/>
              <a:gd name="connsiteX100" fmla="*/ 1012825 w 1371600"/>
              <a:gd name="connsiteY100" fmla="*/ 215900 h 1273175"/>
              <a:gd name="connsiteX101" fmla="*/ 1031875 w 1371600"/>
              <a:gd name="connsiteY101" fmla="*/ 228600 h 1273175"/>
              <a:gd name="connsiteX102" fmla="*/ 1050925 w 1371600"/>
              <a:gd name="connsiteY102" fmla="*/ 257175 h 1273175"/>
              <a:gd name="connsiteX103" fmla="*/ 1057275 w 1371600"/>
              <a:gd name="connsiteY103" fmla="*/ 266700 h 1273175"/>
              <a:gd name="connsiteX104" fmla="*/ 1082675 w 1371600"/>
              <a:gd name="connsiteY104" fmla="*/ 288925 h 1273175"/>
              <a:gd name="connsiteX105" fmla="*/ 1120775 w 1371600"/>
              <a:gd name="connsiteY105" fmla="*/ 307975 h 1273175"/>
              <a:gd name="connsiteX106" fmla="*/ 1130300 w 1371600"/>
              <a:gd name="connsiteY106" fmla="*/ 314325 h 1273175"/>
              <a:gd name="connsiteX107" fmla="*/ 1136650 w 1371600"/>
              <a:gd name="connsiteY107" fmla="*/ 323850 h 1273175"/>
              <a:gd name="connsiteX108" fmla="*/ 1146175 w 1371600"/>
              <a:gd name="connsiteY108" fmla="*/ 327025 h 1273175"/>
              <a:gd name="connsiteX109" fmla="*/ 1155700 w 1371600"/>
              <a:gd name="connsiteY109" fmla="*/ 333375 h 1273175"/>
              <a:gd name="connsiteX110" fmla="*/ 1165225 w 1371600"/>
              <a:gd name="connsiteY110" fmla="*/ 336550 h 1273175"/>
              <a:gd name="connsiteX111" fmla="*/ 1193800 w 1371600"/>
              <a:gd name="connsiteY111" fmla="*/ 349250 h 1273175"/>
              <a:gd name="connsiteX112" fmla="*/ 1203325 w 1371600"/>
              <a:gd name="connsiteY112" fmla="*/ 352425 h 1273175"/>
              <a:gd name="connsiteX113" fmla="*/ 1212850 w 1371600"/>
              <a:gd name="connsiteY113" fmla="*/ 355600 h 1273175"/>
              <a:gd name="connsiteX114" fmla="*/ 1231900 w 1371600"/>
              <a:gd name="connsiteY114" fmla="*/ 365125 h 1273175"/>
              <a:gd name="connsiteX115" fmla="*/ 1250950 w 1371600"/>
              <a:gd name="connsiteY115" fmla="*/ 368300 h 1273175"/>
              <a:gd name="connsiteX116" fmla="*/ 1260475 w 1371600"/>
              <a:gd name="connsiteY116" fmla="*/ 371475 h 1273175"/>
              <a:gd name="connsiteX117" fmla="*/ 1279525 w 1371600"/>
              <a:gd name="connsiteY117" fmla="*/ 374650 h 1273175"/>
              <a:gd name="connsiteX118" fmla="*/ 1292225 w 1371600"/>
              <a:gd name="connsiteY118" fmla="*/ 377825 h 1273175"/>
              <a:gd name="connsiteX119" fmla="*/ 1311275 w 1371600"/>
              <a:gd name="connsiteY119" fmla="*/ 384175 h 1273175"/>
              <a:gd name="connsiteX120" fmla="*/ 1330325 w 1371600"/>
              <a:gd name="connsiteY120" fmla="*/ 387350 h 1273175"/>
              <a:gd name="connsiteX121" fmla="*/ 1349375 w 1371600"/>
              <a:gd name="connsiteY121" fmla="*/ 393700 h 1273175"/>
              <a:gd name="connsiteX122" fmla="*/ 1365250 w 1371600"/>
              <a:gd name="connsiteY122" fmla="*/ 422275 h 1273175"/>
              <a:gd name="connsiteX123" fmla="*/ 1371600 w 1371600"/>
              <a:gd name="connsiteY123" fmla="*/ 485775 h 12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371600" h="1273175">
                <a:moveTo>
                  <a:pt x="0" y="1273175"/>
                </a:moveTo>
                <a:cubicBezTo>
                  <a:pt x="1058" y="1267883"/>
                  <a:pt x="498" y="1261985"/>
                  <a:pt x="3175" y="1257300"/>
                </a:cubicBezTo>
                <a:cubicBezTo>
                  <a:pt x="5068" y="1253987"/>
                  <a:pt x="10187" y="1253822"/>
                  <a:pt x="12700" y="1250950"/>
                </a:cubicBezTo>
                <a:cubicBezTo>
                  <a:pt x="17726" y="1245207"/>
                  <a:pt x="22987" y="1239140"/>
                  <a:pt x="25400" y="1231900"/>
                </a:cubicBezTo>
                <a:cubicBezTo>
                  <a:pt x="40490" y="1186629"/>
                  <a:pt x="25328" y="1233739"/>
                  <a:pt x="34925" y="1200150"/>
                </a:cubicBezTo>
                <a:cubicBezTo>
                  <a:pt x="35844" y="1196932"/>
                  <a:pt x="36009" y="1193238"/>
                  <a:pt x="38100" y="1190625"/>
                </a:cubicBezTo>
                <a:cubicBezTo>
                  <a:pt x="43829" y="1183464"/>
                  <a:pt x="52416" y="1183360"/>
                  <a:pt x="60325" y="1181100"/>
                </a:cubicBezTo>
                <a:cubicBezTo>
                  <a:pt x="71827" y="1177814"/>
                  <a:pt x="68939" y="1178532"/>
                  <a:pt x="79375" y="1171575"/>
                </a:cubicBezTo>
                <a:cubicBezTo>
                  <a:pt x="85713" y="1152562"/>
                  <a:pt x="83521" y="1163467"/>
                  <a:pt x="79375" y="1130300"/>
                </a:cubicBezTo>
                <a:cubicBezTo>
                  <a:pt x="78577" y="1123912"/>
                  <a:pt x="77179" y="1117613"/>
                  <a:pt x="76200" y="1111250"/>
                </a:cubicBezTo>
                <a:cubicBezTo>
                  <a:pt x="72031" y="1084148"/>
                  <a:pt x="75625" y="1096824"/>
                  <a:pt x="69850" y="1079500"/>
                </a:cubicBezTo>
                <a:cubicBezTo>
                  <a:pt x="68792" y="1066800"/>
                  <a:pt x="68359" y="1054032"/>
                  <a:pt x="66675" y="1041400"/>
                </a:cubicBezTo>
                <a:cubicBezTo>
                  <a:pt x="65021" y="1028994"/>
                  <a:pt x="62247" y="1033817"/>
                  <a:pt x="57150" y="1022350"/>
                </a:cubicBezTo>
                <a:cubicBezTo>
                  <a:pt x="51114" y="1008769"/>
                  <a:pt x="51319" y="1003530"/>
                  <a:pt x="47625" y="990600"/>
                </a:cubicBezTo>
                <a:cubicBezTo>
                  <a:pt x="46706" y="987382"/>
                  <a:pt x="45508" y="984250"/>
                  <a:pt x="44450" y="981075"/>
                </a:cubicBezTo>
                <a:cubicBezTo>
                  <a:pt x="45508" y="973667"/>
                  <a:pt x="43607" y="965164"/>
                  <a:pt x="47625" y="958850"/>
                </a:cubicBezTo>
                <a:cubicBezTo>
                  <a:pt x="51722" y="952411"/>
                  <a:pt x="66675" y="946150"/>
                  <a:pt x="66675" y="946150"/>
                </a:cubicBezTo>
                <a:cubicBezTo>
                  <a:pt x="67733" y="942975"/>
                  <a:pt x="67237" y="938716"/>
                  <a:pt x="69850" y="936625"/>
                </a:cubicBezTo>
                <a:cubicBezTo>
                  <a:pt x="73257" y="933899"/>
                  <a:pt x="78539" y="935169"/>
                  <a:pt x="82550" y="933450"/>
                </a:cubicBezTo>
                <a:cubicBezTo>
                  <a:pt x="86057" y="931947"/>
                  <a:pt x="88900" y="929217"/>
                  <a:pt x="92075" y="927100"/>
                </a:cubicBezTo>
                <a:cubicBezTo>
                  <a:pt x="94192" y="920750"/>
                  <a:pt x="97686" y="914703"/>
                  <a:pt x="98425" y="908050"/>
                </a:cubicBezTo>
                <a:cubicBezTo>
                  <a:pt x="99483" y="898525"/>
                  <a:pt x="98569" y="888567"/>
                  <a:pt x="101600" y="879475"/>
                </a:cubicBezTo>
                <a:cubicBezTo>
                  <a:pt x="103020" y="875215"/>
                  <a:pt x="107200" y="872131"/>
                  <a:pt x="111125" y="869950"/>
                </a:cubicBezTo>
                <a:cubicBezTo>
                  <a:pt x="116976" y="866699"/>
                  <a:pt x="123611" y="864913"/>
                  <a:pt x="130175" y="863600"/>
                </a:cubicBezTo>
                <a:cubicBezTo>
                  <a:pt x="152363" y="859162"/>
                  <a:pt x="140727" y="861312"/>
                  <a:pt x="165100" y="857250"/>
                </a:cubicBezTo>
                <a:cubicBezTo>
                  <a:pt x="168275" y="855133"/>
                  <a:pt x="171927" y="853598"/>
                  <a:pt x="174625" y="850900"/>
                </a:cubicBezTo>
                <a:cubicBezTo>
                  <a:pt x="177323" y="848202"/>
                  <a:pt x="178103" y="843888"/>
                  <a:pt x="180975" y="841375"/>
                </a:cubicBezTo>
                <a:cubicBezTo>
                  <a:pt x="186718" y="836349"/>
                  <a:pt x="193675" y="832908"/>
                  <a:pt x="200025" y="828675"/>
                </a:cubicBezTo>
                <a:lnTo>
                  <a:pt x="209550" y="822325"/>
                </a:lnTo>
                <a:lnTo>
                  <a:pt x="228600" y="793750"/>
                </a:lnTo>
                <a:cubicBezTo>
                  <a:pt x="230717" y="790575"/>
                  <a:pt x="231330" y="785432"/>
                  <a:pt x="234950" y="784225"/>
                </a:cubicBezTo>
                <a:cubicBezTo>
                  <a:pt x="241300" y="782108"/>
                  <a:pt x="248431" y="781588"/>
                  <a:pt x="254000" y="777875"/>
                </a:cubicBezTo>
                <a:cubicBezTo>
                  <a:pt x="257175" y="775758"/>
                  <a:pt x="260112" y="773232"/>
                  <a:pt x="263525" y="771525"/>
                </a:cubicBezTo>
                <a:cubicBezTo>
                  <a:pt x="266518" y="770028"/>
                  <a:pt x="270057" y="769847"/>
                  <a:pt x="273050" y="768350"/>
                </a:cubicBezTo>
                <a:cubicBezTo>
                  <a:pt x="276463" y="766643"/>
                  <a:pt x="279162" y="763707"/>
                  <a:pt x="282575" y="762000"/>
                </a:cubicBezTo>
                <a:cubicBezTo>
                  <a:pt x="308865" y="748855"/>
                  <a:pt x="274328" y="770673"/>
                  <a:pt x="301625" y="752475"/>
                </a:cubicBezTo>
                <a:cubicBezTo>
                  <a:pt x="305858" y="746125"/>
                  <a:pt x="312474" y="740829"/>
                  <a:pt x="314325" y="733425"/>
                </a:cubicBezTo>
                <a:cubicBezTo>
                  <a:pt x="315383" y="729192"/>
                  <a:pt x="315079" y="724356"/>
                  <a:pt x="317500" y="720725"/>
                </a:cubicBezTo>
                <a:cubicBezTo>
                  <a:pt x="321017" y="715449"/>
                  <a:pt x="331117" y="713011"/>
                  <a:pt x="336550" y="711200"/>
                </a:cubicBezTo>
                <a:cubicBezTo>
                  <a:pt x="337887" y="715210"/>
                  <a:pt x="340412" y="729284"/>
                  <a:pt x="349250" y="727075"/>
                </a:cubicBezTo>
                <a:cubicBezTo>
                  <a:pt x="352497" y="726263"/>
                  <a:pt x="351367" y="720725"/>
                  <a:pt x="352425" y="717550"/>
                </a:cubicBezTo>
                <a:cubicBezTo>
                  <a:pt x="350308" y="711200"/>
                  <a:pt x="345469" y="705166"/>
                  <a:pt x="346075" y="698500"/>
                </a:cubicBezTo>
                <a:cubicBezTo>
                  <a:pt x="347133" y="686858"/>
                  <a:pt x="347219" y="675087"/>
                  <a:pt x="349250" y="663575"/>
                </a:cubicBezTo>
                <a:cubicBezTo>
                  <a:pt x="354783" y="632219"/>
                  <a:pt x="353041" y="655046"/>
                  <a:pt x="361950" y="635000"/>
                </a:cubicBezTo>
                <a:cubicBezTo>
                  <a:pt x="364668" y="628883"/>
                  <a:pt x="366183" y="622300"/>
                  <a:pt x="368300" y="615950"/>
                </a:cubicBezTo>
                <a:lnTo>
                  <a:pt x="371475" y="606425"/>
                </a:lnTo>
                <a:lnTo>
                  <a:pt x="374650" y="596900"/>
                </a:lnTo>
                <a:cubicBezTo>
                  <a:pt x="375708" y="550333"/>
                  <a:pt x="375845" y="503737"/>
                  <a:pt x="377825" y="457200"/>
                </a:cubicBezTo>
                <a:cubicBezTo>
                  <a:pt x="377967" y="453856"/>
                  <a:pt x="379375" y="450601"/>
                  <a:pt x="381000" y="447675"/>
                </a:cubicBezTo>
                <a:cubicBezTo>
                  <a:pt x="384706" y="441004"/>
                  <a:pt x="391287" y="435865"/>
                  <a:pt x="393700" y="428625"/>
                </a:cubicBezTo>
                <a:cubicBezTo>
                  <a:pt x="397009" y="418699"/>
                  <a:pt x="400217" y="406288"/>
                  <a:pt x="409575" y="400050"/>
                </a:cubicBezTo>
                <a:lnTo>
                  <a:pt x="419100" y="393700"/>
                </a:lnTo>
                <a:lnTo>
                  <a:pt x="425450" y="374650"/>
                </a:lnTo>
                <a:cubicBezTo>
                  <a:pt x="426508" y="371475"/>
                  <a:pt x="427969" y="368407"/>
                  <a:pt x="428625" y="365125"/>
                </a:cubicBezTo>
                <a:cubicBezTo>
                  <a:pt x="429683" y="359833"/>
                  <a:pt x="430862" y="354564"/>
                  <a:pt x="431800" y="349250"/>
                </a:cubicBezTo>
                <a:cubicBezTo>
                  <a:pt x="434038" y="336571"/>
                  <a:pt x="434079" y="323364"/>
                  <a:pt x="438150" y="311150"/>
                </a:cubicBezTo>
                <a:cubicBezTo>
                  <a:pt x="439208" y="307975"/>
                  <a:pt x="439234" y="304238"/>
                  <a:pt x="441325" y="301625"/>
                </a:cubicBezTo>
                <a:cubicBezTo>
                  <a:pt x="443709" y="298645"/>
                  <a:pt x="447919" y="297718"/>
                  <a:pt x="450850" y="295275"/>
                </a:cubicBezTo>
                <a:cubicBezTo>
                  <a:pt x="475296" y="274903"/>
                  <a:pt x="446251" y="295166"/>
                  <a:pt x="469900" y="279400"/>
                </a:cubicBezTo>
                <a:cubicBezTo>
                  <a:pt x="472017" y="276225"/>
                  <a:pt x="474543" y="273288"/>
                  <a:pt x="476250" y="269875"/>
                </a:cubicBezTo>
                <a:cubicBezTo>
                  <a:pt x="480528" y="261319"/>
                  <a:pt x="477687" y="257902"/>
                  <a:pt x="485775" y="250825"/>
                </a:cubicBezTo>
                <a:cubicBezTo>
                  <a:pt x="491518" y="245799"/>
                  <a:pt x="504825" y="238125"/>
                  <a:pt x="504825" y="238125"/>
                </a:cubicBezTo>
                <a:lnTo>
                  <a:pt x="530225" y="200025"/>
                </a:lnTo>
                <a:lnTo>
                  <a:pt x="536575" y="190500"/>
                </a:lnTo>
                <a:cubicBezTo>
                  <a:pt x="538692" y="187325"/>
                  <a:pt x="539750" y="183092"/>
                  <a:pt x="542925" y="180975"/>
                </a:cubicBezTo>
                <a:lnTo>
                  <a:pt x="561975" y="168275"/>
                </a:lnTo>
                <a:cubicBezTo>
                  <a:pt x="566208" y="161925"/>
                  <a:pt x="573951" y="156822"/>
                  <a:pt x="574675" y="149225"/>
                </a:cubicBezTo>
                <a:cubicBezTo>
                  <a:pt x="576792" y="127000"/>
                  <a:pt x="573965" y="103730"/>
                  <a:pt x="581025" y="82550"/>
                </a:cubicBezTo>
                <a:cubicBezTo>
                  <a:pt x="582083" y="79375"/>
                  <a:pt x="582109" y="75638"/>
                  <a:pt x="584200" y="73025"/>
                </a:cubicBezTo>
                <a:cubicBezTo>
                  <a:pt x="591366" y="64067"/>
                  <a:pt x="602977" y="65677"/>
                  <a:pt x="612775" y="63500"/>
                </a:cubicBezTo>
                <a:cubicBezTo>
                  <a:pt x="616042" y="62774"/>
                  <a:pt x="619125" y="61383"/>
                  <a:pt x="622300" y="60325"/>
                </a:cubicBezTo>
                <a:cubicBezTo>
                  <a:pt x="623358" y="57150"/>
                  <a:pt x="623850" y="53726"/>
                  <a:pt x="625475" y="50800"/>
                </a:cubicBezTo>
                <a:cubicBezTo>
                  <a:pt x="633172" y="36945"/>
                  <a:pt x="641061" y="24438"/>
                  <a:pt x="657225" y="19050"/>
                </a:cubicBezTo>
                <a:lnTo>
                  <a:pt x="676275" y="12700"/>
                </a:lnTo>
                <a:cubicBezTo>
                  <a:pt x="679450" y="13758"/>
                  <a:pt x="683187" y="13784"/>
                  <a:pt x="685800" y="15875"/>
                </a:cubicBezTo>
                <a:cubicBezTo>
                  <a:pt x="706316" y="32288"/>
                  <a:pt x="677734" y="20595"/>
                  <a:pt x="701675" y="28575"/>
                </a:cubicBezTo>
                <a:cubicBezTo>
                  <a:pt x="703792" y="31750"/>
                  <a:pt x="705045" y="35716"/>
                  <a:pt x="708025" y="38100"/>
                </a:cubicBezTo>
                <a:cubicBezTo>
                  <a:pt x="715616" y="44173"/>
                  <a:pt x="722222" y="40107"/>
                  <a:pt x="730250" y="38100"/>
                </a:cubicBezTo>
                <a:cubicBezTo>
                  <a:pt x="732367" y="34925"/>
                  <a:pt x="735050" y="32062"/>
                  <a:pt x="736600" y="28575"/>
                </a:cubicBezTo>
                <a:cubicBezTo>
                  <a:pt x="739318" y="22458"/>
                  <a:pt x="739237" y="15094"/>
                  <a:pt x="742950" y="9525"/>
                </a:cubicBezTo>
                <a:lnTo>
                  <a:pt x="749300" y="0"/>
                </a:lnTo>
                <a:cubicBezTo>
                  <a:pt x="753533" y="1058"/>
                  <a:pt x="758097" y="1224"/>
                  <a:pt x="762000" y="3175"/>
                </a:cubicBezTo>
                <a:cubicBezTo>
                  <a:pt x="768826" y="6588"/>
                  <a:pt x="773810" y="13462"/>
                  <a:pt x="781050" y="15875"/>
                </a:cubicBezTo>
                <a:cubicBezTo>
                  <a:pt x="787400" y="17992"/>
                  <a:pt x="794531" y="18512"/>
                  <a:pt x="800100" y="22225"/>
                </a:cubicBezTo>
                <a:cubicBezTo>
                  <a:pt x="803275" y="24342"/>
                  <a:pt x="806052" y="27235"/>
                  <a:pt x="809625" y="28575"/>
                </a:cubicBezTo>
                <a:cubicBezTo>
                  <a:pt x="814678" y="30470"/>
                  <a:pt x="820232" y="30579"/>
                  <a:pt x="825500" y="31750"/>
                </a:cubicBezTo>
                <a:cubicBezTo>
                  <a:pt x="829760" y="32697"/>
                  <a:pt x="833921" y="34069"/>
                  <a:pt x="838200" y="34925"/>
                </a:cubicBezTo>
                <a:cubicBezTo>
                  <a:pt x="866139" y="40513"/>
                  <a:pt x="848238" y="35096"/>
                  <a:pt x="866775" y="41275"/>
                </a:cubicBezTo>
                <a:lnTo>
                  <a:pt x="873125" y="60325"/>
                </a:lnTo>
                <a:cubicBezTo>
                  <a:pt x="874183" y="63500"/>
                  <a:pt x="874444" y="67065"/>
                  <a:pt x="876300" y="69850"/>
                </a:cubicBezTo>
                <a:lnTo>
                  <a:pt x="889000" y="88900"/>
                </a:lnTo>
                <a:cubicBezTo>
                  <a:pt x="891117" y="92075"/>
                  <a:pt x="894143" y="94805"/>
                  <a:pt x="895350" y="98425"/>
                </a:cubicBezTo>
                <a:lnTo>
                  <a:pt x="901700" y="117475"/>
                </a:lnTo>
                <a:cubicBezTo>
                  <a:pt x="904282" y="125222"/>
                  <a:pt x="905070" y="130370"/>
                  <a:pt x="911225" y="136525"/>
                </a:cubicBezTo>
                <a:cubicBezTo>
                  <a:pt x="913923" y="139223"/>
                  <a:pt x="917575" y="140758"/>
                  <a:pt x="920750" y="142875"/>
                </a:cubicBezTo>
                <a:cubicBezTo>
                  <a:pt x="928158" y="153988"/>
                  <a:pt x="930275" y="159808"/>
                  <a:pt x="946150" y="165100"/>
                </a:cubicBezTo>
                <a:cubicBezTo>
                  <a:pt x="949325" y="166158"/>
                  <a:pt x="952749" y="166650"/>
                  <a:pt x="955675" y="168275"/>
                </a:cubicBezTo>
                <a:cubicBezTo>
                  <a:pt x="962346" y="171981"/>
                  <a:pt x="974725" y="180975"/>
                  <a:pt x="974725" y="180975"/>
                </a:cubicBezTo>
                <a:cubicBezTo>
                  <a:pt x="976842" y="184150"/>
                  <a:pt x="978203" y="187987"/>
                  <a:pt x="981075" y="190500"/>
                </a:cubicBezTo>
                <a:cubicBezTo>
                  <a:pt x="986818" y="195526"/>
                  <a:pt x="1000125" y="203200"/>
                  <a:pt x="1000125" y="203200"/>
                </a:cubicBezTo>
                <a:cubicBezTo>
                  <a:pt x="1005513" y="219364"/>
                  <a:pt x="998970" y="208203"/>
                  <a:pt x="1012825" y="215900"/>
                </a:cubicBezTo>
                <a:cubicBezTo>
                  <a:pt x="1019496" y="219606"/>
                  <a:pt x="1031875" y="228600"/>
                  <a:pt x="1031875" y="228600"/>
                </a:cubicBezTo>
                <a:lnTo>
                  <a:pt x="1050925" y="257175"/>
                </a:lnTo>
                <a:lnTo>
                  <a:pt x="1057275" y="266700"/>
                </a:lnTo>
                <a:cubicBezTo>
                  <a:pt x="1064683" y="277813"/>
                  <a:pt x="1066800" y="283633"/>
                  <a:pt x="1082675" y="288925"/>
                </a:cubicBezTo>
                <a:cubicBezTo>
                  <a:pt x="1108965" y="297688"/>
                  <a:pt x="1096156" y="291562"/>
                  <a:pt x="1120775" y="307975"/>
                </a:cubicBezTo>
                <a:lnTo>
                  <a:pt x="1130300" y="314325"/>
                </a:lnTo>
                <a:cubicBezTo>
                  <a:pt x="1132417" y="317500"/>
                  <a:pt x="1133670" y="321466"/>
                  <a:pt x="1136650" y="323850"/>
                </a:cubicBezTo>
                <a:cubicBezTo>
                  <a:pt x="1139263" y="325941"/>
                  <a:pt x="1143182" y="325528"/>
                  <a:pt x="1146175" y="327025"/>
                </a:cubicBezTo>
                <a:cubicBezTo>
                  <a:pt x="1149588" y="328732"/>
                  <a:pt x="1152287" y="331668"/>
                  <a:pt x="1155700" y="333375"/>
                </a:cubicBezTo>
                <a:cubicBezTo>
                  <a:pt x="1158693" y="334872"/>
                  <a:pt x="1162232" y="335053"/>
                  <a:pt x="1165225" y="336550"/>
                </a:cubicBezTo>
                <a:cubicBezTo>
                  <a:pt x="1195414" y="351644"/>
                  <a:pt x="1144653" y="332868"/>
                  <a:pt x="1193800" y="349250"/>
                </a:cubicBezTo>
                <a:lnTo>
                  <a:pt x="1203325" y="352425"/>
                </a:lnTo>
                <a:cubicBezTo>
                  <a:pt x="1206500" y="353483"/>
                  <a:pt x="1210065" y="353744"/>
                  <a:pt x="1212850" y="355600"/>
                </a:cubicBezTo>
                <a:cubicBezTo>
                  <a:pt x="1221413" y="361308"/>
                  <a:pt x="1222041" y="362934"/>
                  <a:pt x="1231900" y="365125"/>
                </a:cubicBezTo>
                <a:cubicBezTo>
                  <a:pt x="1238184" y="366522"/>
                  <a:pt x="1244666" y="366903"/>
                  <a:pt x="1250950" y="368300"/>
                </a:cubicBezTo>
                <a:cubicBezTo>
                  <a:pt x="1254217" y="369026"/>
                  <a:pt x="1257208" y="370749"/>
                  <a:pt x="1260475" y="371475"/>
                </a:cubicBezTo>
                <a:cubicBezTo>
                  <a:pt x="1266759" y="372872"/>
                  <a:pt x="1273212" y="373387"/>
                  <a:pt x="1279525" y="374650"/>
                </a:cubicBezTo>
                <a:cubicBezTo>
                  <a:pt x="1283804" y="375506"/>
                  <a:pt x="1288045" y="376571"/>
                  <a:pt x="1292225" y="377825"/>
                </a:cubicBezTo>
                <a:cubicBezTo>
                  <a:pt x="1298636" y="379748"/>
                  <a:pt x="1304673" y="383075"/>
                  <a:pt x="1311275" y="384175"/>
                </a:cubicBezTo>
                <a:cubicBezTo>
                  <a:pt x="1317625" y="385233"/>
                  <a:pt x="1324080" y="385789"/>
                  <a:pt x="1330325" y="387350"/>
                </a:cubicBezTo>
                <a:cubicBezTo>
                  <a:pt x="1336819" y="388973"/>
                  <a:pt x="1349375" y="393700"/>
                  <a:pt x="1349375" y="393700"/>
                </a:cubicBezTo>
                <a:cubicBezTo>
                  <a:pt x="1363931" y="415535"/>
                  <a:pt x="1359662" y="405510"/>
                  <a:pt x="1365250" y="422275"/>
                </a:cubicBezTo>
                <a:cubicBezTo>
                  <a:pt x="1368259" y="443338"/>
                  <a:pt x="1371600" y="464407"/>
                  <a:pt x="1371600" y="485775"/>
                </a:cubicBez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FE10D00-16C5-414B-B84D-55705F662B28}"/>
              </a:ext>
            </a:extLst>
          </p:cNvPr>
          <p:cNvSpPr txBox="1"/>
          <p:nvPr/>
        </p:nvSpPr>
        <p:spPr>
          <a:xfrm rot="18113205">
            <a:off x="3543139" y="3164230"/>
            <a:ext cx="1371601"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Indus River</a:t>
            </a:r>
          </a:p>
        </p:txBody>
      </p:sp>
      <p:sp>
        <p:nvSpPr>
          <p:cNvPr id="3" name="Freeform 2">
            <a:extLst>
              <a:ext uri="{FF2B5EF4-FFF2-40B4-BE49-F238E27FC236}">
                <a16:creationId xmlns:a16="http://schemas.microsoft.com/office/drawing/2014/main" id="{F26BE63A-A7CA-4B4A-8843-2E2827FEED3A}"/>
              </a:ext>
            </a:extLst>
          </p:cNvPr>
          <p:cNvSpPr/>
          <p:nvPr/>
        </p:nvSpPr>
        <p:spPr>
          <a:xfrm>
            <a:off x="5108575" y="3276600"/>
            <a:ext cx="1301750" cy="860425"/>
          </a:xfrm>
          <a:custGeom>
            <a:avLst/>
            <a:gdLst>
              <a:gd name="connsiteX0" fmla="*/ 104775 w 1301750"/>
              <a:gd name="connsiteY0" fmla="*/ 0 h 860425"/>
              <a:gd name="connsiteX1" fmla="*/ 88900 w 1301750"/>
              <a:gd name="connsiteY1" fmla="*/ 6350 h 860425"/>
              <a:gd name="connsiteX2" fmla="*/ 76200 w 1301750"/>
              <a:gd name="connsiteY2" fmla="*/ 25400 h 860425"/>
              <a:gd name="connsiteX3" fmla="*/ 66675 w 1301750"/>
              <a:gd name="connsiteY3" fmla="*/ 44450 h 860425"/>
              <a:gd name="connsiteX4" fmla="*/ 57150 w 1301750"/>
              <a:gd name="connsiteY4" fmla="*/ 47625 h 860425"/>
              <a:gd name="connsiteX5" fmla="*/ 22225 w 1301750"/>
              <a:gd name="connsiteY5" fmla="*/ 50800 h 860425"/>
              <a:gd name="connsiteX6" fmla="*/ 15875 w 1301750"/>
              <a:gd name="connsiteY6" fmla="*/ 60325 h 860425"/>
              <a:gd name="connsiteX7" fmla="*/ 25400 w 1301750"/>
              <a:gd name="connsiteY7" fmla="*/ 66675 h 860425"/>
              <a:gd name="connsiteX8" fmla="*/ 34925 w 1301750"/>
              <a:gd name="connsiteY8" fmla="*/ 85725 h 860425"/>
              <a:gd name="connsiteX9" fmla="*/ 31750 w 1301750"/>
              <a:gd name="connsiteY9" fmla="*/ 95250 h 860425"/>
              <a:gd name="connsiteX10" fmla="*/ 19050 w 1301750"/>
              <a:gd name="connsiteY10" fmla="*/ 114300 h 860425"/>
              <a:gd name="connsiteX11" fmla="*/ 9525 w 1301750"/>
              <a:gd name="connsiteY11" fmla="*/ 149225 h 860425"/>
              <a:gd name="connsiteX12" fmla="*/ 6350 w 1301750"/>
              <a:gd name="connsiteY12" fmla="*/ 161925 h 860425"/>
              <a:gd name="connsiteX13" fmla="*/ 0 w 1301750"/>
              <a:gd name="connsiteY13" fmla="*/ 180975 h 860425"/>
              <a:gd name="connsiteX14" fmla="*/ 3175 w 1301750"/>
              <a:gd name="connsiteY14" fmla="*/ 241300 h 860425"/>
              <a:gd name="connsiteX15" fmla="*/ 9525 w 1301750"/>
              <a:gd name="connsiteY15" fmla="*/ 260350 h 860425"/>
              <a:gd name="connsiteX16" fmla="*/ 12700 w 1301750"/>
              <a:gd name="connsiteY16" fmla="*/ 269875 h 860425"/>
              <a:gd name="connsiteX17" fmla="*/ 19050 w 1301750"/>
              <a:gd name="connsiteY17" fmla="*/ 279400 h 860425"/>
              <a:gd name="connsiteX18" fmla="*/ 25400 w 1301750"/>
              <a:gd name="connsiteY18" fmla="*/ 298450 h 860425"/>
              <a:gd name="connsiteX19" fmla="*/ 28575 w 1301750"/>
              <a:gd name="connsiteY19" fmla="*/ 307975 h 860425"/>
              <a:gd name="connsiteX20" fmla="*/ 44450 w 1301750"/>
              <a:gd name="connsiteY20" fmla="*/ 327025 h 860425"/>
              <a:gd name="connsiteX21" fmla="*/ 47625 w 1301750"/>
              <a:gd name="connsiteY21" fmla="*/ 336550 h 860425"/>
              <a:gd name="connsiteX22" fmla="*/ 76200 w 1301750"/>
              <a:gd name="connsiteY22" fmla="*/ 358775 h 860425"/>
              <a:gd name="connsiteX23" fmla="*/ 85725 w 1301750"/>
              <a:gd name="connsiteY23" fmla="*/ 361950 h 860425"/>
              <a:gd name="connsiteX24" fmla="*/ 95250 w 1301750"/>
              <a:gd name="connsiteY24" fmla="*/ 368300 h 860425"/>
              <a:gd name="connsiteX25" fmla="*/ 104775 w 1301750"/>
              <a:gd name="connsiteY25" fmla="*/ 371475 h 860425"/>
              <a:gd name="connsiteX26" fmla="*/ 123825 w 1301750"/>
              <a:gd name="connsiteY26" fmla="*/ 381000 h 860425"/>
              <a:gd name="connsiteX27" fmla="*/ 130175 w 1301750"/>
              <a:gd name="connsiteY27" fmla="*/ 390525 h 860425"/>
              <a:gd name="connsiteX28" fmla="*/ 139700 w 1301750"/>
              <a:gd name="connsiteY28" fmla="*/ 396875 h 860425"/>
              <a:gd name="connsiteX29" fmla="*/ 152400 w 1301750"/>
              <a:gd name="connsiteY29" fmla="*/ 415925 h 860425"/>
              <a:gd name="connsiteX30" fmla="*/ 158750 w 1301750"/>
              <a:gd name="connsiteY30" fmla="*/ 425450 h 860425"/>
              <a:gd name="connsiteX31" fmla="*/ 168275 w 1301750"/>
              <a:gd name="connsiteY31" fmla="*/ 431800 h 860425"/>
              <a:gd name="connsiteX32" fmla="*/ 174625 w 1301750"/>
              <a:gd name="connsiteY32" fmla="*/ 441325 h 860425"/>
              <a:gd name="connsiteX33" fmla="*/ 184150 w 1301750"/>
              <a:gd name="connsiteY33" fmla="*/ 444500 h 860425"/>
              <a:gd name="connsiteX34" fmla="*/ 193675 w 1301750"/>
              <a:gd name="connsiteY34" fmla="*/ 450850 h 860425"/>
              <a:gd name="connsiteX35" fmla="*/ 203200 w 1301750"/>
              <a:gd name="connsiteY35" fmla="*/ 469900 h 860425"/>
              <a:gd name="connsiteX36" fmla="*/ 209550 w 1301750"/>
              <a:gd name="connsiteY36" fmla="*/ 492125 h 860425"/>
              <a:gd name="connsiteX37" fmla="*/ 219075 w 1301750"/>
              <a:gd name="connsiteY37" fmla="*/ 498475 h 860425"/>
              <a:gd name="connsiteX38" fmla="*/ 225425 w 1301750"/>
              <a:gd name="connsiteY38" fmla="*/ 508000 h 860425"/>
              <a:gd name="connsiteX39" fmla="*/ 234950 w 1301750"/>
              <a:gd name="connsiteY39" fmla="*/ 511175 h 860425"/>
              <a:gd name="connsiteX40" fmla="*/ 244475 w 1301750"/>
              <a:gd name="connsiteY40" fmla="*/ 517525 h 860425"/>
              <a:gd name="connsiteX41" fmla="*/ 250825 w 1301750"/>
              <a:gd name="connsiteY41" fmla="*/ 536575 h 860425"/>
              <a:gd name="connsiteX42" fmla="*/ 263525 w 1301750"/>
              <a:gd name="connsiteY42" fmla="*/ 555625 h 860425"/>
              <a:gd name="connsiteX43" fmla="*/ 273050 w 1301750"/>
              <a:gd name="connsiteY43" fmla="*/ 561975 h 860425"/>
              <a:gd name="connsiteX44" fmla="*/ 320675 w 1301750"/>
              <a:gd name="connsiteY44" fmla="*/ 571500 h 860425"/>
              <a:gd name="connsiteX45" fmla="*/ 317500 w 1301750"/>
              <a:gd name="connsiteY45" fmla="*/ 587375 h 860425"/>
              <a:gd name="connsiteX46" fmla="*/ 311150 w 1301750"/>
              <a:gd name="connsiteY46" fmla="*/ 596900 h 860425"/>
              <a:gd name="connsiteX47" fmla="*/ 320675 w 1301750"/>
              <a:gd name="connsiteY47" fmla="*/ 603250 h 860425"/>
              <a:gd name="connsiteX48" fmla="*/ 349250 w 1301750"/>
              <a:gd name="connsiteY48" fmla="*/ 603250 h 860425"/>
              <a:gd name="connsiteX49" fmla="*/ 352425 w 1301750"/>
              <a:gd name="connsiteY49" fmla="*/ 612775 h 860425"/>
              <a:gd name="connsiteX50" fmla="*/ 387350 w 1301750"/>
              <a:gd name="connsiteY50" fmla="*/ 628650 h 860425"/>
              <a:gd name="connsiteX51" fmla="*/ 400050 w 1301750"/>
              <a:gd name="connsiteY51" fmla="*/ 647700 h 860425"/>
              <a:gd name="connsiteX52" fmla="*/ 419100 w 1301750"/>
              <a:gd name="connsiteY52" fmla="*/ 660400 h 860425"/>
              <a:gd name="connsiteX53" fmla="*/ 476250 w 1301750"/>
              <a:gd name="connsiteY53" fmla="*/ 657225 h 860425"/>
              <a:gd name="connsiteX54" fmla="*/ 488950 w 1301750"/>
              <a:gd name="connsiteY54" fmla="*/ 641350 h 860425"/>
              <a:gd name="connsiteX55" fmla="*/ 508000 w 1301750"/>
              <a:gd name="connsiteY55" fmla="*/ 635000 h 860425"/>
              <a:gd name="connsiteX56" fmla="*/ 565150 w 1301750"/>
              <a:gd name="connsiteY56" fmla="*/ 635000 h 860425"/>
              <a:gd name="connsiteX57" fmla="*/ 568325 w 1301750"/>
              <a:gd name="connsiteY57" fmla="*/ 625475 h 860425"/>
              <a:gd name="connsiteX58" fmla="*/ 584200 w 1301750"/>
              <a:gd name="connsiteY58" fmla="*/ 612775 h 860425"/>
              <a:gd name="connsiteX59" fmla="*/ 596900 w 1301750"/>
              <a:gd name="connsiteY59" fmla="*/ 615950 h 860425"/>
              <a:gd name="connsiteX60" fmla="*/ 612775 w 1301750"/>
              <a:gd name="connsiteY60" fmla="*/ 603250 h 860425"/>
              <a:gd name="connsiteX61" fmla="*/ 622300 w 1301750"/>
              <a:gd name="connsiteY61" fmla="*/ 596900 h 860425"/>
              <a:gd name="connsiteX62" fmla="*/ 647700 w 1301750"/>
              <a:gd name="connsiteY62" fmla="*/ 593725 h 860425"/>
              <a:gd name="connsiteX63" fmla="*/ 692150 w 1301750"/>
              <a:gd name="connsiteY63" fmla="*/ 596900 h 860425"/>
              <a:gd name="connsiteX64" fmla="*/ 701675 w 1301750"/>
              <a:gd name="connsiteY64" fmla="*/ 600075 h 860425"/>
              <a:gd name="connsiteX65" fmla="*/ 714375 w 1301750"/>
              <a:gd name="connsiteY65" fmla="*/ 603250 h 860425"/>
              <a:gd name="connsiteX66" fmla="*/ 733425 w 1301750"/>
              <a:gd name="connsiteY66" fmla="*/ 609600 h 860425"/>
              <a:gd name="connsiteX67" fmla="*/ 752475 w 1301750"/>
              <a:gd name="connsiteY67" fmla="*/ 612775 h 860425"/>
              <a:gd name="connsiteX68" fmla="*/ 771525 w 1301750"/>
              <a:gd name="connsiteY68" fmla="*/ 619125 h 860425"/>
              <a:gd name="connsiteX69" fmla="*/ 781050 w 1301750"/>
              <a:gd name="connsiteY69" fmla="*/ 622300 h 860425"/>
              <a:gd name="connsiteX70" fmla="*/ 835025 w 1301750"/>
              <a:gd name="connsiteY70" fmla="*/ 628650 h 860425"/>
              <a:gd name="connsiteX71" fmla="*/ 882650 w 1301750"/>
              <a:gd name="connsiteY71" fmla="*/ 628650 h 860425"/>
              <a:gd name="connsiteX72" fmla="*/ 901700 w 1301750"/>
              <a:gd name="connsiteY72" fmla="*/ 622300 h 860425"/>
              <a:gd name="connsiteX73" fmla="*/ 923925 w 1301750"/>
              <a:gd name="connsiteY73" fmla="*/ 619125 h 860425"/>
              <a:gd name="connsiteX74" fmla="*/ 949325 w 1301750"/>
              <a:gd name="connsiteY74" fmla="*/ 622300 h 860425"/>
              <a:gd name="connsiteX75" fmla="*/ 968375 w 1301750"/>
              <a:gd name="connsiteY75" fmla="*/ 635000 h 860425"/>
              <a:gd name="connsiteX76" fmla="*/ 977900 w 1301750"/>
              <a:gd name="connsiteY76" fmla="*/ 641350 h 860425"/>
              <a:gd name="connsiteX77" fmla="*/ 996950 w 1301750"/>
              <a:gd name="connsiteY77" fmla="*/ 647700 h 860425"/>
              <a:gd name="connsiteX78" fmla="*/ 1006475 w 1301750"/>
              <a:gd name="connsiteY78" fmla="*/ 679450 h 860425"/>
              <a:gd name="connsiteX79" fmla="*/ 1016000 w 1301750"/>
              <a:gd name="connsiteY79" fmla="*/ 685800 h 860425"/>
              <a:gd name="connsiteX80" fmla="*/ 1031875 w 1301750"/>
              <a:gd name="connsiteY80" fmla="*/ 701675 h 860425"/>
              <a:gd name="connsiteX81" fmla="*/ 1038225 w 1301750"/>
              <a:gd name="connsiteY81" fmla="*/ 711200 h 860425"/>
              <a:gd name="connsiteX82" fmla="*/ 1057275 w 1301750"/>
              <a:gd name="connsiteY82" fmla="*/ 727075 h 860425"/>
              <a:gd name="connsiteX83" fmla="*/ 1073150 w 1301750"/>
              <a:gd name="connsiteY83" fmla="*/ 742950 h 860425"/>
              <a:gd name="connsiteX84" fmla="*/ 1082675 w 1301750"/>
              <a:gd name="connsiteY84" fmla="*/ 752475 h 860425"/>
              <a:gd name="connsiteX85" fmla="*/ 1092200 w 1301750"/>
              <a:gd name="connsiteY85" fmla="*/ 755650 h 860425"/>
              <a:gd name="connsiteX86" fmla="*/ 1111250 w 1301750"/>
              <a:gd name="connsiteY86" fmla="*/ 768350 h 860425"/>
              <a:gd name="connsiteX87" fmla="*/ 1139825 w 1301750"/>
              <a:gd name="connsiteY87" fmla="*/ 777875 h 860425"/>
              <a:gd name="connsiteX88" fmla="*/ 1149350 w 1301750"/>
              <a:gd name="connsiteY88" fmla="*/ 781050 h 860425"/>
              <a:gd name="connsiteX89" fmla="*/ 1162050 w 1301750"/>
              <a:gd name="connsiteY89" fmla="*/ 784225 h 860425"/>
              <a:gd name="connsiteX90" fmla="*/ 1181100 w 1301750"/>
              <a:gd name="connsiteY90" fmla="*/ 787400 h 860425"/>
              <a:gd name="connsiteX91" fmla="*/ 1190625 w 1301750"/>
              <a:gd name="connsiteY91" fmla="*/ 790575 h 860425"/>
              <a:gd name="connsiteX92" fmla="*/ 1203325 w 1301750"/>
              <a:gd name="connsiteY92" fmla="*/ 793750 h 860425"/>
              <a:gd name="connsiteX93" fmla="*/ 1231900 w 1301750"/>
              <a:gd name="connsiteY93" fmla="*/ 803275 h 860425"/>
              <a:gd name="connsiteX94" fmla="*/ 1241425 w 1301750"/>
              <a:gd name="connsiteY94" fmla="*/ 806450 h 860425"/>
              <a:gd name="connsiteX95" fmla="*/ 1260475 w 1301750"/>
              <a:gd name="connsiteY95" fmla="*/ 819150 h 860425"/>
              <a:gd name="connsiteX96" fmla="*/ 1270000 w 1301750"/>
              <a:gd name="connsiteY96" fmla="*/ 825500 h 860425"/>
              <a:gd name="connsiteX97" fmla="*/ 1276350 w 1301750"/>
              <a:gd name="connsiteY97" fmla="*/ 835025 h 860425"/>
              <a:gd name="connsiteX98" fmla="*/ 1285875 w 1301750"/>
              <a:gd name="connsiteY98" fmla="*/ 838200 h 860425"/>
              <a:gd name="connsiteX99" fmla="*/ 1298575 w 1301750"/>
              <a:gd name="connsiteY99" fmla="*/ 857250 h 860425"/>
              <a:gd name="connsiteX100" fmla="*/ 1301750 w 1301750"/>
              <a:gd name="connsiteY100" fmla="*/ 86042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301750" h="860425">
                <a:moveTo>
                  <a:pt x="104775" y="0"/>
                </a:moveTo>
                <a:cubicBezTo>
                  <a:pt x="99483" y="2117"/>
                  <a:pt x="93160" y="2564"/>
                  <a:pt x="88900" y="6350"/>
                </a:cubicBezTo>
                <a:cubicBezTo>
                  <a:pt x="83196" y="11420"/>
                  <a:pt x="78613" y="18160"/>
                  <a:pt x="76200" y="25400"/>
                </a:cubicBezTo>
                <a:cubicBezTo>
                  <a:pt x="74108" y="31675"/>
                  <a:pt x="72270" y="39974"/>
                  <a:pt x="66675" y="44450"/>
                </a:cubicBezTo>
                <a:cubicBezTo>
                  <a:pt x="64062" y="46541"/>
                  <a:pt x="60463" y="47152"/>
                  <a:pt x="57150" y="47625"/>
                </a:cubicBezTo>
                <a:cubicBezTo>
                  <a:pt x="45578" y="49278"/>
                  <a:pt x="33867" y="49742"/>
                  <a:pt x="22225" y="50800"/>
                </a:cubicBezTo>
                <a:cubicBezTo>
                  <a:pt x="20108" y="53975"/>
                  <a:pt x="15127" y="56583"/>
                  <a:pt x="15875" y="60325"/>
                </a:cubicBezTo>
                <a:cubicBezTo>
                  <a:pt x="16623" y="64067"/>
                  <a:pt x="22702" y="63977"/>
                  <a:pt x="25400" y="66675"/>
                </a:cubicBezTo>
                <a:cubicBezTo>
                  <a:pt x="31555" y="72830"/>
                  <a:pt x="32343" y="77978"/>
                  <a:pt x="34925" y="85725"/>
                </a:cubicBezTo>
                <a:cubicBezTo>
                  <a:pt x="33867" y="88900"/>
                  <a:pt x="33375" y="92324"/>
                  <a:pt x="31750" y="95250"/>
                </a:cubicBezTo>
                <a:cubicBezTo>
                  <a:pt x="28044" y="101921"/>
                  <a:pt x="21463" y="107060"/>
                  <a:pt x="19050" y="114300"/>
                </a:cubicBezTo>
                <a:cubicBezTo>
                  <a:pt x="9138" y="144036"/>
                  <a:pt x="15509" y="122299"/>
                  <a:pt x="9525" y="149225"/>
                </a:cubicBezTo>
                <a:cubicBezTo>
                  <a:pt x="8578" y="153485"/>
                  <a:pt x="7604" y="157745"/>
                  <a:pt x="6350" y="161925"/>
                </a:cubicBezTo>
                <a:cubicBezTo>
                  <a:pt x="4427" y="168336"/>
                  <a:pt x="0" y="180975"/>
                  <a:pt x="0" y="180975"/>
                </a:cubicBezTo>
                <a:cubicBezTo>
                  <a:pt x="1058" y="201083"/>
                  <a:pt x="776" y="221307"/>
                  <a:pt x="3175" y="241300"/>
                </a:cubicBezTo>
                <a:cubicBezTo>
                  <a:pt x="3972" y="247946"/>
                  <a:pt x="7408" y="254000"/>
                  <a:pt x="9525" y="260350"/>
                </a:cubicBezTo>
                <a:cubicBezTo>
                  <a:pt x="10583" y="263525"/>
                  <a:pt x="10844" y="267090"/>
                  <a:pt x="12700" y="269875"/>
                </a:cubicBezTo>
                <a:cubicBezTo>
                  <a:pt x="14817" y="273050"/>
                  <a:pt x="17500" y="275913"/>
                  <a:pt x="19050" y="279400"/>
                </a:cubicBezTo>
                <a:cubicBezTo>
                  <a:pt x="21768" y="285517"/>
                  <a:pt x="23283" y="292100"/>
                  <a:pt x="25400" y="298450"/>
                </a:cubicBezTo>
                <a:cubicBezTo>
                  <a:pt x="26458" y="301625"/>
                  <a:pt x="26208" y="305608"/>
                  <a:pt x="28575" y="307975"/>
                </a:cubicBezTo>
                <a:cubicBezTo>
                  <a:pt x="35597" y="314997"/>
                  <a:pt x="40030" y="318184"/>
                  <a:pt x="44450" y="327025"/>
                </a:cubicBezTo>
                <a:cubicBezTo>
                  <a:pt x="45947" y="330018"/>
                  <a:pt x="45769" y="333765"/>
                  <a:pt x="47625" y="336550"/>
                </a:cubicBezTo>
                <a:cubicBezTo>
                  <a:pt x="52321" y="343594"/>
                  <a:pt x="70794" y="356973"/>
                  <a:pt x="76200" y="358775"/>
                </a:cubicBezTo>
                <a:cubicBezTo>
                  <a:pt x="79375" y="359833"/>
                  <a:pt x="82732" y="360453"/>
                  <a:pt x="85725" y="361950"/>
                </a:cubicBezTo>
                <a:cubicBezTo>
                  <a:pt x="89138" y="363657"/>
                  <a:pt x="91837" y="366593"/>
                  <a:pt x="95250" y="368300"/>
                </a:cubicBezTo>
                <a:cubicBezTo>
                  <a:pt x="98243" y="369797"/>
                  <a:pt x="101782" y="369978"/>
                  <a:pt x="104775" y="371475"/>
                </a:cubicBezTo>
                <a:cubicBezTo>
                  <a:pt x="129394" y="383785"/>
                  <a:pt x="99884" y="373020"/>
                  <a:pt x="123825" y="381000"/>
                </a:cubicBezTo>
                <a:cubicBezTo>
                  <a:pt x="125942" y="384175"/>
                  <a:pt x="127477" y="387827"/>
                  <a:pt x="130175" y="390525"/>
                </a:cubicBezTo>
                <a:cubicBezTo>
                  <a:pt x="132873" y="393223"/>
                  <a:pt x="137187" y="394003"/>
                  <a:pt x="139700" y="396875"/>
                </a:cubicBezTo>
                <a:cubicBezTo>
                  <a:pt x="144726" y="402618"/>
                  <a:pt x="148167" y="409575"/>
                  <a:pt x="152400" y="415925"/>
                </a:cubicBezTo>
                <a:cubicBezTo>
                  <a:pt x="154517" y="419100"/>
                  <a:pt x="155575" y="423333"/>
                  <a:pt x="158750" y="425450"/>
                </a:cubicBezTo>
                <a:lnTo>
                  <a:pt x="168275" y="431800"/>
                </a:lnTo>
                <a:cubicBezTo>
                  <a:pt x="170392" y="434975"/>
                  <a:pt x="171645" y="438941"/>
                  <a:pt x="174625" y="441325"/>
                </a:cubicBezTo>
                <a:cubicBezTo>
                  <a:pt x="177238" y="443416"/>
                  <a:pt x="181157" y="443003"/>
                  <a:pt x="184150" y="444500"/>
                </a:cubicBezTo>
                <a:cubicBezTo>
                  <a:pt x="187563" y="446207"/>
                  <a:pt x="190500" y="448733"/>
                  <a:pt x="193675" y="450850"/>
                </a:cubicBezTo>
                <a:cubicBezTo>
                  <a:pt x="200632" y="461286"/>
                  <a:pt x="199914" y="458398"/>
                  <a:pt x="203200" y="469900"/>
                </a:cubicBezTo>
                <a:cubicBezTo>
                  <a:pt x="203454" y="470787"/>
                  <a:pt x="207858" y="490010"/>
                  <a:pt x="209550" y="492125"/>
                </a:cubicBezTo>
                <a:cubicBezTo>
                  <a:pt x="211934" y="495105"/>
                  <a:pt x="215900" y="496358"/>
                  <a:pt x="219075" y="498475"/>
                </a:cubicBezTo>
                <a:cubicBezTo>
                  <a:pt x="221192" y="501650"/>
                  <a:pt x="222445" y="505616"/>
                  <a:pt x="225425" y="508000"/>
                </a:cubicBezTo>
                <a:cubicBezTo>
                  <a:pt x="228038" y="510091"/>
                  <a:pt x="231957" y="509678"/>
                  <a:pt x="234950" y="511175"/>
                </a:cubicBezTo>
                <a:cubicBezTo>
                  <a:pt x="238363" y="512882"/>
                  <a:pt x="241300" y="515408"/>
                  <a:pt x="244475" y="517525"/>
                </a:cubicBezTo>
                <a:cubicBezTo>
                  <a:pt x="246592" y="523875"/>
                  <a:pt x="247112" y="531006"/>
                  <a:pt x="250825" y="536575"/>
                </a:cubicBezTo>
                <a:cubicBezTo>
                  <a:pt x="255058" y="542925"/>
                  <a:pt x="257175" y="551392"/>
                  <a:pt x="263525" y="555625"/>
                </a:cubicBezTo>
                <a:cubicBezTo>
                  <a:pt x="266700" y="557742"/>
                  <a:pt x="269563" y="560425"/>
                  <a:pt x="273050" y="561975"/>
                </a:cubicBezTo>
                <a:cubicBezTo>
                  <a:pt x="291811" y="570313"/>
                  <a:pt x="298878" y="569078"/>
                  <a:pt x="320675" y="571500"/>
                </a:cubicBezTo>
                <a:cubicBezTo>
                  <a:pt x="319617" y="576792"/>
                  <a:pt x="319395" y="582322"/>
                  <a:pt x="317500" y="587375"/>
                </a:cubicBezTo>
                <a:cubicBezTo>
                  <a:pt x="316160" y="590948"/>
                  <a:pt x="310402" y="593158"/>
                  <a:pt x="311150" y="596900"/>
                </a:cubicBezTo>
                <a:cubicBezTo>
                  <a:pt x="311898" y="600642"/>
                  <a:pt x="317500" y="601133"/>
                  <a:pt x="320675" y="603250"/>
                </a:cubicBezTo>
                <a:cubicBezTo>
                  <a:pt x="331109" y="599772"/>
                  <a:pt x="336898" y="596192"/>
                  <a:pt x="349250" y="603250"/>
                </a:cubicBezTo>
                <a:cubicBezTo>
                  <a:pt x="352156" y="604910"/>
                  <a:pt x="350058" y="610408"/>
                  <a:pt x="352425" y="612775"/>
                </a:cubicBezTo>
                <a:cubicBezTo>
                  <a:pt x="366157" y="626507"/>
                  <a:pt x="370927" y="625365"/>
                  <a:pt x="387350" y="628650"/>
                </a:cubicBezTo>
                <a:cubicBezTo>
                  <a:pt x="391583" y="635000"/>
                  <a:pt x="393700" y="643467"/>
                  <a:pt x="400050" y="647700"/>
                </a:cubicBezTo>
                <a:lnTo>
                  <a:pt x="419100" y="660400"/>
                </a:lnTo>
                <a:cubicBezTo>
                  <a:pt x="438150" y="659342"/>
                  <a:pt x="457362" y="659923"/>
                  <a:pt x="476250" y="657225"/>
                </a:cubicBezTo>
                <a:cubicBezTo>
                  <a:pt x="497259" y="654224"/>
                  <a:pt x="476938" y="649930"/>
                  <a:pt x="488950" y="641350"/>
                </a:cubicBezTo>
                <a:cubicBezTo>
                  <a:pt x="494397" y="637459"/>
                  <a:pt x="508000" y="635000"/>
                  <a:pt x="508000" y="635000"/>
                </a:cubicBezTo>
                <a:cubicBezTo>
                  <a:pt x="513819" y="635485"/>
                  <a:pt x="553077" y="641899"/>
                  <a:pt x="565150" y="635000"/>
                </a:cubicBezTo>
                <a:cubicBezTo>
                  <a:pt x="568056" y="633340"/>
                  <a:pt x="566828" y="628468"/>
                  <a:pt x="568325" y="625475"/>
                </a:cubicBezTo>
                <a:cubicBezTo>
                  <a:pt x="574070" y="613986"/>
                  <a:pt x="573214" y="616437"/>
                  <a:pt x="584200" y="612775"/>
                </a:cubicBezTo>
                <a:cubicBezTo>
                  <a:pt x="588433" y="613833"/>
                  <a:pt x="592536" y="615950"/>
                  <a:pt x="596900" y="615950"/>
                </a:cubicBezTo>
                <a:cubicBezTo>
                  <a:pt x="609262" y="615950"/>
                  <a:pt x="605461" y="610564"/>
                  <a:pt x="612775" y="603250"/>
                </a:cubicBezTo>
                <a:cubicBezTo>
                  <a:pt x="615473" y="600552"/>
                  <a:pt x="618619" y="597904"/>
                  <a:pt x="622300" y="596900"/>
                </a:cubicBezTo>
                <a:cubicBezTo>
                  <a:pt x="630532" y="594655"/>
                  <a:pt x="639233" y="594783"/>
                  <a:pt x="647700" y="593725"/>
                </a:cubicBezTo>
                <a:cubicBezTo>
                  <a:pt x="662517" y="594783"/>
                  <a:pt x="677397" y="595164"/>
                  <a:pt x="692150" y="596900"/>
                </a:cubicBezTo>
                <a:cubicBezTo>
                  <a:pt x="695474" y="597291"/>
                  <a:pt x="698457" y="599156"/>
                  <a:pt x="701675" y="600075"/>
                </a:cubicBezTo>
                <a:cubicBezTo>
                  <a:pt x="705871" y="601274"/>
                  <a:pt x="710195" y="601996"/>
                  <a:pt x="714375" y="603250"/>
                </a:cubicBezTo>
                <a:cubicBezTo>
                  <a:pt x="720786" y="605173"/>
                  <a:pt x="726823" y="608500"/>
                  <a:pt x="733425" y="609600"/>
                </a:cubicBezTo>
                <a:cubicBezTo>
                  <a:pt x="739775" y="610658"/>
                  <a:pt x="746230" y="611214"/>
                  <a:pt x="752475" y="612775"/>
                </a:cubicBezTo>
                <a:cubicBezTo>
                  <a:pt x="758969" y="614398"/>
                  <a:pt x="765175" y="617008"/>
                  <a:pt x="771525" y="619125"/>
                </a:cubicBezTo>
                <a:cubicBezTo>
                  <a:pt x="774700" y="620183"/>
                  <a:pt x="777749" y="621750"/>
                  <a:pt x="781050" y="622300"/>
                </a:cubicBezTo>
                <a:cubicBezTo>
                  <a:pt x="811631" y="627397"/>
                  <a:pt x="793689" y="624892"/>
                  <a:pt x="835025" y="628650"/>
                </a:cubicBezTo>
                <a:cubicBezTo>
                  <a:pt x="854826" y="635250"/>
                  <a:pt x="848121" y="634405"/>
                  <a:pt x="882650" y="628650"/>
                </a:cubicBezTo>
                <a:cubicBezTo>
                  <a:pt x="889252" y="627550"/>
                  <a:pt x="895074" y="623247"/>
                  <a:pt x="901700" y="622300"/>
                </a:cubicBezTo>
                <a:lnTo>
                  <a:pt x="923925" y="619125"/>
                </a:lnTo>
                <a:cubicBezTo>
                  <a:pt x="955725" y="608525"/>
                  <a:pt x="934057" y="608941"/>
                  <a:pt x="949325" y="622300"/>
                </a:cubicBezTo>
                <a:cubicBezTo>
                  <a:pt x="955068" y="627326"/>
                  <a:pt x="962025" y="630767"/>
                  <a:pt x="968375" y="635000"/>
                </a:cubicBezTo>
                <a:cubicBezTo>
                  <a:pt x="971550" y="637117"/>
                  <a:pt x="974280" y="640143"/>
                  <a:pt x="977900" y="641350"/>
                </a:cubicBezTo>
                <a:lnTo>
                  <a:pt x="996950" y="647700"/>
                </a:lnTo>
                <a:cubicBezTo>
                  <a:pt x="998221" y="652784"/>
                  <a:pt x="1004156" y="677904"/>
                  <a:pt x="1006475" y="679450"/>
                </a:cubicBezTo>
                <a:lnTo>
                  <a:pt x="1016000" y="685800"/>
                </a:lnTo>
                <a:cubicBezTo>
                  <a:pt x="1032933" y="711200"/>
                  <a:pt x="1010708" y="680508"/>
                  <a:pt x="1031875" y="701675"/>
                </a:cubicBezTo>
                <a:cubicBezTo>
                  <a:pt x="1034573" y="704373"/>
                  <a:pt x="1035782" y="708269"/>
                  <a:pt x="1038225" y="711200"/>
                </a:cubicBezTo>
                <a:cubicBezTo>
                  <a:pt x="1045865" y="720367"/>
                  <a:pt x="1047909" y="720831"/>
                  <a:pt x="1057275" y="727075"/>
                </a:cubicBezTo>
                <a:cubicBezTo>
                  <a:pt x="1068917" y="744538"/>
                  <a:pt x="1057275" y="729721"/>
                  <a:pt x="1073150" y="742950"/>
                </a:cubicBezTo>
                <a:cubicBezTo>
                  <a:pt x="1076599" y="745825"/>
                  <a:pt x="1078939" y="749984"/>
                  <a:pt x="1082675" y="752475"/>
                </a:cubicBezTo>
                <a:cubicBezTo>
                  <a:pt x="1085460" y="754331"/>
                  <a:pt x="1089274" y="754025"/>
                  <a:pt x="1092200" y="755650"/>
                </a:cubicBezTo>
                <a:cubicBezTo>
                  <a:pt x="1098871" y="759356"/>
                  <a:pt x="1104010" y="765937"/>
                  <a:pt x="1111250" y="768350"/>
                </a:cubicBezTo>
                <a:lnTo>
                  <a:pt x="1139825" y="777875"/>
                </a:lnTo>
                <a:cubicBezTo>
                  <a:pt x="1143000" y="778933"/>
                  <a:pt x="1146103" y="780238"/>
                  <a:pt x="1149350" y="781050"/>
                </a:cubicBezTo>
                <a:cubicBezTo>
                  <a:pt x="1153583" y="782108"/>
                  <a:pt x="1157771" y="783369"/>
                  <a:pt x="1162050" y="784225"/>
                </a:cubicBezTo>
                <a:cubicBezTo>
                  <a:pt x="1168363" y="785488"/>
                  <a:pt x="1174816" y="786003"/>
                  <a:pt x="1181100" y="787400"/>
                </a:cubicBezTo>
                <a:cubicBezTo>
                  <a:pt x="1184367" y="788126"/>
                  <a:pt x="1187407" y="789656"/>
                  <a:pt x="1190625" y="790575"/>
                </a:cubicBezTo>
                <a:cubicBezTo>
                  <a:pt x="1194821" y="791774"/>
                  <a:pt x="1199145" y="792496"/>
                  <a:pt x="1203325" y="793750"/>
                </a:cubicBezTo>
                <a:lnTo>
                  <a:pt x="1231900" y="803275"/>
                </a:lnTo>
                <a:cubicBezTo>
                  <a:pt x="1235075" y="804333"/>
                  <a:pt x="1238640" y="804594"/>
                  <a:pt x="1241425" y="806450"/>
                </a:cubicBezTo>
                <a:lnTo>
                  <a:pt x="1260475" y="819150"/>
                </a:lnTo>
                <a:lnTo>
                  <a:pt x="1270000" y="825500"/>
                </a:lnTo>
                <a:cubicBezTo>
                  <a:pt x="1272117" y="828675"/>
                  <a:pt x="1273370" y="832641"/>
                  <a:pt x="1276350" y="835025"/>
                </a:cubicBezTo>
                <a:cubicBezTo>
                  <a:pt x="1278963" y="837116"/>
                  <a:pt x="1283508" y="835833"/>
                  <a:pt x="1285875" y="838200"/>
                </a:cubicBezTo>
                <a:cubicBezTo>
                  <a:pt x="1291271" y="843596"/>
                  <a:pt x="1293179" y="851854"/>
                  <a:pt x="1298575" y="857250"/>
                </a:cubicBezTo>
                <a:lnTo>
                  <a:pt x="1301750" y="860425"/>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2A5AB2F-2866-184F-8F8A-A4121EB51430}"/>
              </a:ext>
            </a:extLst>
          </p:cNvPr>
          <p:cNvSpPr txBox="1"/>
          <p:nvPr/>
        </p:nvSpPr>
        <p:spPr>
          <a:xfrm rot="219902">
            <a:off x="5032257" y="3886479"/>
            <a:ext cx="1371601" cy="246221"/>
          </a:xfrm>
          <a:prstGeom prst="rect">
            <a:avLst/>
          </a:prstGeom>
          <a:noFill/>
        </p:spPr>
        <p:txBody>
          <a:bodyPr wrap="square" rtlCol="0">
            <a:spAutoFit/>
          </a:bodyPr>
          <a:lstStyle/>
          <a:p>
            <a:pPr algn="ctr"/>
            <a:r>
              <a:rPr lang="en-US" sz="1000" b="1" dirty="0">
                <a:solidFill>
                  <a:srgbClr val="0304B4"/>
                </a:solidFill>
                <a:latin typeface="Century Gothic" panose="020B0502020202020204" pitchFamily="34" charset="0"/>
              </a:rPr>
              <a:t>Ganges River</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flipV="1">
            <a:off x="1612900" y="1222355"/>
            <a:ext cx="1891744" cy="2204264"/>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18" name="Freeform 17">
            <a:extLst>
              <a:ext uri="{FF2B5EF4-FFF2-40B4-BE49-F238E27FC236}">
                <a16:creationId xmlns:a16="http://schemas.microsoft.com/office/drawing/2014/main" id="{5AA7BC3F-22CC-E947-A935-22C2FC83DCD8}"/>
              </a:ext>
            </a:extLst>
          </p:cNvPr>
          <p:cNvSpPr/>
          <p:nvPr/>
        </p:nvSpPr>
        <p:spPr>
          <a:xfrm>
            <a:off x="5521325" y="3311525"/>
            <a:ext cx="1320800" cy="768350"/>
          </a:xfrm>
          <a:custGeom>
            <a:avLst/>
            <a:gdLst>
              <a:gd name="connsiteX0" fmla="*/ 806450 w 1320800"/>
              <a:gd name="connsiteY0" fmla="*/ 768350 h 768350"/>
              <a:gd name="connsiteX1" fmla="*/ 790575 w 1320800"/>
              <a:gd name="connsiteY1" fmla="*/ 765175 h 768350"/>
              <a:gd name="connsiteX2" fmla="*/ 787400 w 1320800"/>
              <a:gd name="connsiteY2" fmla="*/ 742950 h 768350"/>
              <a:gd name="connsiteX3" fmla="*/ 781050 w 1320800"/>
              <a:gd name="connsiteY3" fmla="*/ 720725 h 768350"/>
              <a:gd name="connsiteX4" fmla="*/ 774700 w 1320800"/>
              <a:gd name="connsiteY4" fmla="*/ 695325 h 768350"/>
              <a:gd name="connsiteX5" fmla="*/ 768350 w 1320800"/>
              <a:gd name="connsiteY5" fmla="*/ 685800 h 768350"/>
              <a:gd name="connsiteX6" fmla="*/ 755650 w 1320800"/>
              <a:gd name="connsiteY6" fmla="*/ 641350 h 768350"/>
              <a:gd name="connsiteX7" fmla="*/ 752475 w 1320800"/>
              <a:gd name="connsiteY7" fmla="*/ 631825 h 768350"/>
              <a:gd name="connsiteX8" fmla="*/ 749300 w 1320800"/>
              <a:gd name="connsiteY8" fmla="*/ 603250 h 768350"/>
              <a:gd name="connsiteX9" fmla="*/ 746125 w 1320800"/>
              <a:gd name="connsiteY9" fmla="*/ 593725 h 768350"/>
              <a:gd name="connsiteX10" fmla="*/ 736600 w 1320800"/>
              <a:gd name="connsiteY10" fmla="*/ 587375 h 768350"/>
              <a:gd name="connsiteX11" fmla="*/ 739775 w 1320800"/>
              <a:gd name="connsiteY11" fmla="*/ 558800 h 768350"/>
              <a:gd name="connsiteX12" fmla="*/ 752475 w 1320800"/>
              <a:gd name="connsiteY12" fmla="*/ 520700 h 768350"/>
              <a:gd name="connsiteX13" fmla="*/ 755650 w 1320800"/>
              <a:gd name="connsiteY13" fmla="*/ 511175 h 768350"/>
              <a:gd name="connsiteX14" fmla="*/ 765175 w 1320800"/>
              <a:gd name="connsiteY14" fmla="*/ 504825 h 768350"/>
              <a:gd name="connsiteX15" fmla="*/ 781050 w 1320800"/>
              <a:gd name="connsiteY15" fmla="*/ 492125 h 768350"/>
              <a:gd name="connsiteX16" fmla="*/ 784225 w 1320800"/>
              <a:gd name="connsiteY16" fmla="*/ 482600 h 768350"/>
              <a:gd name="connsiteX17" fmla="*/ 793750 w 1320800"/>
              <a:gd name="connsiteY17" fmla="*/ 479425 h 768350"/>
              <a:gd name="connsiteX18" fmla="*/ 857250 w 1320800"/>
              <a:gd name="connsiteY18" fmla="*/ 476250 h 768350"/>
              <a:gd name="connsiteX19" fmla="*/ 866775 w 1320800"/>
              <a:gd name="connsiteY19" fmla="*/ 473075 h 768350"/>
              <a:gd name="connsiteX20" fmla="*/ 876300 w 1320800"/>
              <a:gd name="connsiteY20" fmla="*/ 466725 h 768350"/>
              <a:gd name="connsiteX21" fmla="*/ 942975 w 1320800"/>
              <a:gd name="connsiteY21" fmla="*/ 463550 h 768350"/>
              <a:gd name="connsiteX22" fmla="*/ 949325 w 1320800"/>
              <a:gd name="connsiteY22" fmla="*/ 454025 h 768350"/>
              <a:gd name="connsiteX23" fmla="*/ 977900 w 1320800"/>
              <a:gd name="connsiteY23" fmla="*/ 438150 h 768350"/>
              <a:gd name="connsiteX24" fmla="*/ 993775 w 1320800"/>
              <a:gd name="connsiteY24" fmla="*/ 425450 h 768350"/>
              <a:gd name="connsiteX25" fmla="*/ 1012825 w 1320800"/>
              <a:gd name="connsiteY25" fmla="*/ 412750 h 768350"/>
              <a:gd name="connsiteX26" fmla="*/ 1022350 w 1320800"/>
              <a:gd name="connsiteY26" fmla="*/ 406400 h 768350"/>
              <a:gd name="connsiteX27" fmla="*/ 1050925 w 1320800"/>
              <a:gd name="connsiteY27" fmla="*/ 396875 h 768350"/>
              <a:gd name="connsiteX28" fmla="*/ 1069975 w 1320800"/>
              <a:gd name="connsiteY28" fmla="*/ 387350 h 768350"/>
              <a:gd name="connsiteX29" fmla="*/ 1089025 w 1320800"/>
              <a:gd name="connsiteY29" fmla="*/ 381000 h 768350"/>
              <a:gd name="connsiteX30" fmla="*/ 1098550 w 1320800"/>
              <a:gd name="connsiteY30" fmla="*/ 377825 h 768350"/>
              <a:gd name="connsiteX31" fmla="*/ 1108075 w 1320800"/>
              <a:gd name="connsiteY31" fmla="*/ 371475 h 768350"/>
              <a:gd name="connsiteX32" fmla="*/ 1120775 w 1320800"/>
              <a:gd name="connsiteY32" fmla="*/ 368300 h 768350"/>
              <a:gd name="connsiteX33" fmla="*/ 1149350 w 1320800"/>
              <a:gd name="connsiteY33" fmla="*/ 358775 h 768350"/>
              <a:gd name="connsiteX34" fmla="*/ 1158875 w 1320800"/>
              <a:gd name="connsiteY34" fmla="*/ 355600 h 768350"/>
              <a:gd name="connsiteX35" fmla="*/ 1168400 w 1320800"/>
              <a:gd name="connsiteY35" fmla="*/ 352425 h 768350"/>
              <a:gd name="connsiteX36" fmla="*/ 1177925 w 1320800"/>
              <a:gd name="connsiteY36" fmla="*/ 346075 h 768350"/>
              <a:gd name="connsiteX37" fmla="*/ 1187450 w 1320800"/>
              <a:gd name="connsiteY37" fmla="*/ 327025 h 768350"/>
              <a:gd name="connsiteX38" fmla="*/ 1196975 w 1320800"/>
              <a:gd name="connsiteY38" fmla="*/ 317500 h 768350"/>
              <a:gd name="connsiteX39" fmla="*/ 1209675 w 1320800"/>
              <a:gd name="connsiteY39" fmla="*/ 298450 h 768350"/>
              <a:gd name="connsiteX40" fmla="*/ 1212850 w 1320800"/>
              <a:gd name="connsiteY40" fmla="*/ 288925 h 768350"/>
              <a:gd name="connsiteX41" fmla="*/ 1244600 w 1320800"/>
              <a:gd name="connsiteY41" fmla="*/ 257175 h 768350"/>
              <a:gd name="connsiteX42" fmla="*/ 1263650 w 1320800"/>
              <a:gd name="connsiteY42" fmla="*/ 247650 h 768350"/>
              <a:gd name="connsiteX43" fmla="*/ 1273175 w 1320800"/>
              <a:gd name="connsiteY43" fmla="*/ 244475 h 768350"/>
              <a:gd name="connsiteX44" fmla="*/ 1282700 w 1320800"/>
              <a:gd name="connsiteY44" fmla="*/ 238125 h 768350"/>
              <a:gd name="connsiteX45" fmla="*/ 1301750 w 1320800"/>
              <a:gd name="connsiteY45" fmla="*/ 231775 h 768350"/>
              <a:gd name="connsiteX46" fmla="*/ 1308100 w 1320800"/>
              <a:gd name="connsiteY46" fmla="*/ 222250 h 768350"/>
              <a:gd name="connsiteX47" fmla="*/ 1317625 w 1320800"/>
              <a:gd name="connsiteY47" fmla="*/ 215900 h 768350"/>
              <a:gd name="connsiteX48" fmla="*/ 1320800 w 1320800"/>
              <a:gd name="connsiteY48" fmla="*/ 206375 h 768350"/>
              <a:gd name="connsiteX49" fmla="*/ 1317625 w 1320800"/>
              <a:gd name="connsiteY49" fmla="*/ 190500 h 768350"/>
              <a:gd name="connsiteX50" fmla="*/ 1298575 w 1320800"/>
              <a:gd name="connsiteY50" fmla="*/ 177800 h 768350"/>
              <a:gd name="connsiteX51" fmla="*/ 1289050 w 1320800"/>
              <a:gd name="connsiteY51" fmla="*/ 171450 h 768350"/>
              <a:gd name="connsiteX52" fmla="*/ 1270000 w 1320800"/>
              <a:gd name="connsiteY52" fmla="*/ 165100 h 768350"/>
              <a:gd name="connsiteX53" fmla="*/ 1250950 w 1320800"/>
              <a:gd name="connsiteY53" fmla="*/ 152400 h 768350"/>
              <a:gd name="connsiteX54" fmla="*/ 1247775 w 1320800"/>
              <a:gd name="connsiteY54" fmla="*/ 142875 h 768350"/>
              <a:gd name="connsiteX55" fmla="*/ 1241425 w 1320800"/>
              <a:gd name="connsiteY55" fmla="*/ 133350 h 768350"/>
              <a:gd name="connsiteX56" fmla="*/ 1238250 w 1320800"/>
              <a:gd name="connsiteY56" fmla="*/ 120650 h 768350"/>
              <a:gd name="connsiteX57" fmla="*/ 1241425 w 1320800"/>
              <a:gd name="connsiteY57" fmla="*/ 92075 h 768350"/>
              <a:gd name="connsiteX58" fmla="*/ 1244600 w 1320800"/>
              <a:gd name="connsiteY58" fmla="*/ 82550 h 768350"/>
              <a:gd name="connsiteX59" fmla="*/ 1263650 w 1320800"/>
              <a:gd name="connsiteY59" fmla="*/ 76200 h 768350"/>
              <a:gd name="connsiteX60" fmla="*/ 1266825 w 1320800"/>
              <a:gd name="connsiteY60" fmla="*/ 66675 h 768350"/>
              <a:gd name="connsiteX61" fmla="*/ 1279525 w 1320800"/>
              <a:gd name="connsiteY61" fmla="*/ 47625 h 768350"/>
              <a:gd name="connsiteX62" fmla="*/ 1282700 w 1320800"/>
              <a:gd name="connsiteY62" fmla="*/ 38100 h 768350"/>
              <a:gd name="connsiteX63" fmla="*/ 1257300 w 1320800"/>
              <a:gd name="connsiteY63" fmla="*/ 6350 h 768350"/>
              <a:gd name="connsiteX64" fmla="*/ 1238250 w 1320800"/>
              <a:gd name="connsiteY64" fmla="*/ 0 h 768350"/>
              <a:gd name="connsiteX65" fmla="*/ 1212850 w 1320800"/>
              <a:gd name="connsiteY65" fmla="*/ 3175 h 768350"/>
              <a:gd name="connsiteX66" fmla="*/ 1206500 w 1320800"/>
              <a:gd name="connsiteY66" fmla="*/ 12700 h 768350"/>
              <a:gd name="connsiteX67" fmla="*/ 1196975 w 1320800"/>
              <a:gd name="connsiteY67" fmla="*/ 22225 h 768350"/>
              <a:gd name="connsiteX68" fmla="*/ 1181100 w 1320800"/>
              <a:gd name="connsiteY68" fmla="*/ 47625 h 768350"/>
              <a:gd name="connsiteX69" fmla="*/ 1155700 w 1320800"/>
              <a:gd name="connsiteY69" fmla="*/ 69850 h 768350"/>
              <a:gd name="connsiteX70" fmla="*/ 1146175 w 1320800"/>
              <a:gd name="connsiteY70" fmla="*/ 76200 h 768350"/>
              <a:gd name="connsiteX71" fmla="*/ 1136650 w 1320800"/>
              <a:gd name="connsiteY71" fmla="*/ 82550 h 768350"/>
              <a:gd name="connsiteX72" fmla="*/ 1117600 w 1320800"/>
              <a:gd name="connsiteY72" fmla="*/ 88900 h 768350"/>
              <a:gd name="connsiteX73" fmla="*/ 1035050 w 1320800"/>
              <a:gd name="connsiteY73" fmla="*/ 95250 h 768350"/>
              <a:gd name="connsiteX74" fmla="*/ 1000125 w 1320800"/>
              <a:gd name="connsiteY74" fmla="*/ 101600 h 768350"/>
              <a:gd name="connsiteX75" fmla="*/ 971550 w 1320800"/>
              <a:gd name="connsiteY75" fmla="*/ 107950 h 768350"/>
              <a:gd name="connsiteX76" fmla="*/ 952500 w 1320800"/>
              <a:gd name="connsiteY76" fmla="*/ 111125 h 768350"/>
              <a:gd name="connsiteX77" fmla="*/ 901700 w 1320800"/>
              <a:gd name="connsiteY77" fmla="*/ 120650 h 768350"/>
              <a:gd name="connsiteX78" fmla="*/ 863600 w 1320800"/>
              <a:gd name="connsiteY78" fmla="*/ 123825 h 768350"/>
              <a:gd name="connsiteX79" fmla="*/ 793750 w 1320800"/>
              <a:gd name="connsiteY79" fmla="*/ 123825 h 768350"/>
              <a:gd name="connsiteX80" fmla="*/ 784225 w 1320800"/>
              <a:gd name="connsiteY80" fmla="*/ 127000 h 768350"/>
              <a:gd name="connsiteX81" fmla="*/ 774700 w 1320800"/>
              <a:gd name="connsiteY81" fmla="*/ 133350 h 768350"/>
              <a:gd name="connsiteX82" fmla="*/ 749300 w 1320800"/>
              <a:gd name="connsiteY82" fmla="*/ 127000 h 768350"/>
              <a:gd name="connsiteX83" fmla="*/ 739775 w 1320800"/>
              <a:gd name="connsiteY83" fmla="*/ 120650 h 768350"/>
              <a:gd name="connsiteX84" fmla="*/ 720725 w 1320800"/>
              <a:gd name="connsiteY84" fmla="*/ 114300 h 768350"/>
              <a:gd name="connsiteX85" fmla="*/ 701675 w 1320800"/>
              <a:gd name="connsiteY85" fmla="*/ 117475 h 768350"/>
              <a:gd name="connsiteX86" fmla="*/ 685800 w 1320800"/>
              <a:gd name="connsiteY86" fmla="*/ 120650 h 768350"/>
              <a:gd name="connsiteX87" fmla="*/ 647700 w 1320800"/>
              <a:gd name="connsiteY87" fmla="*/ 123825 h 768350"/>
              <a:gd name="connsiteX88" fmla="*/ 561975 w 1320800"/>
              <a:gd name="connsiteY88" fmla="*/ 117475 h 768350"/>
              <a:gd name="connsiteX89" fmla="*/ 552450 w 1320800"/>
              <a:gd name="connsiteY89" fmla="*/ 114300 h 768350"/>
              <a:gd name="connsiteX90" fmla="*/ 539750 w 1320800"/>
              <a:gd name="connsiteY90" fmla="*/ 117475 h 768350"/>
              <a:gd name="connsiteX91" fmla="*/ 523875 w 1320800"/>
              <a:gd name="connsiteY91" fmla="*/ 133350 h 768350"/>
              <a:gd name="connsiteX92" fmla="*/ 514350 w 1320800"/>
              <a:gd name="connsiteY92" fmla="*/ 152400 h 768350"/>
              <a:gd name="connsiteX93" fmla="*/ 495300 w 1320800"/>
              <a:gd name="connsiteY93" fmla="*/ 158750 h 768350"/>
              <a:gd name="connsiteX94" fmla="*/ 485775 w 1320800"/>
              <a:gd name="connsiteY94" fmla="*/ 161925 h 768350"/>
              <a:gd name="connsiteX95" fmla="*/ 447675 w 1320800"/>
              <a:gd name="connsiteY95" fmla="*/ 158750 h 768350"/>
              <a:gd name="connsiteX96" fmla="*/ 428625 w 1320800"/>
              <a:gd name="connsiteY96" fmla="*/ 152400 h 768350"/>
              <a:gd name="connsiteX97" fmla="*/ 419100 w 1320800"/>
              <a:gd name="connsiteY97" fmla="*/ 149225 h 768350"/>
              <a:gd name="connsiteX98" fmla="*/ 279400 w 1320800"/>
              <a:gd name="connsiteY98" fmla="*/ 155575 h 768350"/>
              <a:gd name="connsiteX99" fmla="*/ 222250 w 1320800"/>
              <a:gd name="connsiteY99" fmla="*/ 152400 h 768350"/>
              <a:gd name="connsiteX100" fmla="*/ 206375 w 1320800"/>
              <a:gd name="connsiteY100" fmla="*/ 136525 h 768350"/>
              <a:gd name="connsiteX101" fmla="*/ 196850 w 1320800"/>
              <a:gd name="connsiteY101" fmla="*/ 130175 h 768350"/>
              <a:gd name="connsiteX102" fmla="*/ 180975 w 1320800"/>
              <a:gd name="connsiteY102" fmla="*/ 117475 h 768350"/>
              <a:gd name="connsiteX103" fmla="*/ 161925 w 1320800"/>
              <a:gd name="connsiteY103" fmla="*/ 104775 h 768350"/>
              <a:gd name="connsiteX104" fmla="*/ 152400 w 1320800"/>
              <a:gd name="connsiteY104" fmla="*/ 98425 h 768350"/>
              <a:gd name="connsiteX105" fmla="*/ 142875 w 1320800"/>
              <a:gd name="connsiteY105" fmla="*/ 95250 h 768350"/>
              <a:gd name="connsiteX106" fmla="*/ 133350 w 1320800"/>
              <a:gd name="connsiteY106" fmla="*/ 88900 h 768350"/>
              <a:gd name="connsiteX107" fmla="*/ 114300 w 1320800"/>
              <a:gd name="connsiteY107" fmla="*/ 82550 h 768350"/>
              <a:gd name="connsiteX108" fmla="*/ 98425 w 1320800"/>
              <a:gd name="connsiteY108" fmla="*/ 66675 h 768350"/>
              <a:gd name="connsiteX109" fmla="*/ 92075 w 1320800"/>
              <a:gd name="connsiteY109" fmla="*/ 57150 h 768350"/>
              <a:gd name="connsiteX110" fmla="*/ 73025 w 1320800"/>
              <a:gd name="connsiteY110" fmla="*/ 50800 h 768350"/>
              <a:gd name="connsiteX111" fmla="*/ 63500 w 1320800"/>
              <a:gd name="connsiteY111" fmla="*/ 47625 h 768350"/>
              <a:gd name="connsiteX112" fmla="*/ 34925 w 1320800"/>
              <a:gd name="connsiteY112" fmla="*/ 41275 h 768350"/>
              <a:gd name="connsiteX113" fmla="*/ 28575 w 1320800"/>
              <a:gd name="connsiteY113" fmla="*/ 22225 h 768350"/>
              <a:gd name="connsiteX114" fmla="*/ 9525 w 1320800"/>
              <a:gd name="connsiteY114" fmla="*/ 9525 h 768350"/>
              <a:gd name="connsiteX115" fmla="*/ 0 w 1320800"/>
              <a:gd name="connsiteY115" fmla="*/ 635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320800" h="768350">
                <a:moveTo>
                  <a:pt x="806450" y="768350"/>
                </a:moveTo>
                <a:cubicBezTo>
                  <a:pt x="801158" y="767292"/>
                  <a:pt x="793813" y="769492"/>
                  <a:pt x="790575" y="765175"/>
                </a:cubicBezTo>
                <a:cubicBezTo>
                  <a:pt x="786085" y="759188"/>
                  <a:pt x="788739" y="750313"/>
                  <a:pt x="787400" y="742950"/>
                </a:cubicBezTo>
                <a:cubicBezTo>
                  <a:pt x="783441" y="721174"/>
                  <a:pt x="785584" y="738860"/>
                  <a:pt x="781050" y="720725"/>
                </a:cubicBezTo>
                <a:cubicBezTo>
                  <a:pt x="779239" y="713479"/>
                  <a:pt x="778329" y="702583"/>
                  <a:pt x="774700" y="695325"/>
                </a:cubicBezTo>
                <a:cubicBezTo>
                  <a:pt x="772993" y="691912"/>
                  <a:pt x="770467" y="688975"/>
                  <a:pt x="768350" y="685800"/>
                </a:cubicBezTo>
                <a:cubicBezTo>
                  <a:pt x="760377" y="653906"/>
                  <a:pt x="764760" y="668679"/>
                  <a:pt x="755650" y="641350"/>
                </a:cubicBezTo>
                <a:lnTo>
                  <a:pt x="752475" y="631825"/>
                </a:lnTo>
                <a:cubicBezTo>
                  <a:pt x="751417" y="622300"/>
                  <a:pt x="750876" y="612703"/>
                  <a:pt x="749300" y="603250"/>
                </a:cubicBezTo>
                <a:cubicBezTo>
                  <a:pt x="748750" y="599949"/>
                  <a:pt x="748216" y="596338"/>
                  <a:pt x="746125" y="593725"/>
                </a:cubicBezTo>
                <a:cubicBezTo>
                  <a:pt x="743741" y="590745"/>
                  <a:pt x="739775" y="589492"/>
                  <a:pt x="736600" y="587375"/>
                </a:cubicBezTo>
                <a:cubicBezTo>
                  <a:pt x="731308" y="571500"/>
                  <a:pt x="732367" y="581025"/>
                  <a:pt x="739775" y="558800"/>
                </a:cubicBezTo>
                <a:lnTo>
                  <a:pt x="752475" y="520700"/>
                </a:lnTo>
                <a:cubicBezTo>
                  <a:pt x="753533" y="517525"/>
                  <a:pt x="752865" y="513031"/>
                  <a:pt x="755650" y="511175"/>
                </a:cubicBezTo>
                <a:lnTo>
                  <a:pt x="765175" y="504825"/>
                </a:lnTo>
                <a:cubicBezTo>
                  <a:pt x="793365" y="462540"/>
                  <a:pt x="750378" y="522797"/>
                  <a:pt x="781050" y="492125"/>
                </a:cubicBezTo>
                <a:cubicBezTo>
                  <a:pt x="783417" y="489758"/>
                  <a:pt x="781858" y="484967"/>
                  <a:pt x="784225" y="482600"/>
                </a:cubicBezTo>
                <a:cubicBezTo>
                  <a:pt x="786592" y="480233"/>
                  <a:pt x="790416" y="479715"/>
                  <a:pt x="793750" y="479425"/>
                </a:cubicBezTo>
                <a:cubicBezTo>
                  <a:pt x="814863" y="477589"/>
                  <a:pt x="836083" y="477308"/>
                  <a:pt x="857250" y="476250"/>
                </a:cubicBezTo>
                <a:cubicBezTo>
                  <a:pt x="860425" y="475192"/>
                  <a:pt x="863782" y="474572"/>
                  <a:pt x="866775" y="473075"/>
                </a:cubicBezTo>
                <a:cubicBezTo>
                  <a:pt x="870188" y="471368"/>
                  <a:pt x="872514" y="467198"/>
                  <a:pt x="876300" y="466725"/>
                </a:cubicBezTo>
                <a:cubicBezTo>
                  <a:pt x="898378" y="463965"/>
                  <a:pt x="920750" y="464608"/>
                  <a:pt x="942975" y="463550"/>
                </a:cubicBezTo>
                <a:cubicBezTo>
                  <a:pt x="945092" y="460375"/>
                  <a:pt x="946453" y="456538"/>
                  <a:pt x="949325" y="454025"/>
                </a:cubicBezTo>
                <a:cubicBezTo>
                  <a:pt x="962762" y="442268"/>
                  <a:pt x="964818" y="442511"/>
                  <a:pt x="977900" y="438150"/>
                </a:cubicBezTo>
                <a:cubicBezTo>
                  <a:pt x="989633" y="420551"/>
                  <a:pt x="977537" y="434471"/>
                  <a:pt x="993775" y="425450"/>
                </a:cubicBezTo>
                <a:cubicBezTo>
                  <a:pt x="1000446" y="421744"/>
                  <a:pt x="1006475" y="416983"/>
                  <a:pt x="1012825" y="412750"/>
                </a:cubicBezTo>
                <a:cubicBezTo>
                  <a:pt x="1016000" y="410633"/>
                  <a:pt x="1018730" y="407607"/>
                  <a:pt x="1022350" y="406400"/>
                </a:cubicBezTo>
                <a:lnTo>
                  <a:pt x="1050925" y="396875"/>
                </a:lnTo>
                <a:cubicBezTo>
                  <a:pt x="1085663" y="385296"/>
                  <a:pt x="1033046" y="403763"/>
                  <a:pt x="1069975" y="387350"/>
                </a:cubicBezTo>
                <a:cubicBezTo>
                  <a:pt x="1076092" y="384632"/>
                  <a:pt x="1082675" y="383117"/>
                  <a:pt x="1089025" y="381000"/>
                </a:cubicBezTo>
                <a:cubicBezTo>
                  <a:pt x="1092200" y="379942"/>
                  <a:pt x="1095765" y="379681"/>
                  <a:pt x="1098550" y="377825"/>
                </a:cubicBezTo>
                <a:cubicBezTo>
                  <a:pt x="1101725" y="375708"/>
                  <a:pt x="1104568" y="372978"/>
                  <a:pt x="1108075" y="371475"/>
                </a:cubicBezTo>
                <a:cubicBezTo>
                  <a:pt x="1112086" y="369756"/>
                  <a:pt x="1116595" y="369554"/>
                  <a:pt x="1120775" y="368300"/>
                </a:cubicBezTo>
                <a:lnTo>
                  <a:pt x="1149350" y="358775"/>
                </a:lnTo>
                <a:lnTo>
                  <a:pt x="1158875" y="355600"/>
                </a:lnTo>
                <a:cubicBezTo>
                  <a:pt x="1162050" y="354542"/>
                  <a:pt x="1165615" y="354281"/>
                  <a:pt x="1168400" y="352425"/>
                </a:cubicBezTo>
                <a:lnTo>
                  <a:pt x="1177925" y="346075"/>
                </a:lnTo>
                <a:cubicBezTo>
                  <a:pt x="1181107" y="336529"/>
                  <a:pt x="1180611" y="335231"/>
                  <a:pt x="1187450" y="327025"/>
                </a:cubicBezTo>
                <a:cubicBezTo>
                  <a:pt x="1190325" y="323576"/>
                  <a:pt x="1194218" y="321044"/>
                  <a:pt x="1196975" y="317500"/>
                </a:cubicBezTo>
                <a:cubicBezTo>
                  <a:pt x="1201660" y="311476"/>
                  <a:pt x="1207262" y="305690"/>
                  <a:pt x="1209675" y="298450"/>
                </a:cubicBezTo>
                <a:cubicBezTo>
                  <a:pt x="1210733" y="295275"/>
                  <a:pt x="1211225" y="291851"/>
                  <a:pt x="1212850" y="288925"/>
                </a:cubicBezTo>
                <a:cubicBezTo>
                  <a:pt x="1220547" y="275070"/>
                  <a:pt x="1228436" y="262563"/>
                  <a:pt x="1244600" y="257175"/>
                </a:cubicBezTo>
                <a:cubicBezTo>
                  <a:pt x="1268541" y="249195"/>
                  <a:pt x="1239031" y="259960"/>
                  <a:pt x="1263650" y="247650"/>
                </a:cubicBezTo>
                <a:cubicBezTo>
                  <a:pt x="1266643" y="246153"/>
                  <a:pt x="1270182" y="245972"/>
                  <a:pt x="1273175" y="244475"/>
                </a:cubicBezTo>
                <a:cubicBezTo>
                  <a:pt x="1276588" y="242768"/>
                  <a:pt x="1279213" y="239675"/>
                  <a:pt x="1282700" y="238125"/>
                </a:cubicBezTo>
                <a:cubicBezTo>
                  <a:pt x="1288817" y="235407"/>
                  <a:pt x="1301750" y="231775"/>
                  <a:pt x="1301750" y="231775"/>
                </a:cubicBezTo>
                <a:cubicBezTo>
                  <a:pt x="1303867" y="228600"/>
                  <a:pt x="1305402" y="224948"/>
                  <a:pt x="1308100" y="222250"/>
                </a:cubicBezTo>
                <a:cubicBezTo>
                  <a:pt x="1310798" y="219552"/>
                  <a:pt x="1315241" y="218880"/>
                  <a:pt x="1317625" y="215900"/>
                </a:cubicBezTo>
                <a:cubicBezTo>
                  <a:pt x="1319716" y="213287"/>
                  <a:pt x="1319742" y="209550"/>
                  <a:pt x="1320800" y="206375"/>
                </a:cubicBezTo>
                <a:cubicBezTo>
                  <a:pt x="1319742" y="201083"/>
                  <a:pt x="1320038" y="195327"/>
                  <a:pt x="1317625" y="190500"/>
                </a:cubicBezTo>
                <a:cubicBezTo>
                  <a:pt x="1311606" y="178463"/>
                  <a:pt x="1307982" y="182504"/>
                  <a:pt x="1298575" y="177800"/>
                </a:cubicBezTo>
                <a:cubicBezTo>
                  <a:pt x="1295162" y="176093"/>
                  <a:pt x="1292537" y="173000"/>
                  <a:pt x="1289050" y="171450"/>
                </a:cubicBezTo>
                <a:cubicBezTo>
                  <a:pt x="1282933" y="168732"/>
                  <a:pt x="1275569" y="168813"/>
                  <a:pt x="1270000" y="165100"/>
                </a:cubicBezTo>
                <a:lnTo>
                  <a:pt x="1250950" y="152400"/>
                </a:lnTo>
                <a:cubicBezTo>
                  <a:pt x="1249892" y="149225"/>
                  <a:pt x="1249272" y="145868"/>
                  <a:pt x="1247775" y="142875"/>
                </a:cubicBezTo>
                <a:cubicBezTo>
                  <a:pt x="1246068" y="139462"/>
                  <a:pt x="1242928" y="136857"/>
                  <a:pt x="1241425" y="133350"/>
                </a:cubicBezTo>
                <a:cubicBezTo>
                  <a:pt x="1239706" y="129339"/>
                  <a:pt x="1239308" y="124883"/>
                  <a:pt x="1238250" y="120650"/>
                </a:cubicBezTo>
                <a:cubicBezTo>
                  <a:pt x="1239308" y="111125"/>
                  <a:pt x="1239849" y="101528"/>
                  <a:pt x="1241425" y="92075"/>
                </a:cubicBezTo>
                <a:cubicBezTo>
                  <a:pt x="1241975" y="88774"/>
                  <a:pt x="1241877" y="84495"/>
                  <a:pt x="1244600" y="82550"/>
                </a:cubicBezTo>
                <a:cubicBezTo>
                  <a:pt x="1250047" y="78659"/>
                  <a:pt x="1263650" y="76200"/>
                  <a:pt x="1263650" y="76200"/>
                </a:cubicBezTo>
                <a:cubicBezTo>
                  <a:pt x="1264708" y="73025"/>
                  <a:pt x="1265200" y="69601"/>
                  <a:pt x="1266825" y="66675"/>
                </a:cubicBezTo>
                <a:cubicBezTo>
                  <a:pt x="1270531" y="60004"/>
                  <a:pt x="1277112" y="54865"/>
                  <a:pt x="1279525" y="47625"/>
                </a:cubicBezTo>
                <a:lnTo>
                  <a:pt x="1282700" y="38100"/>
                </a:lnTo>
                <a:cubicBezTo>
                  <a:pt x="1276636" y="19907"/>
                  <a:pt x="1278842" y="13531"/>
                  <a:pt x="1257300" y="6350"/>
                </a:cubicBezTo>
                <a:lnTo>
                  <a:pt x="1238250" y="0"/>
                </a:lnTo>
                <a:cubicBezTo>
                  <a:pt x="1229783" y="1058"/>
                  <a:pt x="1220772" y="6"/>
                  <a:pt x="1212850" y="3175"/>
                </a:cubicBezTo>
                <a:cubicBezTo>
                  <a:pt x="1209307" y="4592"/>
                  <a:pt x="1208943" y="9769"/>
                  <a:pt x="1206500" y="12700"/>
                </a:cubicBezTo>
                <a:cubicBezTo>
                  <a:pt x="1203625" y="16149"/>
                  <a:pt x="1200150" y="19050"/>
                  <a:pt x="1196975" y="22225"/>
                </a:cubicBezTo>
                <a:cubicBezTo>
                  <a:pt x="1189418" y="44895"/>
                  <a:pt x="1196194" y="37562"/>
                  <a:pt x="1181100" y="47625"/>
                </a:cubicBezTo>
                <a:cubicBezTo>
                  <a:pt x="1170517" y="63500"/>
                  <a:pt x="1177925" y="55033"/>
                  <a:pt x="1155700" y="69850"/>
                </a:cubicBezTo>
                <a:lnTo>
                  <a:pt x="1146175" y="76200"/>
                </a:lnTo>
                <a:cubicBezTo>
                  <a:pt x="1143000" y="78317"/>
                  <a:pt x="1140270" y="81343"/>
                  <a:pt x="1136650" y="82550"/>
                </a:cubicBezTo>
                <a:lnTo>
                  <a:pt x="1117600" y="88900"/>
                </a:lnTo>
                <a:cubicBezTo>
                  <a:pt x="1084961" y="99780"/>
                  <a:pt x="1111419" y="91930"/>
                  <a:pt x="1035050" y="95250"/>
                </a:cubicBezTo>
                <a:cubicBezTo>
                  <a:pt x="995836" y="103093"/>
                  <a:pt x="1044809" y="93476"/>
                  <a:pt x="1000125" y="101600"/>
                </a:cubicBezTo>
                <a:cubicBezTo>
                  <a:pt x="939129" y="112690"/>
                  <a:pt x="1022511" y="97758"/>
                  <a:pt x="971550" y="107950"/>
                </a:cubicBezTo>
                <a:cubicBezTo>
                  <a:pt x="965237" y="109213"/>
                  <a:pt x="958827" y="109939"/>
                  <a:pt x="952500" y="111125"/>
                </a:cubicBezTo>
                <a:cubicBezTo>
                  <a:pt x="944418" y="112640"/>
                  <a:pt x="913514" y="119337"/>
                  <a:pt x="901700" y="120650"/>
                </a:cubicBezTo>
                <a:cubicBezTo>
                  <a:pt x="889034" y="122057"/>
                  <a:pt x="876300" y="122767"/>
                  <a:pt x="863600" y="123825"/>
                </a:cubicBezTo>
                <a:cubicBezTo>
                  <a:pt x="826657" y="120983"/>
                  <a:pt x="826395" y="118384"/>
                  <a:pt x="793750" y="123825"/>
                </a:cubicBezTo>
                <a:cubicBezTo>
                  <a:pt x="790449" y="124375"/>
                  <a:pt x="787218" y="125503"/>
                  <a:pt x="784225" y="127000"/>
                </a:cubicBezTo>
                <a:cubicBezTo>
                  <a:pt x="780812" y="128707"/>
                  <a:pt x="777875" y="131233"/>
                  <a:pt x="774700" y="133350"/>
                </a:cubicBezTo>
                <a:cubicBezTo>
                  <a:pt x="768662" y="132142"/>
                  <a:pt x="755809" y="130254"/>
                  <a:pt x="749300" y="127000"/>
                </a:cubicBezTo>
                <a:cubicBezTo>
                  <a:pt x="745887" y="125293"/>
                  <a:pt x="743262" y="122200"/>
                  <a:pt x="739775" y="120650"/>
                </a:cubicBezTo>
                <a:cubicBezTo>
                  <a:pt x="733658" y="117932"/>
                  <a:pt x="720725" y="114300"/>
                  <a:pt x="720725" y="114300"/>
                </a:cubicBezTo>
                <a:lnTo>
                  <a:pt x="701675" y="117475"/>
                </a:lnTo>
                <a:cubicBezTo>
                  <a:pt x="696366" y="118440"/>
                  <a:pt x="691159" y="120019"/>
                  <a:pt x="685800" y="120650"/>
                </a:cubicBezTo>
                <a:cubicBezTo>
                  <a:pt x="673143" y="122139"/>
                  <a:pt x="660400" y="122767"/>
                  <a:pt x="647700" y="123825"/>
                </a:cubicBezTo>
                <a:cubicBezTo>
                  <a:pt x="619681" y="122491"/>
                  <a:pt x="589928" y="123687"/>
                  <a:pt x="561975" y="117475"/>
                </a:cubicBezTo>
                <a:cubicBezTo>
                  <a:pt x="558708" y="116749"/>
                  <a:pt x="555625" y="115358"/>
                  <a:pt x="552450" y="114300"/>
                </a:cubicBezTo>
                <a:cubicBezTo>
                  <a:pt x="548217" y="115358"/>
                  <a:pt x="543761" y="115756"/>
                  <a:pt x="539750" y="117475"/>
                </a:cubicBezTo>
                <a:cubicBezTo>
                  <a:pt x="531668" y="120939"/>
                  <a:pt x="527723" y="125653"/>
                  <a:pt x="523875" y="133350"/>
                </a:cubicBezTo>
                <a:cubicBezTo>
                  <a:pt x="520887" y="139326"/>
                  <a:pt x="520968" y="148264"/>
                  <a:pt x="514350" y="152400"/>
                </a:cubicBezTo>
                <a:cubicBezTo>
                  <a:pt x="508674" y="155948"/>
                  <a:pt x="501650" y="156633"/>
                  <a:pt x="495300" y="158750"/>
                </a:cubicBezTo>
                <a:lnTo>
                  <a:pt x="485775" y="161925"/>
                </a:lnTo>
                <a:cubicBezTo>
                  <a:pt x="473075" y="160867"/>
                  <a:pt x="460246" y="160845"/>
                  <a:pt x="447675" y="158750"/>
                </a:cubicBezTo>
                <a:cubicBezTo>
                  <a:pt x="441073" y="157650"/>
                  <a:pt x="434975" y="154517"/>
                  <a:pt x="428625" y="152400"/>
                </a:cubicBezTo>
                <a:lnTo>
                  <a:pt x="419100" y="149225"/>
                </a:lnTo>
                <a:lnTo>
                  <a:pt x="279400" y="155575"/>
                </a:lnTo>
                <a:cubicBezTo>
                  <a:pt x="260321" y="155575"/>
                  <a:pt x="241300" y="153458"/>
                  <a:pt x="222250" y="152400"/>
                </a:cubicBezTo>
                <a:cubicBezTo>
                  <a:pt x="196850" y="135467"/>
                  <a:pt x="227542" y="157692"/>
                  <a:pt x="206375" y="136525"/>
                </a:cubicBezTo>
                <a:cubicBezTo>
                  <a:pt x="203677" y="133827"/>
                  <a:pt x="200025" y="132292"/>
                  <a:pt x="196850" y="130175"/>
                </a:cubicBezTo>
                <a:cubicBezTo>
                  <a:pt x="185117" y="112576"/>
                  <a:pt x="197213" y="126496"/>
                  <a:pt x="180975" y="117475"/>
                </a:cubicBezTo>
                <a:cubicBezTo>
                  <a:pt x="174304" y="113769"/>
                  <a:pt x="168275" y="109008"/>
                  <a:pt x="161925" y="104775"/>
                </a:cubicBezTo>
                <a:cubicBezTo>
                  <a:pt x="158750" y="102658"/>
                  <a:pt x="156020" y="99632"/>
                  <a:pt x="152400" y="98425"/>
                </a:cubicBezTo>
                <a:cubicBezTo>
                  <a:pt x="149225" y="97367"/>
                  <a:pt x="145868" y="96747"/>
                  <a:pt x="142875" y="95250"/>
                </a:cubicBezTo>
                <a:cubicBezTo>
                  <a:pt x="139462" y="93543"/>
                  <a:pt x="136837" y="90450"/>
                  <a:pt x="133350" y="88900"/>
                </a:cubicBezTo>
                <a:cubicBezTo>
                  <a:pt x="127233" y="86182"/>
                  <a:pt x="114300" y="82550"/>
                  <a:pt x="114300" y="82550"/>
                </a:cubicBezTo>
                <a:cubicBezTo>
                  <a:pt x="97367" y="57150"/>
                  <a:pt x="119592" y="87842"/>
                  <a:pt x="98425" y="66675"/>
                </a:cubicBezTo>
                <a:cubicBezTo>
                  <a:pt x="95727" y="63977"/>
                  <a:pt x="95311" y="59172"/>
                  <a:pt x="92075" y="57150"/>
                </a:cubicBezTo>
                <a:cubicBezTo>
                  <a:pt x="86399" y="53602"/>
                  <a:pt x="79375" y="52917"/>
                  <a:pt x="73025" y="50800"/>
                </a:cubicBezTo>
                <a:cubicBezTo>
                  <a:pt x="69850" y="49742"/>
                  <a:pt x="66801" y="48175"/>
                  <a:pt x="63500" y="47625"/>
                </a:cubicBezTo>
                <a:cubicBezTo>
                  <a:pt x="41149" y="43900"/>
                  <a:pt x="50557" y="46486"/>
                  <a:pt x="34925" y="41275"/>
                </a:cubicBezTo>
                <a:cubicBezTo>
                  <a:pt x="32808" y="34925"/>
                  <a:pt x="34144" y="25938"/>
                  <a:pt x="28575" y="22225"/>
                </a:cubicBezTo>
                <a:cubicBezTo>
                  <a:pt x="22225" y="17992"/>
                  <a:pt x="16765" y="11938"/>
                  <a:pt x="9525" y="9525"/>
                </a:cubicBezTo>
                <a:lnTo>
                  <a:pt x="0" y="6350"/>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FD1C519-B824-5049-9B8B-44570A85AA06}"/>
              </a:ext>
            </a:extLst>
          </p:cNvPr>
          <p:cNvSpPr txBox="1"/>
          <p:nvPr/>
        </p:nvSpPr>
        <p:spPr>
          <a:xfrm>
            <a:off x="7102955" y="3546635"/>
            <a:ext cx="1371601" cy="461665"/>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Brahmaputra River</a:t>
            </a:r>
          </a:p>
        </p:txBody>
      </p:sp>
      <p:cxnSp>
        <p:nvCxnSpPr>
          <p:cNvPr id="20" name="Straight Arrow Connector 19">
            <a:extLst>
              <a:ext uri="{FF2B5EF4-FFF2-40B4-BE49-F238E27FC236}">
                <a16:creationId xmlns:a16="http://schemas.microsoft.com/office/drawing/2014/main" id="{DAC33027-89D8-E44E-A14F-0AF30378DBB9}"/>
              </a:ext>
            </a:extLst>
          </p:cNvPr>
          <p:cNvCxnSpPr>
            <a:cxnSpLocks/>
          </p:cNvCxnSpPr>
          <p:nvPr/>
        </p:nvCxnSpPr>
        <p:spPr>
          <a:xfrm>
            <a:off x="6610233" y="3706812"/>
            <a:ext cx="7086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1" name="Picture 20">
            <a:extLst>
              <a:ext uri="{FF2B5EF4-FFF2-40B4-BE49-F238E27FC236}">
                <a16:creationId xmlns:a16="http://schemas.microsoft.com/office/drawing/2014/main" id="{F9907B6D-5FE7-A84B-AF84-99431EA7C83B}"/>
              </a:ext>
            </a:extLst>
          </p:cNvPr>
          <p:cNvPicPr>
            <a:picLocks noChangeAspect="1"/>
          </p:cNvPicPr>
          <p:nvPr/>
        </p:nvPicPr>
        <p:blipFill>
          <a:blip r:embed="rId3"/>
          <a:stretch>
            <a:fillRect/>
          </a:stretch>
        </p:blipFill>
        <p:spPr>
          <a:xfrm rot="5400000">
            <a:off x="2712819" y="158518"/>
            <a:ext cx="1886131" cy="509260"/>
          </a:xfrm>
          <a:prstGeom prst="rect">
            <a:avLst/>
          </a:prstGeom>
        </p:spPr>
      </p:pic>
      <p:sp>
        <p:nvSpPr>
          <p:cNvPr id="22" name="TextBox 21">
            <a:extLst>
              <a:ext uri="{FF2B5EF4-FFF2-40B4-BE49-F238E27FC236}">
                <a16:creationId xmlns:a16="http://schemas.microsoft.com/office/drawing/2014/main" id="{8ED50F34-917F-6044-B3C1-481D80D81BA0}"/>
              </a:ext>
            </a:extLst>
          </p:cNvPr>
          <p:cNvSpPr txBox="1"/>
          <p:nvPr/>
        </p:nvSpPr>
        <p:spPr>
          <a:xfrm rot="5400000">
            <a:off x="2030651" y="598463"/>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Ural Mts.</a:t>
            </a:r>
          </a:p>
        </p:txBody>
      </p:sp>
    </p:spTree>
    <p:extLst>
      <p:ext uri="{BB962C8B-B14F-4D97-AF65-F5344CB8AC3E}">
        <p14:creationId xmlns:p14="http://schemas.microsoft.com/office/powerpoint/2010/main" val="27147931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AFCD40C2-0736-4840-BC9B-D3C9AFAD283C}"/>
              </a:ext>
            </a:extLst>
          </p:cNvPr>
          <p:cNvPicPr>
            <a:picLocks noChangeAspect="1" noChangeArrowheads="1"/>
          </p:cNvPicPr>
          <p:nvPr/>
        </p:nvPicPr>
        <p:blipFill rotWithShape="1">
          <a:blip r:embed="rId2">
            <a:alphaModFix amt="85000"/>
            <a:extLst>
              <a:ext uri="{28A0092B-C50C-407E-A947-70E740481C1C}">
                <a14:useLocalDpi xmlns:a14="http://schemas.microsoft.com/office/drawing/2010/main" val="0"/>
              </a:ext>
            </a:extLst>
          </a:blip>
          <a:srcRect r="17268"/>
          <a:stretch/>
        </p:blipFill>
        <p:spPr bwMode="auto">
          <a:xfrm>
            <a:off x="0" y="0"/>
            <a:ext cx="999807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107996"/>
          </a:xfrm>
          <a:prstGeom prst="rect">
            <a:avLst/>
          </a:prstGeom>
          <a:solidFill>
            <a:srgbClr val="208371">
              <a:alpha val="90588"/>
            </a:srgbClr>
          </a:solidFill>
        </p:spPr>
        <p:txBody>
          <a:bodyPr wrap="square" rtlCol="0">
            <a:spAutoFit/>
          </a:bodyPr>
          <a:lstStyle/>
          <a:p>
            <a:r>
              <a:rPr lang="en-US" sz="6600" dirty="0">
                <a:solidFill>
                  <a:schemeClr val="bg1"/>
                </a:solidFill>
                <a:latin typeface="Gill Sans Ultra Bold" panose="020B0A02020104020203" pitchFamily="34" charset="77"/>
                <a:cs typeface="Aharoni" panose="02010803020104030203" pitchFamily="2" charset="-79"/>
              </a:rPr>
              <a:t>URAL MOUNTAINS:</a:t>
            </a:r>
            <a:endParaRPr lang="en-US" sz="48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260397"/>
            <a:ext cx="9816292" cy="2353337"/>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These mountains, which run ~1,550 miles down Russia, mark the physical border between Europe and Asia </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Ural Mountains are among the oldest mountains in the world at approximately 300 million years old</a:t>
            </a:r>
          </a:p>
        </p:txBody>
      </p:sp>
    </p:spTree>
    <p:extLst>
      <p:ext uri="{BB962C8B-B14F-4D97-AF65-F5344CB8AC3E}">
        <p14:creationId xmlns:p14="http://schemas.microsoft.com/office/powerpoint/2010/main" val="268831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824075"/>
            <a:ext cx="6848476" cy="1200329"/>
          </a:xfrm>
          <a:prstGeom prst="rect">
            <a:avLst/>
          </a:prstGeom>
          <a:noFill/>
        </p:spPr>
        <p:txBody>
          <a:bodyPr vert="horz" wrap="square" rtlCol="0">
            <a:spAutoFit/>
          </a:bodyPr>
          <a:lstStyle/>
          <a:p>
            <a:pPr algn="ctr"/>
            <a:r>
              <a:rPr lang="en-US" sz="7200" b="1" dirty="0">
                <a:latin typeface="Century Gothic" panose="020B0502020202020204" pitchFamily="34" charset="0"/>
              </a:rPr>
              <a:t>HINDU KUSH</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cxnSp>
        <p:nvCxnSpPr>
          <p:cNvPr id="13" name="Straight Arrow Connector 12">
            <a:extLst>
              <a:ext uri="{FF2B5EF4-FFF2-40B4-BE49-F238E27FC236}">
                <a16:creationId xmlns:a16="http://schemas.microsoft.com/office/drawing/2014/main" id="{A5A3E263-E679-4E49-815F-EE77E2125539}"/>
              </a:ext>
            </a:extLst>
          </p:cNvPr>
          <p:cNvCxnSpPr>
            <a:cxnSpLocks/>
          </p:cNvCxnSpPr>
          <p:nvPr/>
        </p:nvCxnSpPr>
        <p:spPr>
          <a:xfrm flipH="1">
            <a:off x="3538330" y="1560909"/>
            <a:ext cx="171541" cy="728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6B1F29C-7CA6-B849-AD4B-30A8FD8F6555}"/>
              </a:ext>
            </a:extLst>
          </p:cNvPr>
          <p:cNvSpPr txBox="1"/>
          <p:nvPr/>
        </p:nvSpPr>
        <p:spPr>
          <a:xfrm>
            <a:off x="2108812" y="2289855"/>
            <a:ext cx="2791665" cy="338554"/>
          </a:xfrm>
          <a:prstGeom prst="rect">
            <a:avLst/>
          </a:prstGeom>
          <a:noFill/>
        </p:spPr>
        <p:txBody>
          <a:bodyPr wrap="square" rtlCol="0">
            <a:spAutoFit/>
          </a:bodyPr>
          <a:lstStyle/>
          <a:p>
            <a:pPr algn="ctr"/>
            <a:r>
              <a:rPr lang="en-US" sz="1600" b="1" dirty="0">
                <a:solidFill>
                  <a:srgbClr val="0304B4"/>
                </a:solidFill>
                <a:latin typeface="Century Gothic" panose="020B0502020202020204" pitchFamily="34" charset="0"/>
              </a:rPr>
              <a:t>Aral Sea</a:t>
            </a:r>
          </a:p>
        </p:txBody>
      </p:sp>
      <p:sp>
        <p:nvSpPr>
          <p:cNvPr id="2" name="Freeform 1">
            <a:extLst>
              <a:ext uri="{FF2B5EF4-FFF2-40B4-BE49-F238E27FC236}">
                <a16:creationId xmlns:a16="http://schemas.microsoft.com/office/drawing/2014/main" id="{E1A40968-4AEA-0243-A2FB-30B9AEFE61F5}"/>
              </a:ext>
            </a:extLst>
          </p:cNvPr>
          <p:cNvSpPr/>
          <p:nvPr/>
        </p:nvSpPr>
        <p:spPr>
          <a:xfrm>
            <a:off x="4064000" y="2736850"/>
            <a:ext cx="1371600" cy="1273175"/>
          </a:xfrm>
          <a:custGeom>
            <a:avLst/>
            <a:gdLst>
              <a:gd name="connsiteX0" fmla="*/ 0 w 1371600"/>
              <a:gd name="connsiteY0" fmla="*/ 1273175 h 1273175"/>
              <a:gd name="connsiteX1" fmla="*/ 3175 w 1371600"/>
              <a:gd name="connsiteY1" fmla="*/ 1257300 h 1273175"/>
              <a:gd name="connsiteX2" fmla="*/ 12700 w 1371600"/>
              <a:gd name="connsiteY2" fmla="*/ 1250950 h 1273175"/>
              <a:gd name="connsiteX3" fmla="*/ 25400 w 1371600"/>
              <a:gd name="connsiteY3" fmla="*/ 1231900 h 1273175"/>
              <a:gd name="connsiteX4" fmla="*/ 34925 w 1371600"/>
              <a:gd name="connsiteY4" fmla="*/ 1200150 h 1273175"/>
              <a:gd name="connsiteX5" fmla="*/ 38100 w 1371600"/>
              <a:gd name="connsiteY5" fmla="*/ 1190625 h 1273175"/>
              <a:gd name="connsiteX6" fmla="*/ 60325 w 1371600"/>
              <a:gd name="connsiteY6" fmla="*/ 1181100 h 1273175"/>
              <a:gd name="connsiteX7" fmla="*/ 79375 w 1371600"/>
              <a:gd name="connsiteY7" fmla="*/ 1171575 h 1273175"/>
              <a:gd name="connsiteX8" fmla="*/ 79375 w 1371600"/>
              <a:gd name="connsiteY8" fmla="*/ 1130300 h 1273175"/>
              <a:gd name="connsiteX9" fmla="*/ 76200 w 1371600"/>
              <a:gd name="connsiteY9" fmla="*/ 1111250 h 1273175"/>
              <a:gd name="connsiteX10" fmla="*/ 69850 w 1371600"/>
              <a:gd name="connsiteY10" fmla="*/ 1079500 h 1273175"/>
              <a:gd name="connsiteX11" fmla="*/ 66675 w 1371600"/>
              <a:gd name="connsiteY11" fmla="*/ 1041400 h 1273175"/>
              <a:gd name="connsiteX12" fmla="*/ 57150 w 1371600"/>
              <a:gd name="connsiteY12" fmla="*/ 1022350 h 1273175"/>
              <a:gd name="connsiteX13" fmla="*/ 47625 w 1371600"/>
              <a:gd name="connsiteY13" fmla="*/ 990600 h 1273175"/>
              <a:gd name="connsiteX14" fmla="*/ 44450 w 1371600"/>
              <a:gd name="connsiteY14" fmla="*/ 981075 h 1273175"/>
              <a:gd name="connsiteX15" fmla="*/ 47625 w 1371600"/>
              <a:gd name="connsiteY15" fmla="*/ 958850 h 1273175"/>
              <a:gd name="connsiteX16" fmla="*/ 66675 w 1371600"/>
              <a:gd name="connsiteY16" fmla="*/ 946150 h 1273175"/>
              <a:gd name="connsiteX17" fmla="*/ 69850 w 1371600"/>
              <a:gd name="connsiteY17" fmla="*/ 936625 h 1273175"/>
              <a:gd name="connsiteX18" fmla="*/ 82550 w 1371600"/>
              <a:gd name="connsiteY18" fmla="*/ 933450 h 1273175"/>
              <a:gd name="connsiteX19" fmla="*/ 92075 w 1371600"/>
              <a:gd name="connsiteY19" fmla="*/ 927100 h 1273175"/>
              <a:gd name="connsiteX20" fmla="*/ 98425 w 1371600"/>
              <a:gd name="connsiteY20" fmla="*/ 908050 h 1273175"/>
              <a:gd name="connsiteX21" fmla="*/ 101600 w 1371600"/>
              <a:gd name="connsiteY21" fmla="*/ 879475 h 1273175"/>
              <a:gd name="connsiteX22" fmla="*/ 111125 w 1371600"/>
              <a:gd name="connsiteY22" fmla="*/ 869950 h 1273175"/>
              <a:gd name="connsiteX23" fmla="*/ 130175 w 1371600"/>
              <a:gd name="connsiteY23" fmla="*/ 863600 h 1273175"/>
              <a:gd name="connsiteX24" fmla="*/ 165100 w 1371600"/>
              <a:gd name="connsiteY24" fmla="*/ 857250 h 1273175"/>
              <a:gd name="connsiteX25" fmla="*/ 174625 w 1371600"/>
              <a:gd name="connsiteY25" fmla="*/ 850900 h 1273175"/>
              <a:gd name="connsiteX26" fmla="*/ 180975 w 1371600"/>
              <a:gd name="connsiteY26" fmla="*/ 841375 h 1273175"/>
              <a:gd name="connsiteX27" fmla="*/ 200025 w 1371600"/>
              <a:gd name="connsiteY27" fmla="*/ 828675 h 1273175"/>
              <a:gd name="connsiteX28" fmla="*/ 209550 w 1371600"/>
              <a:gd name="connsiteY28" fmla="*/ 822325 h 1273175"/>
              <a:gd name="connsiteX29" fmla="*/ 228600 w 1371600"/>
              <a:gd name="connsiteY29" fmla="*/ 793750 h 1273175"/>
              <a:gd name="connsiteX30" fmla="*/ 234950 w 1371600"/>
              <a:gd name="connsiteY30" fmla="*/ 784225 h 1273175"/>
              <a:gd name="connsiteX31" fmla="*/ 254000 w 1371600"/>
              <a:gd name="connsiteY31" fmla="*/ 777875 h 1273175"/>
              <a:gd name="connsiteX32" fmla="*/ 263525 w 1371600"/>
              <a:gd name="connsiteY32" fmla="*/ 771525 h 1273175"/>
              <a:gd name="connsiteX33" fmla="*/ 273050 w 1371600"/>
              <a:gd name="connsiteY33" fmla="*/ 768350 h 1273175"/>
              <a:gd name="connsiteX34" fmla="*/ 282575 w 1371600"/>
              <a:gd name="connsiteY34" fmla="*/ 762000 h 1273175"/>
              <a:gd name="connsiteX35" fmla="*/ 301625 w 1371600"/>
              <a:gd name="connsiteY35" fmla="*/ 752475 h 1273175"/>
              <a:gd name="connsiteX36" fmla="*/ 314325 w 1371600"/>
              <a:gd name="connsiteY36" fmla="*/ 733425 h 1273175"/>
              <a:gd name="connsiteX37" fmla="*/ 317500 w 1371600"/>
              <a:gd name="connsiteY37" fmla="*/ 720725 h 1273175"/>
              <a:gd name="connsiteX38" fmla="*/ 336550 w 1371600"/>
              <a:gd name="connsiteY38" fmla="*/ 711200 h 1273175"/>
              <a:gd name="connsiteX39" fmla="*/ 349250 w 1371600"/>
              <a:gd name="connsiteY39" fmla="*/ 727075 h 1273175"/>
              <a:gd name="connsiteX40" fmla="*/ 352425 w 1371600"/>
              <a:gd name="connsiteY40" fmla="*/ 717550 h 1273175"/>
              <a:gd name="connsiteX41" fmla="*/ 346075 w 1371600"/>
              <a:gd name="connsiteY41" fmla="*/ 698500 h 1273175"/>
              <a:gd name="connsiteX42" fmla="*/ 349250 w 1371600"/>
              <a:gd name="connsiteY42" fmla="*/ 663575 h 1273175"/>
              <a:gd name="connsiteX43" fmla="*/ 361950 w 1371600"/>
              <a:gd name="connsiteY43" fmla="*/ 635000 h 1273175"/>
              <a:gd name="connsiteX44" fmla="*/ 368300 w 1371600"/>
              <a:gd name="connsiteY44" fmla="*/ 615950 h 1273175"/>
              <a:gd name="connsiteX45" fmla="*/ 371475 w 1371600"/>
              <a:gd name="connsiteY45" fmla="*/ 606425 h 1273175"/>
              <a:gd name="connsiteX46" fmla="*/ 374650 w 1371600"/>
              <a:gd name="connsiteY46" fmla="*/ 596900 h 1273175"/>
              <a:gd name="connsiteX47" fmla="*/ 377825 w 1371600"/>
              <a:gd name="connsiteY47" fmla="*/ 457200 h 1273175"/>
              <a:gd name="connsiteX48" fmla="*/ 381000 w 1371600"/>
              <a:gd name="connsiteY48" fmla="*/ 447675 h 1273175"/>
              <a:gd name="connsiteX49" fmla="*/ 393700 w 1371600"/>
              <a:gd name="connsiteY49" fmla="*/ 428625 h 1273175"/>
              <a:gd name="connsiteX50" fmla="*/ 409575 w 1371600"/>
              <a:gd name="connsiteY50" fmla="*/ 400050 h 1273175"/>
              <a:gd name="connsiteX51" fmla="*/ 419100 w 1371600"/>
              <a:gd name="connsiteY51" fmla="*/ 393700 h 1273175"/>
              <a:gd name="connsiteX52" fmla="*/ 425450 w 1371600"/>
              <a:gd name="connsiteY52" fmla="*/ 374650 h 1273175"/>
              <a:gd name="connsiteX53" fmla="*/ 428625 w 1371600"/>
              <a:gd name="connsiteY53" fmla="*/ 365125 h 1273175"/>
              <a:gd name="connsiteX54" fmla="*/ 431800 w 1371600"/>
              <a:gd name="connsiteY54" fmla="*/ 349250 h 1273175"/>
              <a:gd name="connsiteX55" fmla="*/ 438150 w 1371600"/>
              <a:gd name="connsiteY55" fmla="*/ 311150 h 1273175"/>
              <a:gd name="connsiteX56" fmla="*/ 441325 w 1371600"/>
              <a:gd name="connsiteY56" fmla="*/ 301625 h 1273175"/>
              <a:gd name="connsiteX57" fmla="*/ 450850 w 1371600"/>
              <a:gd name="connsiteY57" fmla="*/ 295275 h 1273175"/>
              <a:gd name="connsiteX58" fmla="*/ 469900 w 1371600"/>
              <a:gd name="connsiteY58" fmla="*/ 279400 h 1273175"/>
              <a:gd name="connsiteX59" fmla="*/ 476250 w 1371600"/>
              <a:gd name="connsiteY59" fmla="*/ 269875 h 1273175"/>
              <a:gd name="connsiteX60" fmla="*/ 485775 w 1371600"/>
              <a:gd name="connsiteY60" fmla="*/ 250825 h 1273175"/>
              <a:gd name="connsiteX61" fmla="*/ 504825 w 1371600"/>
              <a:gd name="connsiteY61" fmla="*/ 238125 h 1273175"/>
              <a:gd name="connsiteX62" fmla="*/ 530225 w 1371600"/>
              <a:gd name="connsiteY62" fmla="*/ 200025 h 1273175"/>
              <a:gd name="connsiteX63" fmla="*/ 536575 w 1371600"/>
              <a:gd name="connsiteY63" fmla="*/ 190500 h 1273175"/>
              <a:gd name="connsiteX64" fmla="*/ 542925 w 1371600"/>
              <a:gd name="connsiteY64" fmla="*/ 180975 h 1273175"/>
              <a:gd name="connsiteX65" fmla="*/ 561975 w 1371600"/>
              <a:gd name="connsiteY65" fmla="*/ 168275 h 1273175"/>
              <a:gd name="connsiteX66" fmla="*/ 574675 w 1371600"/>
              <a:gd name="connsiteY66" fmla="*/ 149225 h 1273175"/>
              <a:gd name="connsiteX67" fmla="*/ 581025 w 1371600"/>
              <a:gd name="connsiteY67" fmla="*/ 82550 h 1273175"/>
              <a:gd name="connsiteX68" fmla="*/ 584200 w 1371600"/>
              <a:gd name="connsiteY68" fmla="*/ 73025 h 1273175"/>
              <a:gd name="connsiteX69" fmla="*/ 612775 w 1371600"/>
              <a:gd name="connsiteY69" fmla="*/ 63500 h 1273175"/>
              <a:gd name="connsiteX70" fmla="*/ 622300 w 1371600"/>
              <a:gd name="connsiteY70" fmla="*/ 60325 h 1273175"/>
              <a:gd name="connsiteX71" fmla="*/ 625475 w 1371600"/>
              <a:gd name="connsiteY71" fmla="*/ 50800 h 1273175"/>
              <a:gd name="connsiteX72" fmla="*/ 657225 w 1371600"/>
              <a:gd name="connsiteY72" fmla="*/ 19050 h 1273175"/>
              <a:gd name="connsiteX73" fmla="*/ 676275 w 1371600"/>
              <a:gd name="connsiteY73" fmla="*/ 12700 h 1273175"/>
              <a:gd name="connsiteX74" fmla="*/ 685800 w 1371600"/>
              <a:gd name="connsiteY74" fmla="*/ 15875 h 1273175"/>
              <a:gd name="connsiteX75" fmla="*/ 701675 w 1371600"/>
              <a:gd name="connsiteY75" fmla="*/ 28575 h 1273175"/>
              <a:gd name="connsiteX76" fmla="*/ 708025 w 1371600"/>
              <a:gd name="connsiteY76" fmla="*/ 38100 h 1273175"/>
              <a:gd name="connsiteX77" fmla="*/ 730250 w 1371600"/>
              <a:gd name="connsiteY77" fmla="*/ 38100 h 1273175"/>
              <a:gd name="connsiteX78" fmla="*/ 736600 w 1371600"/>
              <a:gd name="connsiteY78" fmla="*/ 28575 h 1273175"/>
              <a:gd name="connsiteX79" fmla="*/ 742950 w 1371600"/>
              <a:gd name="connsiteY79" fmla="*/ 9525 h 1273175"/>
              <a:gd name="connsiteX80" fmla="*/ 749300 w 1371600"/>
              <a:gd name="connsiteY80" fmla="*/ 0 h 1273175"/>
              <a:gd name="connsiteX81" fmla="*/ 762000 w 1371600"/>
              <a:gd name="connsiteY81" fmla="*/ 3175 h 1273175"/>
              <a:gd name="connsiteX82" fmla="*/ 781050 w 1371600"/>
              <a:gd name="connsiteY82" fmla="*/ 15875 h 1273175"/>
              <a:gd name="connsiteX83" fmla="*/ 800100 w 1371600"/>
              <a:gd name="connsiteY83" fmla="*/ 22225 h 1273175"/>
              <a:gd name="connsiteX84" fmla="*/ 809625 w 1371600"/>
              <a:gd name="connsiteY84" fmla="*/ 28575 h 1273175"/>
              <a:gd name="connsiteX85" fmla="*/ 825500 w 1371600"/>
              <a:gd name="connsiteY85" fmla="*/ 31750 h 1273175"/>
              <a:gd name="connsiteX86" fmla="*/ 838200 w 1371600"/>
              <a:gd name="connsiteY86" fmla="*/ 34925 h 1273175"/>
              <a:gd name="connsiteX87" fmla="*/ 866775 w 1371600"/>
              <a:gd name="connsiteY87" fmla="*/ 41275 h 1273175"/>
              <a:gd name="connsiteX88" fmla="*/ 873125 w 1371600"/>
              <a:gd name="connsiteY88" fmla="*/ 60325 h 1273175"/>
              <a:gd name="connsiteX89" fmla="*/ 876300 w 1371600"/>
              <a:gd name="connsiteY89" fmla="*/ 69850 h 1273175"/>
              <a:gd name="connsiteX90" fmla="*/ 889000 w 1371600"/>
              <a:gd name="connsiteY90" fmla="*/ 88900 h 1273175"/>
              <a:gd name="connsiteX91" fmla="*/ 895350 w 1371600"/>
              <a:gd name="connsiteY91" fmla="*/ 98425 h 1273175"/>
              <a:gd name="connsiteX92" fmla="*/ 901700 w 1371600"/>
              <a:gd name="connsiteY92" fmla="*/ 117475 h 1273175"/>
              <a:gd name="connsiteX93" fmla="*/ 911225 w 1371600"/>
              <a:gd name="connsiteY93" fmla="*/ 136525 h 1273175"/>
              <a:gd name="connsiteX94" fmla="*/ 920750 w 1371600"/>
              <a:gd name="connsiteY94" fmla="*/ 142875 h 1273175"/>
              <a:gd name="connsiteX95" fmla="*/ 946150 w 1371600"/>
              <a:gd name="connsiteY95" fmla="*/ 165100 h 1273175"/>
              <a:gd name="connsiteX96" fmla="*/ 955675 w 1371600"/>
              <a:gd name="connsiteY96" fmla="*/ 168275 h 1273175"/>
              <a:gd name="connsiteX97" fmla="*/ 974725 w 1371600"/>
              <a:gd name="connsiteY97" fmla="*/ 180975 h 1273175"/>
              <a:gd name="connsiteX98" fmla="*/ 981075 w 1371600"/>
              <a:gd name="connsiteY98" fmla="*/ 190500 h 1273175"/>
              <a:gd name="connsiteX99" fmla="*/ 1000125 w 1371600"/>
              <a:gd name="connsiteY99" fmla="*/ 203200 h 1273175"/>
              <a:gd name="connsiteX100" fmla="*/ 1012825 w 1371600"/>
              <a:gd name="connsiteY100" fmla="*/ 215900 h 1273175"/>
              <a:gd name="connsiteX101" fmla="*/ 1031875 w 1371600"/>
              <a:gd name="connsiteY101" fmla="*/ 228600 h 1273175"/>
              <a:gd name="connsiteX102" fmla="*/ 1050925 w 1371600"/>
              <a:gd name="connsiteY102" fmla="*/ 257175 h 1273175"/>
              <a:gd name="connsiteX103" fmla="*/ 1057275 w 1371600"/>
              <a:gd name="connsiteY103" fmla="*/ 266700 h 1273175"/>
              <a:gd name="connsiteX104" fmla="*/ 1082675 w 1371600"/>
              <a:gd name="connsiteY104" fmla="*/ 288925 h 1273175"/>
              <a:gd name="connsiteX105" fmla="*/ 1120775 w 1371600"/>
              <a:gd name="connsiteY105" fmla="*/ 307975 h 1273175"/>
              <a:gd name="connsiteX106" fmla="*/ 1130300 w 1371600"/>
              <a:gd name="connsiteY106" fmla="*/ 314325 h 1273175"/>
              <a:gd name="connsiteX107" fmla="*/ 1136650 w 1371600"/>
              <a:gd name="connsiteY107" fmla="*/ 323850 h 1273175"/>
              <a:gd name="connsiteX108" fmla="*/ 1146175 w 1371600"/>
              <a:gd name="connsiteY108" fmla="*/ 327025 h 1273175"/>
              <a:gd name="connsiteX109" fmla="*/ 1155700 w 1371600"/>
              <a:gd name="connsiteY109" fmla="*/ 333375 h 1273175"/>
              <a:gd name="connsiteX110" fmla="*/ 1165225 w 1371600"/>
              <a:gd name="connsiteY110" fmla="*/ 336550 h 1273175"/>
              <a:gd name="connsiteX111" fmla="*/ 1193800 w 1371600"/>
              <a:gd name="connsiteY111" fmla="*/ 349250 h 1273175"/>
              <a:gd name="connsiteX112" fmla="*/ 1203325 w 1371600"/>
              <a:gd name="connsiteY112" fmla="*/ 352425 h 1273175"/>
              <a:gd name="connsiteX113" fmla="*/ 1212850 w 1371600"/>
              <a:gd name="connsiteY113" fmla="*/ 355600 h 1273175"/>
              <a:gd name="connsiteX114" fmla="*/ 1231900 w 1371600"/>
              <a:gd name="connsiteY114" fmla="*/ 365125 h 1273175"/>
              <a:gd name="connsiteX115" fmla="*/ 1250950 w 1371600"/>
              <a:gd name="connsiteY115" fmla="*/ 368300 h 1273175"/>
              <a:gd name="connsiteX116" fmla="*/ 1260475 w 1371600"/>
              <a:gd name="connsiteY116" fmla="*/ 371475 h 1273175"/>
              <a:gd name="connsiteX117" fmla="*/ 1279525 w 1371600"/>
              <a:gd name="connsiteY117" fmla="*/ 374650 h 1273175"/>
              <a:gd name="connsiteX118" fmla="*/ 1292225 w 1371600"/>
              <a:gd name="connsiteY118" fmla="*/ 377825 h 1273175"/>
              <a:gd name="connsiteX119" fmla="*/ 1311275 w 1371600"/>
              <a:gd name="connsiteY119" fmla="*/ 384175 h 1273175"/>
              <a:gd name="connsiteX120" fmla="*/ 1330325 w 1371600"/>
              <a:gd name="connsiteY120" fmla="*/ 387350 h 1273175"/>
              <a:gd name="connsiteX121" fmla="*/ 1349375 w 1371600"/>
              <a:gd name="connsiteY121" fmla="*/ 393700 h 1273175"/>
              <a:gd name="connsiteX122" fmla="*/ 1365250 w 1371600"/>
              <a:gd name="connsiteY122" fmla="*/ 422275 h 1273175"/>
              <a:gd name="connsiteX123" fmla="*/ 1371600 w 1371600"/>
              <a:gd name="connsiteY123" fmla="*/ 485775 h 12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371600" h="1273175">
                <a:moveTo>
                  <a:pt x="0" y="1273175"/>
                </a:moveTo>
                <a:cubicBezTo>
                  <a:pt x="1058" y="1267883"/>
                  <a:pt x="498" y="1261985"/>
                  <a:pt x="3175" y="1257300"/>
                </a:cubicBezTo>
                <a:cubicBezTo>
                  <a:pt x="5068" y="1253987"/>
                  <a:pt x="10187" y="1253822"/>
                  <a:pt x="12700" y="1250950"/>
                </a:cubicBezTo>
                <a:cubicBezTo>
                  <a:pt x="17726" y="1245207"/>
                  <a:pt x="22987" y="1239140"/>
                  <a:pt x="25400" y="1231900"/>
                </a:cubicBezTo>
                <a:cubicBezTo>
                  <a:pt x="40490" y="1186629"/>
                  <a:pt x="25328" y="1233739"/>
                  <a:pt x="34925" y="1200150"/>
                </a:cubicBezTo>
                <a:cubicBezTo>
                  <a:pt x="35844" y="1196932"/>
                  <a:pt x="36009" y="1193238"/>
                  <a:pt x="38100" y="1190625"/>
                </a:cubicBezTo>
                <a:cubicBezTo>
                  <a:pt x="43829" y="1183464"/>
                  <a:pt x="52416" y="1183360"/>
                  <a:pt x="60325" y="1181100"/>
                </a:cubicBezTo>
                <a:cubicBezTo>
                  <a:pt x="71827" y="1177814"/>
                  <a:pt x="68939" y="1178532"/>
                  <a:pt x="79375" y="1171575"/>
                </a:cubicBezTo>
                <a:cubicBezTo>
                  <a:pt x="85713" y="1152562"/>
                  <a:pt x="83521" y="1163467"/>
                  <a:pt x="79375" y="1130300"/>
                </a:cubicBezTo>
                <a:cubicBezTo>
                  <a:pt x="78577" y="1123912"/>
                  <a:pt x="77179" y="1117613"/>
                  <a:pt x="76200" y="1111250"/>
                </a:cubicBezTo>
                <a:cubicBezTo>
                  <a:pt x="72031" y="1084148"/>
                  <a:pt x="75625" y="1096824"/>
                  <a:pt x="69850" y="1079500"/>
                </a:cubicBezTo>
                <a:cubicBezTo>
                  <a:pt x="68792" y="1066800"/>
                  <a:pt x="68359" y="1054032"/>
                  <a:pt x="66675" y="1041400"/>
                </a:cubicBezTo>
                <a:cubicBezTo>
                  <a:pt x="65021" y="1028994"/>
                  <a:pt x="62247" y="1033817"/>
                  <a:pt x="57150" y="1022350"/>
                </a:cubicBezTo>
                <a:cubicBezTo>
                  <a:pt x="51114" y="1008769"/>
                  <a:pt x="51319" y="1003530"/>
                  <a:pt x="47625" y="990600"/>
                </a:cubicBezTo>
                <a:cubicBezTo>
                  <a:pt x="46706" y="987382"/>
                  <a:pt x="45508" y="984250"/>
                  <a:pt x="44450" y="981075"/>
                </a:cubicBezTo>
                <a:cubicBezTo>
                  <a:pt x="45508" y="973667"/>
                  <a:pt x="43607" y="965164"/>
                  <a:pt x="47625" y="958850"/>
                </a:cubicBezTo>
                <a:cubicBezTo>
                  <a:pt x="51722" y="952411"/>
                  <a:pt x="66675" y="946150"/>
                  <a:pt x="66675" y="946150"/>
                </a:cubicBezTo>
                <a:cubicBezTo>
                  <a:pt x="67733" y="942975"/>
                  <a:pt x="67237" y="938716"/>
                  <a:pt x="69850" y="936625"/>
                </a:cubicBezTo>
                <a:cubicBezTo>
                  <a:pt x="73257" y="933899"/>
                  <a:pt x="78539" y="935169"/>
                  <a:pt x="82550" y="933450"/>
                </a:cubicBezTo>
                <a:cubicBezTo>
                  <a:pt x="86057" y="931947"/>
                  <a:pt x="88900" y="929217"/>
                  <a:pt x="92075" y="927100"/>
                </a:cubicBezTo>
                <a:cubicBezTo>
                  <a:pt x="94192" y="920750"/>
                  <a:pt x="97686" y="914703"/>
                  <a:pt x="98425" y="908050"/>
                </a:cubicBezTo>
                <a:cubicBezTo>
                  <a:pt x="99483" y="898525"/>
                  <a:pt x="98569" y="888567"/>
                  <a:pt x="101600" y="879475"/>
                </a:cubicBezTo>
                <a:cubicBezTo>
                  <a:pt x="103020" y="875215"/>
                  <a:pt x="107200" y="872131"/>
                  <a:pt x="111125" y="869950"/>
                </a:cubicBezTo>
                <a:cubicBezTo>
                  <a:pt x="116976" y="866699"/>
                  <a:pt x="123611" y="864913"/>
                  <a:pt x="130175" y="863600"/>
                </a:cubicBezTo>
                <a:cubicBezTo>
                  <a:pt x="152363" y="859162"/>
                  <a:pt x="140727" y="861312"/>
                  <a:pt x="165100" y="857250"/>
                </a:cubicBezTo>
                <a:cubicBezTo>
                  <a:pt x="168275" y="855133"/>
                  <a:pt x="171927" y="853598"/>
                  <a:pt x="174625" y="850900"/>
                </a:cubicBezTo>
                <a:cubicBezTo>
                  <a:pt x="177323" y="848202"/>
                  <a:pt x="178103" y="843888"/>
                  <a:pt x="180975" y="841375"/>
                </a:cubicBezTo>
                <a:cubicBezTo>
                  <a:pt x="186718" y="836349"/>
                  <a:pt x="193675" y="832908"/>
                  <a:pt x="200025" y="828675"/>
                </a:cubicBezTo>
                <a:lnTo>
                  <a:pt x="209550" y="822325"/>
                </a:lnTo>
                <a:lnTo>
                  <a:pt x="228600" y="793750"/>
                </a:lnTo>
                <a:cubicBezTo>
                  <a:pt x="230717" y="790575"/>
                  <a:pt x="231330" y="785432"/>
                  <a:pt x="234950" y="784225"/>
                </a:cubicBezTo>
                <a:cubicBezTo>
                  <a:pt x="241300" y="782108"/>
                  <a:pt x="248431" y="781588"/>
                  <a:pt x="254000" y="777875"/>
                </a:cubicBezTo>
                <a:cubicBezTo>
                  <a:pt x="257175" y="775758"/>
                  <a:pt x="260112" y="773232"/>
                  <a:pt x="263525" y="771525"/>
                </a:cubicBezTo>
                <a:cubicBezTo>
                  <a:pt x="266518" y="770028"/>
                  <a:pt x="270057" y="769847"/>
                  <a:pt x="273050" y="768350"/>
                </a:cubicBezTo>
                <a:cubicBezTo>
                  <a:pt x="276463" y="766643"/>
                  <a:pt x="279162" y="763707"/>
                  <a:pt x="282575" y="762000"/>
                </a:cubicBezTo>
                <a:cubicBezTo>
                  <a:pt x="308865" y="748855"/>
                  <a:pt x="274328" y="770673"/>
                  <a:pt x="301625" y="752475"/>
                </a:cubicBezTo>
                <a:cubicBezTo>
                  <a:pt x="305858" y="746125"/>
                  <a:pt x="312474" y="740829"/>
                  <a:pt x="314325" y="733425"/>
                </a:cubicBezTo>
                <a:cubicBezTo>
                  <a:pt x="315383" y="729192"/>
                  <a:pt x="315079" y="724356"/>
                  <a:pt x="317500" y="720725"/>
                </a:cubicBezTo>
                <a:cubicBezTo>
                  <a:pt x="321017" y="715449"/>
                  <a:pt x="331117" y="713011"/>
                  <a:pt x="336550" y="711200"/>
                </a:cubicBezTo>
                <a:cubicBezTo>
                  <a:pt x="337887" y="715210"/>
                  <a:pt x="340412" y="729284"/>
                  <a:pt x="349250" y="727075"/>
                </a:cubicBezTo>
                <a:cubicBezTo>
                  <a:pt x="352497" y="726263"/>
                  <a:pt x="351367" y="720725"/>
                  <a:pt x="352425" y="717550"/>
                </a:cubicBezTo>
                <a:cubicBezTo>
                  <a:pt x="350308" y="711200"/>
                  <a:pt x="345469" y="705166"/>
                  <a:pt x="346075" y="698500"/>
                </a:cubicBezTo>
                <a:cubicBezTo>
                  <a:pt x="347133" y="686858"/>
                  <a:pt x="347219" y="675087"/>
                  <a:pt x="349250" y="663575"/>
                </a:cubicBezTo>
                <a:cubicBezTo>
                  <a:pt x="354783" y="632219"/>
                  <a:pt x="353041" y="655046"/>
                  <a:pt x="361950" y="635000"/>
                </a:cubicBezTo>
                <a:cubicBezTo>
                  <a:pt x="364668" y="628883"/>
                  <a:pt x="366183" y="622300"/>
                  <a:pt x="368300" y="615950"/>
                </a:cubicBezTo>
                <a:lnTo>
                  <a:pt x="371475" y="606425"/>
                </a:lnTo>
                <a:lnTo>
                  <a:pt x="374650" y="596900"/>
                </a:lnTo>
                <a:cubicBezTo>
                  <a:pt x="375708" y="550333"/>
                  <a:pt x="375845" y="503737"/>
                  <a:pt x="377825" y="457200"/>
                </a:cubicBezTo>
                <a:cubicBezTo>
                  <a:pt x="377967" y="453856"/>
                  <a:pt x="379375" y="450601"/>
                  <a:pt x="381000" y="447675"/>
                </a:cubicBezTo>
                <a:cubicBezTo>
                  <a:pt x="384706" y="441004"/>
                  <a:pt x="391287" y="435865"/>
                  <a:pt x="393700" y="428625"/>
                </a:cubicBezTo>
                <a:cubicBezTo>
                  <a:pt x="397009" y="418699"/>
                  <a:pt x="400217" y="406288"/>
                  <a:pt x="409575" y="400050"/>
                </a:cubicBezTo>
                <a:lnTo>
                  <a:pt x="419100" y="393700"/>
                </a:lnTo>
                <a:lnTo>
                  <a:pt x="425450" y="374650"/>
                </a:lnTo>
                <a:cubicBezTo>
                  <a:pt x="426508" y="371475"/>
                  <a:pt x="427969" y="368407"/>
                  <a:pt x="428625" y="365125"/>
                </a:cubicBezTo>
                <a:cubicBezTo>
                  <a:pt x="429683" y="359833"/>
                  <a:pt x="430862" y="354564"/>
                  <a:pt x="431800" y="349250"/>
                </a:cubicBezTo>
                <a:cubicBezTo>
                  <a:pt x="434038" y="336571"/>
                  <a:pt x="434079" y="323364"/>
                  <a:pt x="438150" y="311150"/>
                </a:cubicBezTo>
                <a:cubicBezTo>
                  <a:pt x="439208" y="307975"/>
                  <a:pt x="439234" y="304238"/>
                  <a:pt x="441325" y="301625"/>
                </a:cubicBezTo>
                <a:cubicBezTo>
                  <a:pt x="443709" y="298645"/>
                  <a:pt x="447919" y="297718"/>
                  <a:pt x="450850" y="295275"/>
                </a:cubicBezTo>
                <a:cubicBezTo>
                  <a:pt x="475296" y="274903"/>
                  <a:pt x="446251" y="295166"/>
                  <a:pt x="469900" y="279400"/>
                </a:cubicBezTo>
                <a:cubicBezTo>
                  <a:pt x="472017" y="276225"/>
                  <a:pt x="474543" y="273288"/>
                  <a:pt x="476250" y="269875"/>
                </a:cubicBezTo>
                <a:cubicBezTo>
                  <a:pt x="480528" y="261319"/>
                  <a:pt x="477687" y="257902"/>
                  <a:pt x="485775" y="250825"/>
                </a:cubicBezTo>
                <a:cubicBezTo>
                  <a:pt x="491518" y="245799"/>
                  <a:pt x="504825" y="238125"/>
                  <a:pt x="504825" y="238125"/>
                </a:cubicBezTo>
                <a:lnTo>
                  <a:pt x="530225" y="200025"/>
                </a:lnTo>
                <a:lnTo>
                  <a:pt x="536575" y="190500"/>
                </a:lnTo>
                <a:cubicBezTo>
                  <a:pt x="538692" y="187325"/>
                  <a:pt x="539750" y="183092"/>
                  <a:pt x="542925" y="180975"/>
                </a:cubicBezTo>
                <a:lnTo>
                  <a:pt x="561975" y="168275"/>
                </a:lnTo>
                <a:cubicBezTo>
                  <a:pt x="566208" y="161925"/>
                  <a:pt x="573951" y="156822"/>
                  <a:pt x="574675" y="149225"/>
                </a:cubicBezTo>
                <a:cubicBezTo>
                  <a:pt x="576792" y="127000"/>
                  <a:pt x="573965" y="103730"/>
                  <a:pt x="581025" y="82550"/>
                </a:cubicBezTo>
                <a:cubicBezTo>
                  <a:pt x="582083" y="79375"/>
                  <a:pt x="582109" y="75638"/>
                  <a:pt x="584200" y="73025"/>
                </a:cubicBezTo>
                <a:cubicBezTo>
                  <a:pt x="591366" y="64067"/>
                  <a:pt x="602977" y="65677"/>
                  <a:pt x="612775" y="63500"/>
                </a:cubicBezTo>
                <a:cubicBezTo>
                  <a:pt x="616042" y="62774"/>
                  <a:pt x="619125" y="61383"/>
                  <a:pt x="622300" y="60325"/>
                </a:cubicBezTo>
                <a:cubicBezTo>
                  <a:pt x="623358" y="57150"/>
                  <a:pt x="623850" y="53726"/>
                  <a:pt x="625475" y="50800"/>
                </a:cubicBezTo>
                <a:cubicBezTo>
                  <a:pt x="633172" y="36945"/>
                  <a:pt x="641061" y="24438"/>
                  <a:pt x="657225" y="19050"/>
                </a:cubicBezTo>
                <a:lnTo>
                  <a:pt x="676275" y="12700"/>
                </a:lnTo>
                <a:cubicBezTo>
                  <a:pt x="679450" y="13758"/>
                  <a:pt x="683187" y="13784"/>
                  <a:pt x="685800" y="15875"/>
                </a:cubicBezTo>
                <a:cubicBezTo>
                  <a:pt x="706316" y="32288"/>
                  <a:pt x="677734" y="20595"/>
                  <a:pt x="701675" y="28575"/>
                </a:cubicBezTo>
                <a:cubicBezTo>
                  <a:pt x="703792" y="31750"/>
                  <a:pt x="705045" y="35716"/>
                  <a:pt x="708025" y="38100"/>
                </a:cubicBezTo>
                <a:cubicBezTo>
                  <a:pt x="715616" y="44173"/>
                  <a:pt x="722222" y="40107"/>
                  <a:pt x="730250" y="38100"/>
                </a:cubicBezTo>
                <a:cubicBezTo>
                  <a:pt x="732367" y="34925"/>
                  <a:pt x="735050" y="32062"/>
                  <a:pt x="736600" y="28575"/>
                </a:cubicBezTo>
                <a:cubicBezTo>
                  <a:pt x="739318" y="22458"/>
                  <a:pt x="739237" y="15094"/>
                  <a:pt x="742950" y="9525"/>
                </a:cubicBezTo>
                <a:lnTo>
                  <a:pt x="749300" y="0"/>
                </a:lnTo>
                <a:cubicBezTo>
                  <a:pt x="753533" y="1058"/>
                  <a:pt x="758097" y="1224"/>
                  <a:pt x="762000" y="3175"/>
                </a:cubicBezTo>
                <a:cubicBezTo>
                  <a:pt x="768826" y="6588"/>
                  <a:pt x="773810" y="13462"/>
                  <a:pt x="781050" y="15875"/>
                </a:cubicBezTo>
                <a:cubicBezTo>
                  <a:pt x="787400" y="17992"/>
                  <a:pt x="794531" y="18512"/>
                  <a:pt x="800100" y="22225"/>
                </a:cubicBezTo>
                <a:cubicBezTo>
                  <a:pt x="803275" y="24342"/>
                  <a:pt x="806052" y="27235"/>
                  <a:pt x="809625" y="28575"/>
                </a:cubicBezTo>
                <a:cubicBezTo>
                  <a:pt x="814678" y="30470"/>
                  <a:pt x="820232" y="30579"/>
                  <a:pt x="825500" y="31750"/>
                </a:cubicBezTo>
                <a:cubicBezTo>
                  <a:pt x="829760" y="32697"/>
                  <a:pt x="833921" y="34069"/>
                  <a:pt x="838200" y="34925"/>
                </a:cubicBezTo>
                <a:cubicBezTo>
                  <a:pt x="866139" y="40513"/>
                  <a:pt x="848238" y="35096"/>
                  <a:pt x="866775" y="41275"/>
                </a:cubicBezTo>
                <a:lnTo>
                  <a:pt x="873125" y="60325"/>
                </a:lnTo>
                <a:cubicBezTo>
                  <a:pt x="874183" y="63500"/>
                  <a:pt x="874444" y="67065"/>
                  <a:pt x="876300" y="69850"/>
                </a:cubicBezTo>
                <a:lnTo>
                  <a:pt x="889000" y="88900"/>
                </a:lnTo>
                <a:cubicBezTo>
                  <a:pt x="891117" y="92075"/>
                  <a:pt x="894143" y="94805"/>
                  <a:pt x="895350" y="98425"/>
                </a:cubicBezTo>
                <a:lnTo>
                  <a:pt x="901700" y="117475"/>
                </a:lnTo>
                <a:cubicBezTo>
                  <a:pt x="904282" y="125222"/>
                  <a:pt x="905070" y="130370"/>
                  <a:pt x="911225" y="136525"/>
                </a:cubicBezTo>
                <a:cubicBezTo>
                  <a:pt x="913923" y="139223"/>
                  <a:pt x="917575" y="140758"/>
                  <a:pt x="920750" y="142875"/>
                </a:cubicBezTo>
                <a:cubicBezTo>
                  <a:pt x="928158" y="153988"/>
                  <a:pt x="930275" y="159808"/>
                  <a:pt x="946150" y="165100"/>
                </a:cubicBezTo>
                <a:cubicBezTo>
                  <a:pt x="949325" y="166158"/>
                  <a:pt x="952749" y="166650"/>
                  <a:pt x="955675" y="168275"/>
                </a:cubicBezTo>
                <a:cubicBezTo>
                  <a:pt x="962346" y="171981"/>
                  <a:pt x="974725" y="180975"/>
                  <a:pt x="974725" y="180975"/>
                </a:cubicBezTo>
                <a:cubicBezTo>
                  <a:pt x="976842" y="184150"/>
                  <a:pt x="978203" y="187987"/>
                  <a:pt x="981075" y="190500"/>
                </a:cubicBezTo>
                <a:cubicBezTo>
                  <a:pt x="986818" y="195526"/>
                  <a:pt x="1000125" y="203200"/>
                  <a:pt x="1000125" y="203200"/>
                </a:cubicBezTo>
                <a:cubicBezTo>
                  <a:pt x="1005513" y="219364"/>
                  <a:pt x="998970" y="208203"/>
                  <a:pt x="1012825" y="215900"/>
                </a:cubicBezTo>
                <a:cubicBezTo>
                  <a:pt x="1019496" y="219606"/>
                  <a:pt x="1031875" y="228600"/>
                  <a:pt x="1031875" y="228600"/>
                </a:cubicBezTo>
                <a:lnTo>
                  <a:pt x="1050925" y="257175"/>
                </a:lnTo>
                <a:lnTo>
                  <a:pt x="1057275" y="266700"/>
                </a:lnTo>
                <a:cubicBezTo>
                  <a:pt x="1064683" y="277813"/>
                  <a:pt x="1066800" y="283633"/>
                  <a:pt x="1082675" y="288925"/>
                </a:cubicBezTo>
                <a:cubicBezTo>
                  <a:pt x="1108965" y="297688"/>
                  <a:pt x="1096156" y="291562"/>
                  <a:pt x="1120775" y="307975"/>
                </a:cubicBezTo>
                <a:lnTo>
                  <a:pt x="1130300" y="314325"/>
                </a:lnTo>
                <a:cubicBezTo>
                  <a:pt x="1132417" y="317500"/>
                  <a:pt x="1133670" y="321466"/>
                  <a:pt x="1136650" y="323850"/>
                </a:cubicBezTo>
                <a:cubicBezTo>
                  <a:pt x="1139263" y="325941"/>
                  <a:pt x="1143182" y="325528"/>
                  <a:pt x="1146175" y="327025"/>
                </a:cubicBezTo>
                <a:cubicBezTo>
                  <a:pt x="1149588" y="328732"/>
                  <a:pt x="1152287" y="331668"/>
                  <a:pt x="1155700" y="333375"/>
                </a:cubicBezTo>
                <a:cubicBezTo>
                  <a:pt x="1158693" y="334872"/>
                  <a:pt x="1162232" y="335053"/>
                  <a:pt x="1165225" y="336550"/>
                </a:cubicBezTo>
                <a:cubicBezTo>
                  <a:pt x="1195414" y="351644"/>
                  <a:pt x="1144653" y="332868"/>
                  <a:pt x="1193800" y="349250"/>
                </a:cubicBezTo>
                <a:lnTo>
                  <a:pt x="1203325" y="352425"/>
                </a:lnTo>
                <a:cubicBezTo>
                  <a:pt x="1206500" y="353483"/>
                  <a:pt x="1210065" y="353744"/>
                  <a:pt x="1212850" y="355600"/>
                </a:cubicBezTo>
                <a:cubicBezTo>
                  <a:pt x="1221413" y="361308"/>
                  <a:pt x="1222041" y="362934"/>
                  <a:pt x="1231900" y="365125"/>
                </a:cubicBezTo>
                <a:cubicBezTo>
                  <a:pt x="1238184" y="366522"/>
                  <a:pt x="1244666" y="366903"/>
                  <a:pt x="1250950" y="368300"/>
                </a:cubicBezTo>
                <a:cubicBezTo>
                  <a:pt x="1254217" y="369026"/>
                  <a:pt x="1257208" y="370749"/>
                  <a:pt x="1260475" y="371475"/>
                </a:cubicBezTo>
                <a:cubicBezTo>
                  <a:pt x="1266759" y="372872"/>
                  <a:pt x="1273212" y="373387"/>
                  <a:pt x="1279525" y="374650"/>
                </a:cubicBezTo>
                <a:cubicBezTo>
                  <a:pt x="1283804" y="375506"/>
                  <a:pt x="1288045" y="376571"/>
                  <a:pt x="1292225" y="377825"/>
                </a:cubicBezTo>
                <a:cubicBezTo>
                  <a:pt x="1298636" y="379748"/>
                  <a:pt x="1304673" y="383075"/>
                  <a:pt x="1311275" y="384175"/>
                </a:cubicBezTo>
                <a:cubicBezTo>
                  <a:pt x="1317625" y="385233"/>
                  <a:pt x="1324080" y="385789"/>
                  <a:pt x="1330325" y="387350"/>
                </a:cubicBezTo>
                <a:cubicBezTo>
                  <a:pt x="1336819" y="388973"/>
                  <a:pt x="1349375" y="393700"/>
                  <a:pt x="1349375" y="393700"/>
                </a:cubicBezTo>
                <a:cubicBezTo>
                  <a:pt x="1363931" y="415535"/>
                  <a:pt x="1359662" y="405510"/>
                  <a:pt x="1365250" y="422275"/>
                </a:cubicBezTo>
                <a:cubicBezTo>
                  <a:pt x="1368259" y="443338"/>
                  <a:pt x="1371600" y="464407"/>
                  <a:pt x="1371600" y="485775"/>
                </a:cubicBez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FE10D00-16C5-414B-B84D-55705F662B28}"/>
              </a:ext>
            </a:extLst>
          </p:cNvPr>
          <p:cNvSpPr txBox="1"/>
          <p:nvPr/>
        </p:nvSpPr>
        <p:spPr>
          <a:xfrm rot="18113205">
            <a:off x="3543139" y="3164230"/>
            <a:ext cx="1371601"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Indus River</a:t>
            </a:r>
          </a:p>
        </p:txBody>
      </p:sp>
      <p:sp>
        <p:nvSpPr>
          <p:cNvPr id="3" name="Freeform 2">
            <a:extLst>
              <a:ext uri="{FF2B5EF4-FFF2-40B4-BE49-F238E27FC236}">
                <a16:creationId xmlns:a16="http://schemas.microsoft.com/office/drawing/2014/main" id="{F26BE63A-A7CA-4B4A-8843-2E2827FEED3A}"/>
              </a:ext>
            </a:extLst>
          </p:cNvPr>
          <p:cNvSpPr/>
          <p:nvPr/>
        </p:nvSpPr>
        <p:spPr>
          <a:xfrm>
            <a:off x="5108575" y="3276600"/>
            <a:ext cx="1301750" cy="860425"/>
          </a:xfrm>
          <a:custGeom>
            <a:avLst/>
            <a:gdLst>
              <a:gd name="connsiteX0" fmla="*/ 104775 w 1301750"/>
              <a:gd name="connsiteY0" fmla="*/ 0 h 860425"/>
              <a:gd name="connsiteX1" fmla="*/ 88900 w 1301750"/>
              <a:gd name="connsiteY1" fmla="*/ 6350 h 860425"/>
              <a:gd name="connsiteX2" fmla="*/ 76200 w 1301750"/>
              <a:gd name="connsiteY2" fmla="*/ 25400 h 860425"/>
              <a:gd name="connsiteX3" fmla="*/ 66675 w 1301750"/>
              <a:gd name="connsiteY3" fmla="*/ 44450 h 860425"/>
              <a:gd name="connsiteX4" fmla="*/ 57150 w 1301750"/>
              <a:gd name="connsiteY4" fmla="*/ 47625 h 860425"/>
              <a:gd name="connsiteX5" fmla="*/ 22225 w 1301750"/>
              <a:gd name="connsiteY5" fmla="*/ 50800 h 860425"/>
              <a:gd name="connsiteX6" fmla="*/ 15875 w 1301750"/>
              <a:gd name="connsiteY6" fmla="*/ 60325 h 860425"/>
              <a:gd name="connsiteX7" fmla="*/ 25400 w 1301750"/>
              <a:gd name="connsiteY7" fmla="*/ 66675 h 860425"/>
              <a:gd name="connsiteX8" fmla="*/ 34925 w 1301750"/>
              <a:gd name="connsiteY8" fmla="*/ 85725 h 860425"/>
              <a:gd name="connsiteX9" fmla="*/ 31750 w 1301750"/>
              <a:gd name="connsiteY9" fmla="*/ 95250 h 860425"/>
              <a:gd name="connsiteX10" fmla="*/ 19050 w 1301750"/>
              <a:gd name="connsiteY10" fmla="*/ 114300 h 860425"/>
              <a:gd name="connsiteX11" fmla="*/ 9525 w 1301750"/>
              <a:gd name="connsiteY11" fmla="*/ 149225 h 860425"/>
              <a:gd name="connsiteX12" fmla="*/ 6350 w 1301750"/>
              <a:gd name="connsiteY12" fmla="*/ 161925 h 860425"/>
              <a:gd name="connsiteX13" fmla="*/ 0 w 1301750"/>
              <a:gd name="connsiteY13" fmla="*/ 180975 h 860425"/>
              <a:gd name="connsiteX14" fmla="*/ 3175 w 1301750"/>
              <a:gd name="connsiteY14" fmla="*/ 241300 h 860425"/>
              <a:gd name="connsiteX15" fmla="*/ 9525 w 1301750"/>
              <a:gd name="connsiteY15" fmla="*/ 260350 h 860425"/>
              <a:gd name="connsiteX16" fmla="*/ 12700 w 1301750"/>
              <a:gd name="connsiteY16" fmla="*/ 269875 h 860425"/>
              <a:gd name="connsiteX17" fmla="*/ 19050 w 1301750"/>
              <a:gd name="connsiteY17" fmla="*/ 279400 h 860425"/>
              <a:gd name="connsiteX18" fmla="*/ 25400 w 1301750"/>
              <a:gd name="connsiteY18" fmla="*/ 298450 h 860425"/>
              <a:gd name="connsiteX19" fmla="*/ 28575 w 1301750"/>
              <a:gd name="connsiteY19" fmla="*/ 307975 h 860425"/>
              <a:gd name="connsiteX20" fmla="*/ 44450 w 1301750"/>
              <a:gd name="connsiteY20" fmla="*/ 327025 h 860425"/>
              <a:gd name="connsiteX21" fmla="*/ 47625 w 1301750"/>
              <a:gd name="connsiteY21" fmla="*/ 336550 h 860425"/>
              <a:gd name="connsiteX22" fmla="*/ 76200 w 1301750"/>
              <a:gd name="connsiteY22" fmla="*/ 358775 h 860425"/>
              <a:gd name="connsiteX23" fmla="*/ 85725 w 1301750"/>
              <a:gd name="connsiteY23" fmla="*/ 361950 h 860425"/>
              <a:gd name="connsiteX24" fmla="*/ 95250 w 1301750"/>
              <a:gd name="connsiteY24" fmla="*/ 368300 h 860425"/>
              <a:gd name="connsiteX25" fmla="*/ 104775 w 1301750"/>
              <a:gd name="connsiteY25" fmla="*/ 371475 h 860425"/>
              <a:gd name="connsiteX26" fmla="*/ 123825 w 1301750"/>
              <a:gd name="connsiteY26" fmla="*/ 381000 h 860425"/>
              <a:gd name="connsiteX27" fmla="*/ 130175 w 1301750"/>
              <a:gd name="connsiteY27" fmla="*/ 390525 h 860425"/>
              <a:gd name="connsiteX28" fmla="*/ 139700 w 1301750"/>
              <a:gd name="connsiteY28" fmla="*/ 396875 h 860425"/>
              <a:gd name="connsiteX29" fmla="*/ 152400 w 1301750"/>
              <a:gd name="connsiteY29" fmla="*/ 415925 h 860425"/>
              <a:gd name="connsiteX30" fmla="*/ 158750 w 1301750"/>
              <a:gd name="connsiteY30" fmla="*/ 425450 h 860425"/>
              <a:gd name="connsiteX31" fmla="*/ 168275 w 1301750"/>
              <a:gd name="connsiteY31" fmla="*/ 431800 h 860425"/>
              <a:gd name="connsiteX32" fmla="*/ 174625 w 1301750"/>
              <a:gd name="connsiteY32" fmla="*/ 441325 h 860425"/>
              <a:gd name="connsiteX33" fmla="*/ 184150 w 1301750"/>
              <a:gd name="connsiteY33" fmla="*/ 444500 h 860425"/>
              <a:gd name="connsiteX34" fmla="*/ 193675 w 1301750"/>
              <a:gd name="connsiteY34" fmla="*/ 450850 h 860425"/>
              <a:gd name="connsiteX35" fmla="*/ 203200 w 1301750"/>
              <a:gd name="connsiteY35" fmla="*/ 469900 h 860425"/>
              <a:gd name="connsiteX36" fmla="*/ 209550 w 1301750"/>
              <a:gd name="connsiteY36" fmla="*/ 492125 h 860425"/>
              <a:gd name="connsiteX37" fmla="*/ 219075 w 1301750"/>
              <a:gd name="connsiteY37" fmla="*/ 498475 h 860425"/>
              <a:gd name="connsiteX38" fmla="*/ 225425 w 1301750"/>
              <a:gd name="connsiteY38" fmla="*/ 508000 h 860425"/>
              <a:gd name="connsiteX39" fmla="*/ 234950 w 1301750"/>
              <a:gd name="connsiteY39" fmla="*/ 511175 h 860425"/>
              <a:gd name="connsiteX40" fmla="*/ 244475 w 1301750"/>
              <a:gd name="connsiteY40" fmla="*/ 517525 h 860425"/>
              <a:gd name="connsiteX41" fmla="*/ 250825 w 1301750"/>
              <a:gd name="connsiteY41" fmla="*/ 536575 h 860425"/>
              <a:gd name="connsiteX42" fmla="*/ 263525 w 1301750"/>
              <a:gd name="connsiteY42" fmla="*/ 555625 h 860425"/>
              <a:gd name="connsiteX43" fmla="*/ 273050 w 1301750"/>
              <a:gd name="connsiteY43" fmla="*/ 561975 h 860425"/>
              <a:gd name="connsiteX44" fmla="*/ 320675 w 1301750"/>
              <a:gd name="connsiteY44" fmla="*/ 571500 h 860425"/>
              <a:gd name="connsiteX45" fmla="*/ 317500 w 1301750"/>
              <a:gd name="connsiteY45" fmla="*/ 587375 h 860425"/>
              <a:gd name="connsiteX46" fmla="*/ 311150 w 1301750"/>
              <a:gd name="connsiteY46" fmla="*/ 596900 h 860425"/>
              <a:gd name="connsiteX47" fmla="*/ 320675 w 1301750"/>
              <a:gd name="connsiteY47" fmla="*/ 603250 h 860425"/>
              <a:gd name="connsiteX48" fmla="*/ 349250 w 1301750"/>
              <a:gd name="connsiteY48" fmla="*/ 603250 h 860425"/>
              <a:gd name="connsiteX49" fmla="*/ 352425 w 1301750"/>
              <a:gd name="connsiteY49" fmla="*/ 612775 h 860425"/>
              <a:gd name="connsiteX50" fmla="*/ 387350 w 1301750"/>
              <a:gd name="connsiteY50" fmla="*/ 628650 h 860425"/>
              <a:gd name="connsiteX51" fmla="*/ 400050 w 1301750"/>
              <a:gd name="connsiteY51" fmla="*/ 647700 h 860425"/>
              <a:gd name="connsiteX52" fmla="*/ 419100 w 1301750"/>
              <a:gd name="connsiteY52" fmla="*/ 660400 h 860425"/>
              <a:gd name="connsiteX53" fmla="*/ 476250 w 1301750"/>
              <a:gd name="connsiteY53" fmla="*/ 657225 h 860425"/>
              <a:gd name="connsiteX54" fmla="*/ 488950 w 1301750"/>
              <a:gd name="connsiteY54" fmla="*/ 641350 h 860425"/>
              <a:gd name="connsiteX55" fmla="*/ 508000 w 1301750"/>
              <a:gd name="connsiteY55" fmla="*/ 635000 h 860425"/>
              <a:gd name="connsiteX56" fmla="*/ 565150 w 1301750"/>
              <a:gd name="connsiteY56" fmla="*/ 635000 h 860425"/>
              <a:gd name="connsiteX57" fmla="*/ 568325 w 1301750"/>
              <a:gd name="connsiteY57" fmla="*/ 625475 h 860425"/>
              <a:gd name="connsiteX58" fmla="*/ 584200 w 1301750"/>
              <a:gd name="connsiteY58" fmla="*/ 612775 h 860425"/>
              <a:gd name="connsiteX59" fmla="*/ 596900 w 1301750"/>
              <a:gd name="connsiteY59" fmla="*/ 615950 h 860425"/>
              <a:gd name="connsiteX60" fmla="*/ 612775 w 1301750"/>
              <a:gd name="connsiteY60" fmla="*/ 603250 h 860425"/>
              <a:gd name="connsiteX61" fmla="*/ 622300 w 1301750"/>
              <a:gd name="connsiteY61" fmla="*/ 596900 h 860425"/>
              <a:gd name="connsiteX62" fmla="*/ 647700 w 1301750"/>
              <a:gd name="connsiteY62" fmla="*/ 593725 h 860425"/>
              <a:gd name="connsiteX63" fmla="*/ 692150 w 1301750"/>
              <a:gd name="connsiteY63" fmla="*/ 596900 h 860425"/>
              <a:gd name="connsiteX64" fmla="*/ 701675 w 1301750"/>
              <a:gd name="connsiteY64" fmla="*/ 600075 h 860425"/>
              <a:gd name="connsiteX65" fmla="*/ 714375 w 1301750"/>
              <a:gd name="connsiteY65" fmla="*/ 603250 h 860425"/>
              <a:gd name="connsiteX66" fmla="*/ 733425 w 1301750"/>
              <a:gd name="connsiteY66" fmla="*/ 609600 h 860425"/>
              <a:gd name="connsiteX67" fmla="*/ 752475 w 1301750"/>
              <a:gd name="connsiteY67" fmla="*/ 612775 h 860425"/>
              <a:gd name="connsiteX68" fmla="*/ 771525 w 1301750"/>
              <a:gd name="connsiteY68" fmla="*/ 619125 h 860425"/>
              <a:gd name="connsiteX69" fmla="*/ 781050 w 1301750"/>
              <a:gd name="connsiteY69" fmla="*/ 622300 h 860425"/>
              <a:gd name="connsiteX70" fmla="*/ 835025 w 1301750"/>
              <a:gd name="connsiteY70" fmla="*/ 628650 h 860425"/>
              <a:gd name="connsiteX71" fmla="*/ 882650 w 1301750"/>
              <a:gd name="connsiteY71" fmla="*/ 628650 h 860425"/>
              <a:gd name="connsiteX72" fmla="*/ 901700 w 1301750"/>
              <a:gd name="connsiteY72" fmla="*/ 622300 h 860425"/>
              <a:gd name="connsiteX73" fmla="*/ 923925 w 1301750"/>
              <a:gd name="connsiteY73" fmla="*/ 619125 h 860425"/>
              <a:gd name="connsiteX74" fmla="*/ 949325 w 1301750"/>
              <a:gd name="connsiteY74" fmla="*/ 622300 h 860425"/>
              <a:gd name="connsiteX75" fmla="*/ 968375 w 1301750"/>
              <a:gd name="connsiteY75" fmla="*/ 635000 h 860425"/>
              <a:gd name="connsiteX76" fmla="*/ 977900 w 1301750"/>
              <a:gd name="connsiteY76" fmla="*/ 641350 h 860425"/>
              <a:gd name="connsiteX77" fmla="*/ 996950 w 1301750"/>
              <a:gd name="connsiteY77" fmla="*/ 647700 h 860425"/>
              <a:gd name="connsiteX78" fmla="*/ 1006475 w 1301750"/>
              <a:gd name="connsiteY78" fmla="*/ 679450 h 860425"/>
              <a:gd name="connsiteX79" fmla="*/ 1016000 w 1301750"/>
              <a:gd name="connsiteY79" fmla="*/ 685800 h 860425"/>
              <a:gd name="connsiteX80" fmla="*/ 1031875 w 1301750"/>
              <a:gd name="connsiteY80" fmla="*/ 701675 h 860425"/>
              <a:gd name="connsiteX81" fmla="*/ 1038225 w 1301750"/>
              <a:gd name="connsiteY81" fmla="*/ 711200 h 860425"/>
              <a:gd name="connsiteX82" fmla="*/ 1057275 w 1301750"/>
              <a:gd name="connsiteY82" fmla="*/ 727075 h 860425"/>
              <a:gd name="connsiteX83" fmla="*/ 1073150 w 1301750"/>
              <a:gd name="connsiteY83" fmla="*/ 742950 h 860425"/>
              <a:gd name="connsiteX84" fmla="*/ 1082675 w 1301750"/>
              <a:gd name="connsiteY84" fmla="*/ 752475 h 860425"/>
              <a:gd name="connsiteX85" fmla="*/ 1092200 w 1301750"/>
              <a:gd name="connsiteY85" fmla="*/ 755650 h 860425"/>
              <a:gd name="connsiteX86" fmla="*/ 1111250 w 1301750"/>
              <a:gd name="connsiteY86" fmla="*/ 768350 h 860425"/>
              <a:gd name="connsiteX87" fmla="*/ 1139825 w 1301750"/>
              <a:gd name="connsiteY87" fmla="*/ 777875 h 860425"/>
              <a:gd name="connsiteX88" fmla="*/ 1149350 w 1301750"/>
              <a:gd name="connsiteY88" fmla="*/ 781050 h 860425"/>
              <a:gd name="connsiteX89" fmla="*/ 1162050 w 1301750"/>
              <a:gd name="connsiteY89" fmla="*/ 784225 h 860425"/>
              <a:gd name="connsiteX90" fmla="*/ 1181100 w 1301750"/>
              <a:gd name="connsiteY90" fmla="*/ 787400 h 860425"/>
              <a:gd name="connsiteX91" fmla="*/ 1190625 w 1301750"/>
              <a:gd name="connsiteY91" fmla="*/ 790575 h 860425"/>
              <a:gd name="connsiteX92" fmla="*/ 1203325 w 1301750"/>
              <a:gd name="connsiteY92" fmla="*/ 793750 h 860425"/>
              <a:gd name="connsiteX93" fmla="*/ 1231900 w 1301750"/>
              <a:gd name="connsiteY93" fmla="*/ 803275 h 860425"/>
              <a:gd name="connsiteX94" fmla="*/ 1241425 w 1301750"/>
              <a:gd name="connsiteY94" fmla="*/ 806450 h 860425"/>
              <a:gd name="connsiteX95" fmla="*/ 1260475 w 1301750"/>
              <a:gd name="connsiteY95" fmla="*/ 819150 h 860425"/>
              <a:gd name="connsiteX96" fmla="*/ 1270000 w 1301750"/>
              <a:gd name="connsiteY96" fmla="*/ 825500 h 860425"/>
              <a:gd name="connsiteX97" fmla="*/ 1276350 w 1301750"/>
              <a:gd name="connsiteY97" fmla="*/ 835025 h 860425"/>
              <a:gd name="connsiteX98" fmla="*/ 1285875 w 1301750"/>
              <a:gd name="connsiteY98" fmla="*/ 838200 h 860425"/>
              <a:gd name="connsiteX99" fmla="*/ 1298575 w 1301750"/>
              <a:gd name="connsiteY99" fmla="*/ 857250 h 860425"/>
              <a:gd name="connsiteX100" fmla="*/ 1301750 w 1301750"/>
              <a:gd name="connsiteY100" fmla="*/ 86042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301750" h="860425">
                <a:moveTo>
                  <a:pt x="104775" y="0"/>
                </a:moveTo>
                <a:cubicBezTo>
                  <a:pt x="99483" y="2117"/>
                  <a:pt x="93160" y="2564"/>
                  <a:pt x="88900" y="6350"/>
                </a:cubicBezTo>
                <a:cubicBezTo>
                  <a:pt x="83196" y="11420"/>
                  <a:pt x="78613" y="18160"/>
                  <a:pt x="76200" y="25400"/>
                </a:cubicBezTo>
                <a:cubicBezTo>
                  <a:pt x="74108" y="31675"/>
                  <a:pt x="72270" y="39974"/>
                  <a:pt x="66675" y="44450"/>
                </a:cubicBezTo>
                <a:cubicBezTo>
                  <a:pt x="64062" y="46541"/>
                  <a:pt x="60463" y="47152"/>
                  <a:pt x="57150" y="47625"/>
                </a:cubicBezTo>
                <a:cubicBezTo>
                  <a:pt x="45578" y="49278"/>
                  <a:pt x="33867" y="49742"/>
                  <a:pt x="22225" y="50800"/>
                </a:cubicBezTo>
                <a:cubicBezTo>
                  <a:pt x="20108" y="53975"/>
                  <a:pt x="15127" y="56583"/>
                  <a:pt x="15875" y="60325"/>
                </a:cubicBezTo>
                <a:cubicBezTo>
                  <a:pt x="16623" y="64067"/>
                  <a:pt x="22702" y="63977"/>
                  <a:pt x="25400" y="66675"/>
                </a:cubicBezTo>
                <a:cubicBezTo>
                  <a:pt x="31555" y="72830"/>
                  <a:pt x="32343" y="77978"/>
                  <a:pt x="34925" y="85725"/>
                </a:cubicBezTo>
                <a:cubicBezTo>
                  <a:pt x="33867" y="88900"/>
                  <a:pt x="33375" y="92324"/>
                  <a:pt x="31750" y="95250"/>
                </a:cubicBezTo>
                <a:cubicBezTo>
                  <a:pt x="28044" y="101921"/>
                  <a:pt x="21463" y="107060"/>
                  <a:pt x="19050" y="114300"/>
                </a:cubicBezTo>
                <a:cubicBezTo>
                  <a:pt x="9138" y="144036"/>
                  <a:pt x="15509" y="122299"/>
                  <a:pt x="9525" y="149225"/>
                </a:cubicBezTo>
                <a:cubicBezTo>
                  <a:pt x="8578" y="153485"/>
                  <a:pt x="7604" y="157745"/>
                  <a:pt x="6350" y="161925"/>
                </a:cubicBezTo>
                <a:cubicBezTo>
                  <a:pt x="4427" y="168336"/>
                  <a:pt x="0" y="180975"/>
                  <a:pt x="0" y="180975"/>
                </a:cubicBezTo>
                <a:cubicBezTo>
                  <a:pt x="1058" y="201083"/>
                  <a:pt x="776" y="221307"/>
                  <a:pt x="3175" y="241300"/>
                </a:cubicBezTo>
                <a:cubicBezTo>
                  <a:pt x="3972" y="247946"/>
                  <a:pt x="7408" y="254000"/>
                  <a:pt x="9525" y="260350"/>
                </a:cubicBezTo>
                <a:cubicBezTo>
                  <a:pt x="10583" y="263525"/>
                  <a:pt x="10844" y="267090"/>
                  <a:pt x="12700" y="269875"/>
                </a:cubicBezTo>
                <a:cubicBezTo>
                  <a:pt x="14817" y="273050"/>
                  <a:pt x="17500" y="275913"/>
                  <a:pt x="19050" y="279400"/>
                </a:cubicBezTo>
                <a:cubicBezTo>
                  <a:pt x="21768" y="285517"/>
                  <a:pt x="23283" y="292100"/>
                  <a:pt x="25400" y="298450"/>
                </a:cubicBezTo>
                <a:cubicBezTo>
                  <a:pt x="26458" y="301625"/>
                  <a:pt x="26208" y="305608"/>
                  <a:pt x="28575" y="307975"/>
                </a:cubicBezTo>
                <a:cubicBezTo>
                  <a:pt x="35597" y="314997"/>
                  <a:pt x="40030" y="318184"/>
                  <a:pt x="44450" y="327025"/>
                </a:cubicBezTo>
                <a:cubicBezTo>
                  <a:pt x="45947" y="330018"/>
                  <a:pt x="45769" y="333765"/>
                  <a:pt x="47625" y="336550"/>
                </a:cubicBezTo>
                <a:cubicBezTo>
                  <a:pt x="52321" y="343594"/>
                  <a:pt x="70794" y="356973"/>
                  <a:pt x="76200" y="358775"/>
                </a:cubicBezTo>
                <a:cubicBezTo>
                  <a:pt x="79375" y="359833"/>
                  <a:pt x="82732" y="360453"/>
                  <a:pt x="85725" y="361950"/>
                </a:cubicBezTo>
                <a:cubicBezTo>
                  <a:pt x="89138" y="363657"/>
                  <a:pt x="91837" y="366593"/>
                  <a:pt x="95250" y="368300"/>
                </a:cubicBezTo>
                <a:cubicBezTo>
                  <a:pt x="98243" y="369797"/>
                  <a:pt x="101782" y="369978"/>
                  <a:pt x="104775" y="371475"/>
                </a:cubicBezTo>
                <a:cubicBezTo>
                  <a:pt x="129394" y="383785"/>
                  <a:pt x="99884" y="373020"/>
                  <a:pt x="123825" y="381000"/>
                </a:cubicBezTo>
                <a:cubicBezTo>
                  <a:pt x="125942" y="384175"/>
                  <a:pt x="127477" y="387827"/>
                  <a:pt x="130175" y="390525"/>
                </a:cubicBezTo>
                <a:cubicBezTo>
                  <a:pt x="132873" y="393223"/>
                  <a:pt x="137187" y="394003"/>
                  <a:pt x="139700" y="396875"/>
                </a:cubicBezTo>
                <a:cubicBezTo>
                  <a:pt x="144726" y="402618"/>
                  <a:pt x="148167" y="409575"/>
                  <a:pt x="152400" y="415925"/>
                </a:cubicBezTo>
                <a:cubicBezTo>
                  <a:pt x="154517" y="419100"/>
                  <a:pt x="155575" y="423333"/>
                  <a:pt x="158750" y="425450"/>
                </a:cubicBezTo>
                <a:lnTo>
                  <a:pt x="168275" y="431800"/>
                </a:lnTo>
                <a:cubicBezTo>
                  <a:pt x="170392" y="434975"/>
                  <a:pt x="171645" y="438941"/>
                  <a:pt x="174625" y="441325"/>
                </a:cubicBezTo>
                <a:cubicBezTo>
                  <a:pt x="177238" y="443416"/>
                  <a:pt x="181157" y="443003"/>
                  <a:pt x="184150" y="444500"/>
                </a:cubicBezTo>
                <a:cubicBezTo>
                  <a:pt x="187563" y="446207"/>
                  <a:pt x="190500" y="448733"/>
                  <a:pt x="193675" y="450850"/>
                </a:cubicBezTo>
                <a:cubicBezTo>
                  <a:pt x="200632" y="461286"/>
                  <a:pt x="199914" y="458398"/>
                  <a:pt x="203200" y="469900"/>
                </a:cubicBezTo>
                <a:cubicBezTo>
                  <a:pt x="203454" y="470787"/>
                  <a:pt x="207858" y="490010"/>
                  <a:pt x="209550" y="492125"/>
                </a:cubicBezTo>
                <a:cubicBezTo>
                  <a:pt x="211934" y="495105"/>
                  <a:pt x="215900" y="496358"/>
                  <a:pt x="219075" y="498475"/>
                </a:cubicBezTo>
                <a:cubicBezTo>
                  <a:pt x="221192" y="501650"/>
                  <a:pt x="222445" y="505616"/>
                  <a:pt x="225425" y="508000"/>
                </a:cubicBezTo>
                <a:cubicBezTo>
                  <a:pt x="228038" y="510091"/>
                  <a:pt x="231957" y="509678"/>
                  <a:pt x="234950" y="511175"/>
                </a:cubicBezTo>
                <a:cubicBezTo>
                  <a:pt x="238363" y="512882"/>
                  <a:pt x="241300" y="515408"/>
                  <a:pt x="244475" y="517525"/>
                </a:cubicBezTo>
                <a:cubicBezTo>
                  <a:pt x="246592" y="523875"/>
                  <a:pt x="247112" y="531006"/>
                  <a:pt x="250825" y="536575"/>
                </a:cubicBezTo>
                <a:cubicBezTo>
                  <a:pt x="255058" y="542925"/>
                  <a:pt x="257175" y="551392"/>
                  <a:pt x="263525" y="555625"/>
                </a:cubicBezTo>
                <a:cubicBezTo>
                  <a:pt x="266700" y="557742"/>
                  <a:pt x="269563" y="560425"/>
                  <a:pt x="273050" y="561975"/>
                </a:cubicBezTo>
                <a:cubicBezTo>
                  <a:pt x="291811" y="570313"/>
                  <a:pt x="298878" y="569078"/>
                  <a:pt x="320675" y="571500"/>
                </a:cubicBezTo>
                <a:cubicBezTo>
                  <a:pt x="319617" y="576792"/>
                  <a:pt x="319395" y="582322"/>
                  <a:pt x="317500" y="587375"/>
                </a:cubicBezTo>
                <a:cubicBezTo>
                  <a:pt x="316160" y="590948"/>
                  <a:pt x="310402" y="593158"/>
                  <a:pt x="311150" y="596900"/>
                </a:cubicBezTo>
                <a:cubicBezTo>
                  <a:pt x="311898" y="600642"/>
                  <a:pt x="317500" y="601133"/>
                  <a:pt x="320675" y="603250"/>
                </a:cubicBezTo>
                <a:cubicBezTo>
                  <a:pt x="331109" y="599772"/>
                  <a:pt x="336898" y="596192"/>
                  <a:pt x="349250" y="603250"/>
                </a:cubicBezTo>
                <a:cubicBezTo>
                  <a:pt x="352156" y="604910"/>
                  <a:pt x="350058" y="610408"/>
                  <a:pt x="352425" y="612775"/>
                </a:cubicBezTo>
                <a:cubicBezTo>
                  <a:pt x="366157" y="626507"/>
                  <a:pt x="370927" y="625365"/>
                  <a:pt x="387350" y="628650"/>
                </a:cubicBezTo>
                <a:cubicBezTo>
                  <a:pt x="391583" y="635000"/>
                  <a:pt x="393700" y="643467"/>
                  <a:pt x="400050" y="647700"/>
                </a:cubicBezTo>
                <a:lnTo>
                  <a:pt x="419100" y="660400"/>
                </a:lnTo>
                <a:cubicBezTo>
                  <a:pt x="438150" y="659342"/>
                  <a:pt x="457362" y="659923"/>
                  <a:pt x="476250" y="657225"/>
                </a:cubicBezTo>
                <a:cubicBezTo>
                  <a:pt x="497259" y="654224"/>
                  <a:pt x="476938" y="649930"/>
                  <a:pt x="488950" y="641350"/>
                </a:cubicBezTo>
                <a:cubicBezTo>
                  <a:pt x="494397" y="637459"/>
                  <a:pt x="508000" y="635000"/>
                  <a:pt x="508000" y="635000"/>
                </a:cubicBezTo>
                <a:cubicBezTo>
                  <a:pt x="513819" y="635485"/>
                  <a:pt x="553077" y="641899"/>
                  <a:pt x="565150" y="635000"/>
                </a:cubicBezTo>
                <a:cubicBezTo>
                  <a:pt x="568056" y="633340"/>
                  <a:pt x="566828" y="628468"/>
                  <a:pt x="568325" y="625475"/>
                </a:cubicBezTo>
                <a:cubicBezTo>
                  <a:pt x="574070" y="613986"/>
                  <a:pt x="573214" y="616437"/>
                  <a:pt x="584200" y="612775"/>
                </a:cubicBezTo>
                <a:cubicBezTo>
                  <a:pt x="588433" y="613833"/>
                  <a:pt x="592536" y="615950"/>
                  <a:pt x="596900" y="615950"/>
                </a:cubicBezTo>
                <a:cubicBezTo>
                  <a:pt x="609262" y="615950"/>
                  <a:pt x="605461" y="610564"/>
                  <a:pt x="612775" y="603250"/>
                </a:cubicBezTo>
                <a:cubicBezTo>
                  <a:pt x="615473" y="600552"/>
                  <a:pt x="618619" y="597904"/>
                  <a:pt x="622300" y="596900"/>
                </a:cubicBezTo>
                <a:cubicBezTo>
                  <a:pt x="630532" y="594655"/>
                  <a:pt x="639233" y="594783"/>
                  <a:pt x="647700" y="593725"/>
                </a:cubicBezTo>
                <a:cubicBezTo>
                  <a:pt x="662517" y="594783"/>
                  <a:pt x="677397" y="595164"/>
                  <a:pt x="692150" y="596900"/>
                </a:cubicBezTo>
                <a:cubicBezTo>
                  <a:pt x="695474" y="597291"/>
                  <a:pt x="698457" y="599156"/>
                  <a:pt x="701675" y="600075"/>
                </a:cubicBezTo>
                <a:cubicBezTo>
                  <a:pt x="705871" y="601274"/>
                  <a:pt x="710195" y="601996"/>
                  <a:pt x="714375" y="603250"/>
                </a:cubicBezTo>
                <a:cubicBezTo>
                  <a:pt x="720786" y="605173"/>
                  <a:pt x="726823" y="608500"/>
                  <a:pt x="733425" y="609600"/>
                </a:cubicBezTo>
                <a:cubicBezTo>
                  <a:pt x="739775" y="610658"/>
                  <a:pt x="746230" y="611214"/>
                  <a:pt x="752475" y="612775"/>
                </a:cubicBezTo>
                <a:cubicBezTo>
                  <a:pt x="758969" y="614398"/>
                  <a:pt x="765175" y="617008"/>
                  <a:pt x="771525" y="619125"/>
                </a:cubicBezTo>
                <a:cubicBezTo>
                  <a:pt x="774700" y="620183"/>
                  <a:pt x="777749" y="621750"/>
                  <a:pt x="781050" y="622300"/>
                </a:cubicBezTo>
                <a:cubicBezTo>
                  <a:pt x="811631" y="627397"/>
                  <a:pt x="793689" y="624892"/>
                  <a:pt x="835025" y="628650"/>
                </a:cubicBezTo>
                <a:cubicBezTo>
                  <a:pt x="854826" y="635250"/>
                  <a:pt x="848121" y="634405"/>
                  <a:pt x="882650" y="628650"/>
                </a:cubicBezTo>
                <a:cubicBezTo>
                  <a:pt x="889252" y="627550"/>
                  <a:pt x="895074" y="623247"/>
                  <a:pt x="901700" y="622300"/>
                </a:cubicBezTo>
                <a:lnTo>
                  <a:pt x="923925" y="619125"/>
                </a:lnTo>
                <a:cubicBezTo>
                  <a:pt x="955725" y="608525"/>
                  <a:pt x="934057" y="608941"/>
                  <a:pt x="949325" y="622300"/>
                </a:cubicBezTo>
                <a:cubicBezTo>
                  <a:pt x="955068" y="627326"/>
                  <a:pt x="962025" y="630767"/>
                  <a:pt x="968375" y="635000"/>
                </a:cubicBezTo>
                <a:cubicBezTo>
                  <a:pt x="971550" y="637117"/>
                  <a:pt x="974280" y="640143"/>
                  <a:pt x="977900" y="641350"/>
                </a:cubicBezTo>
                <a:lnTo>
                  <a:pt x="996950" y="647700"/>
                </a:lnTo>
                <a:cubicBezTo>
                  <a:pt x="998221" y="652784"/>
                  <a:pt x="1004156" y="677904"/>
                  <a:pt x="1006475" y="679450"/>
                </a:cubicBezTo>
                <a:lnTo>
                  <a:pt x="1016000" y="685800"/>
                </a:lnTo>
                <a:cubicBezTo>
                  <a:pt x="1032933" y="711200"/>
                  <a:pt x="1010708" y="680508"/>
                  <a:pt x="1031875" y="701675"/>
                </a:cubicBezTo>
                <a:cubicBezTo>
                  <a:pt x="1034573" y="704373"/>
                  <a:pt x="1035782" y="708269"/>
                  <a:pt x="1038225" y="711200"/>
                </a:cubicBezTo>
                <a:cubicBezTo>
                  <a:pt x="1045865" y="720367"/>
                  <a:pt x="1047909" y="720831"/>
                  <a:pt x="1057275" y="727075"/>
                </a:cubicBezTo>
                <a:cubicBezTo>
                  <a:pt x="1068917" y="744538"/>
                  <a:pt x="1057275" y="729721"/>
                  <a:pt x="1073150" y="742950"/>
                </a:cubicBezTo>
                <a:cubicBezTo>
                  <a:pt x="1076599" y="745825"/>
                  <a:pt x="1078939" y="749984"/>
                  <a:pt x="1082675" y="752475"/>
                </a:cubicBezTo>
                <a:cubicBezTo>
                  <a:pt x="1085460" y="754331"/>
                  <a:pt x="1089274" y="754025"/>
                  <a:pt x="1092200" y="755650"/>
                </a:cubicBezTo>
                <a:cubicBezTo>
                  <a:pt x="1098871" y="759356"/>
                  <a:pt x="1104010" y="765937"/>
                  <a:pt x="1111250" y="768350"/>
                </a:cubicBezTo>
                <a:lnTo>
                  <a:pt x="1139825" y="777875"/>
                </a:lnTo>
                <a:cubicBezTo>
                  <a:pt x="1143000" y="778933"/>
                  <a:pt x="1146103" y="780238"/>
                  <a:pt x="1149350" y="781050"/>
                </a:cubicBezTo>
                <a:cubicBezTo>
                  <a:pt x="1153583" y="782108"/>
                  <a:pt x="1157771" y="783369"/>
                  <a:pt x="1162050" y="784225"/>
                </a:cubicBezTo>
                <a:cubicBezTo>
                  <a:pt x="1168363" y="785488"/>
                  <a:pt x="1174816" y="786003"/>
                  <a:pt x="1181100" y="787400"/>
                </a:cubicBezTo>
                <a:cubicBezTo>
                  <a:pt x="1184367" y="788126"/>
                  <a:pt x="1187407" y="789656"/>
                  <a:pt x="1190625" y="790575"/>
                </a:cubicBezTo>
                <a:cubicBezTo>
                  <a:pt x="1194821" y="791774"/>
                  <a:pt x="1199145" y="792496"/>
                  <a:pt x="1203325" y="793750"/>
                </a:cubicBezTo>
                <a:lnTo>
                  <a:pt x="1231900" y="803275"/>
                </a:lnTo>
                <a:cubicBezTo>
                  <a:pt x="1235075" y="804333"/>
                  <a:pt x="1238640" y="804594"/>
                  <a:pt x="1241425" y="806450"/>
                </a:cubicBezTo>
                <a:lnTo>
                  <a:pt x="1260475" y="819150"/>
                </a:lnTo>
                <a:lnTo>
                  <a:pt x="1270000" y="825500"/>
                </a:lnTo>
                <a:cubicBezTo>
                  <a:pt x="1272117" y="828675"/>
                  <a:pt x="1273370" y="832641"/>
                  <a:pt x="1276350" y="835025"/>
                </a:cubicBezTo>
                <a:cubicBezTo>
                  <a:pt x="1278963" y="837116"/>
                  <a:pt x="1283508" y="835833"/>
                  <a:pt x="1285875" y="838200"/>
                </a:cubicBezTo>
                <a:cubicBezTo>
                  <a:pt x="1291271" y="843596"/>
                  <a:pt x="1293179" y="851854"/>
                  <a:pt x="1298575" y="857250"/>
                </a:cubicBezTo>
                <a:lnTo>
                  <a:pt x="1301750" y="860425"/>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2A5AB2F-2866-184F-8F8A-A4121EB51430}"/>
              </a:ext>
            </a:extLst>
          </p:cNvPr>
          <p:cNvSpPr txBox="1"/>
          <p:nvPr/>
        </p:nvSpPr>
        <p:spPr>
          <a:xfrm rot="219902">
            <a:off x="5032257" y="3886479"/>
            <a:ext cx="1371601" cy="246221"/>
          </a:xfrm>
          <a:prstGeom prst="rect">
            <a:avLst/>
          </a:prstGeom>
          <a:noFill/>
        </p:spPr>
        <p:txBody>
          <a:bodyPr wrap="square" rtlCol="0">
            <a:spAutoFit/>
          </a:bodyPr>
          <a:lstStyle/>
          <a:p>
            <a:pPr algn="ctr"/>
            <a:r>
              <a:rPr lang="en-US" sz="1000" b="1" dirty="0">
                <a:solidFill>
                  <a:srgbClr val="0304B4"/>
                </a:solidFill>
                <a:latin typeface="Century Gothic" panose="020B0502020202020204" pitchFamily="34" charset="0"/>
              </a:rPr>
              <a:t>Ganges River</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flipV="1">
            <a:off x="1612900" y="2647259"/>
            <a:ext cx="2628900" cy="779360"/>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18" name="Freeform 17">
            <a:extLst>
              <a:ext uri="{FF2B5EF4-FFF2-40B4-BE49-F238E27FC236}">
                <a16:creationId xmlns:a16="http://schemas.microsoft.com/office/drawing/2014/main" id="{5AA7BC3F-22CC-E947-A935-22C2FC83DCD8}"/>
              </a:ext>
            </a:extLst>
          </p:cNvPr>
          <p:cNvSpPr/>
          <p:nvPr/>
        </p:nvSpPr>
        <p:spPr>
          <a:xfrm>
            <a:off x="5521325" y="3311525"/>
            <a:ext cx="1320800" cy="768350"/>
          </a:xfrm>
          <a:custGeom>
            <a:avLst/>
            <a:gdLst>
              <a:gd name="connsiteX0" fmla="*/ 806450 w 1320800"/>
              <a:gd name="connsiteY0" fmla="*/ 768350 h 768350"/>
              <a:gd name="connsiteX1" fmla="*/ 790575 w 1320800"/>
              <a:gd name="connsiteY1" fmla="*/ 765175 h 768350"/>
              <a:gd name="connsiteX2" fmla="*/ 787400 w 1320800"/>
              <a:gd name="connsiteY2" fmla="*/ 742950 h 768350"/>
              <a:gd name="connsiteX3" fmla="*/ 781050 w 1320800"/>
              <a:gd name="connsiteY3" fmla="*/ 720725 h 768350"/>
              <a:gd name="connsiteX4" fmla="*/ 774700 w 1320800"/>
              <a:gd name="connsiteY4" fmla="*/ 695325 h 768350"/>
              <a:gd name="connsiteX5" fmla="*/ 768350 w 1320800"/>
              <a:gd name="connsiteY5" fmla="*/ 685800 h 768350"/>
              <a:gd name="connsiteX6" fmla="*/ 755650 w 1320800"/>
              <a:gd name="connsiteY6" fmla="*/ 641350 h 768350"/>
              <a:gd name="connsiteX7" fmla="*/ 752475 w 1320800"/>
              <a:gd name="connsiteY7" fmla="*/ 631825 h 768350"/>
              <a:gd name="connsiteX8" fmla="*/ 749300 w 1320800"/>
              <a:gd name="connsiteY8" fmla="*/ 603250 h 768350"/>
              <a:gd name="connsiteX9" fmla="*/ 746125 w 1320800"/>
              <a:gd name="connsiteY9" fmla="*/ 593725 h 768350"/>
              <a:gd name="connsiteX10" fmla="*/ 736600 w 1320800"/>
              <a:gd name="connsiteY10" fmla="*/ 587375 h 768350"/>
              <a:gd name="connsiteX11" fmla="*/ 739775 w 1320800"/>
              <a:gd name="connsiteY11" fmla="*/ 558800 h 768350"/>
              <a:gd name="connsiteX12" fmla="*/ 752475 w 1320800"/>
              <a:gd name="connsiteY12" fmla="*/ 520700 h 768350"/>
              <a:gd name="connsiteX13" fmla="*/ 755650 w 1320800"/>
              <a:gd name="connsiteY13" fmla="*/ 511175 h 768350"/>
              <a:gd name="connsiteX14" fmla="*/ 765175 w 1320800"/>
              <a:gd name="connsiteY14" fmla="*/ 504825 h 768350"/>
              <a:gd name="connsiteX15" fmla="*/ 781050 w 1320800"/>
              <a:gd name="connsiteY15" fmla="*/ 492125 h 768350"/>
              <a:gd name="connsiteX16" fmla="*/ 784225 w 1320800"/>
              <a:gd name="connsiteY16" fmla="*/ 482600 h 768350"/>
              <a:gd name="connsiteX17" fmla="*/ 793750 w 1320800"/>
              <a:gd name="connsiteY17" fmla="*/ 479425 h 768350"/>
              <a:gd name="connsiteX18" fmla="*/ 857250 w 1320800"/>
              <a:gd name="connsiteY18" fmla="*/ 476250 h 768350"/>
              <a:gd name="connsiteX19" fmla="*/ 866775 w 1320800"/>
              <a:gd name="connsiteY19" fmla="*/ 473075 h 768350"/>
              <a:gd name="connsiteX20" fmla="*/ 876300 w 1320800"/>
              <a:gd name="connsiteY20" fmla="*/ 466725 h 768350"/>
              <a:gd name="connsiteX21" fmla="*/ 942975 w 1320800"/>
              <a:gd name="connsiteY21" fmla="*/ 463550 h 768350"/>
              <a:gd name="connsiteX22" fmla="*/ 949325 w 1320800"/>
              <a:gd name="connsiteY22" fmla="*/ 454025 h 768350"/>
              <a:gd name="connsiteX23" fmla="*/ 977900 w 1320800"/>
              <a:gd name="connsiteY23" fmla="*/ 438150 h 768350"/>
              <a:gd name="connsiteX24" fmla="*/ 993775 w 1320800"/>
              <a:gd name="connsiteY24" fmla="*/ 425450 h 768350"/>
              <a:gd name="connsiteX25" fmla="*/ 1012825 w 1320800"/>
              <a:gd name="connsiteY25" fmla="*/ 412750 h 768350"/>
              <a:gd name="connsiteX26" fmla="*/ 1022350 w 1320800"/>
              <a:gd name="connsiteY26" fmla="*/ 406400 h 768350"/>
              <a:gd name="connsiteX27" fmla="*/ 1050925 w 1320800"/>
              <a:gd name="connsiteY27" fmla="*/ 396875 h 768350"/>
              <a:gd name="connsiteX28" fmla="*/ 1069975 w 1320800"/>
              <a:gd name="connsiteY28" fmla="*/ 387350 h 768350"/>
              <a:gd name="connsiteX29" fmla="*/ 1089025 w 1320800"/>
              <a:gd name="connsiteY29" fmla="*/ 381000 h 768350"/>
              <a:gd name="connsiteX30" fmla="*/ 1098550 w 1320800"/>
              <a:gd name="connsiteY30" fmla="*/ 377825 h 768350"/>
              <a:gd name="connsiteX31" fmla="*/ 1108075 w 1320800"/>
              <a:gd name="connsiteY31" fmla="*/ 371475 h 768350"/>
              <a:gd name="connsiteX32" fmla="*/ 1120775 w 1320800"/>
              <a:gd name="connsiteY32" fmla="*/ 368300 h 768350"/>
              <a:gd name="connsiteX33" fmla="*/ 1149350 w 1320800"/>
              <a:gd name="connsiteY33" fmla="*/ 358775 h 768350"/>
              <a:gd name="connsiteX34" fmla="*/ 1158875 w 1320800"/>
              <a:gd name="connsiteY34" fmla="*/ 355600 h 768350"/>
              <a:gd name="connsiteX35" fmla="*/ 1168400 w 1320800"/>
              <a:gd name="connsiteY35" fmla="*/ 352425 h 768350"/>
              <a:gd name="connsiteX36" fmla="*/ 1177925 w 1320800"/>
              <a:gd name="connsiteY36" fmla="*/ 346075 h 768350"/>
              <a:gd name="connsiteX37" fmla="*/ 1187450 w 1320800"/>
              <a:gd name="connsiteY37" fmla="*/ 327025 h 768350"/>
              <a:gd name="connsiteX38" fmla="*/ 1196975 w 1320800"/>
              <a:gd name="connsiteY38" fmla="*/ 317500 h 768350"/>
              <a:gd name="connsiteX39" fmla="*/ 1209675 w 1320800"/>
              <a:gd name="connsiteY39" fmla="*/ 298450 h 768350"/>
              <a:gd name="connsiteX40" fmla="*/ 1212850 w 1320800"/>
              <a:gd name="connsiteY40" fmla="*/ 288925 h 768350"/>
              <a:gd name="connsiteX41" fmla="*/ 1244600 w 1320800"/>
              <a:gd name="connsiteY41" fmla="*/ 257175 h 768350"/>
              <a:gd name="connsiteX42" fmla="*/ 1263650 w 1320800"/>
              <a:gd name="connsiteY42" fmla="*/ 247650 h 768350"/>
              <a:gd name="connsiteX43" fmla="*/ 1273175 w 1320800"/>
              <a:gd name="connsiteY43" fmla="*/ 244475 h 768350"/>
              <a:gd name="connsiteX44" fmla="*/ 1282700 w 1320800"/>
              <a:gd name="connsiteY44" fmla="*/ 238125 h 768350"/>
              <a:gd name="connsiteX45" fmla="*/ 1301750 w 1320800"/>
              <a:gd name="connsiteY45" fmla="*/ 231775 h 768350"/>
              <a:gd name="connsiteX46" fmla="*/ 1308100 w 1320800"/>
              <a:gd name="connsiteY46" fmla="*/ 222250 h 768350"/>
              <a:gd name="connsiteX47" fmla="*/ 1317625 w 1320800"/>
              <a:gd name="connsiteY47" fmla="*/ 215900 h 768350"/>
              <a:gd name="connsiteX48" fmla="*/ 1320800 w 1320800"/>
              <a:gd name="connsiteY48" fmla="*/ 206375 h 768350"/>
              <a:gd name="connsiteX49" fmla="*/ 1317625 w 1320800"/>
              <a:gd name="connsiteY49" fmla="*/ 190500 h 768350"/>
              <a:gd name="connsiteX50" fmla="*/ 1298575 w 1320800"/>
              <a:gd name="connsiteY50" fmla="*/ 177800 h 768350"/>
              <a:gd name="connsiteX51" fmla="*/ 1289050 w 1320800"/>
              <a:gd name="connsiteY51" fmla="*/ 171450 h 768350"/>
              <a:gd name="connsiteX52" fmla="*/ 1270000 w 1320800"/>
              <a:gd name="connsiteY52" fmla="*/ 165100 h 768350"/>
              <a:gd name="connsiteX53" fmla="*/ 1250950 w 1320800"/>
              <a:gd name="connsiteY53" fmla="*/ 152400 h 768350"/>
              <a:gd name="connsiteX54" fmla="*/ 1247775 w 1320800"/>
              <a:gd name="connsiteY54" fmla="*/ 142875 h 768350"/>
              <a:gd name="connsiteX55" fmla="*/ 1241425 w 1320800"/>
              <a:gd name="connsiteY55" fmla="*/ 133350 h 768350"/>
              <a:gd name="connsiteX56" fmla="*/ 1238250 w 1320800"/>
              <a:gd name="connsiteY56" fmla="*/ 120650 h 768350"/>
              <a:gd name="connsiteX57" fmla="*/ 1241425 w 1320800"/>
              <a:gd name="connsiteY57" fmla="*/ 92075 h 768350"/>
              <a:gd name="connsiteX58" fmla="*/ 1244600 w 1320800"/>
              <a:gd name="connsiteY58" fmla="*/ 82550 h 768350"/>
              <a:gd name="connsiteX59" fmla="*/ 1263650 w 1320800"/>
              <a:gd name="connsiteY59" fmla="*/ 76200 h 768350"/>
              <a:gd name="connsiteX60" fmla="*/ 1266825 w 1320800"/>
              <a:gd name="connsiteY60" fmla="*/ 66675 h 768350"/>
              <a:gd name="connsiteX61" fmla="*/ 1279525 w 1320800"/>
              <a:gd name="connsiteY61" fmla="*/ 47625 h 768350"/>
              <a:gd name="connsiteX62" fmla="*/ 1282700 w 1320800"/>
              <a:gd name="connsiteY62" fmla="*/ 38100 h 768350"/>
              <a:gd name="connsiteX63" fmla="*/ 1257300 w 1320800"/>
              <a:gd name="connsiteY63" fmla="*/ 6350 h 768350"/>
              <a:gd name="connsiteX64" fmla="*/ 1238250 w 1320800"/>
              <a:gd name="connsiteY64" fmla="*/ 0 h 768350"/>
              <a:gd name="connsiteX65" fmla="*/ 1212850 w 1320800"/>
              <a:gd name="connsiteY65" fmla="*/ 3175 h 768350"/>
              <a:gd name="connsiteX66" fmla="*/ 1206500 w 1320800"/>
              <a:gd name="connsiteY66" fmla="*/ 12700 h 768350"/>
              <a:gd name="connsiteX67" fmla="*/ 1196975 w 1320800"/>
              <a:gd name="connsiteY67" fmla="*/ 22225 h 768350"/>
              <a:gd name="connsiteX68" fmla="*/ 1181100 w 1320800"/>
              <a:gd name="connsiteY68" fmla="*/ 47625 h 768350"/>
              <a:gd name="connsiteX69" fmla="*/ 1155700 w 1320800"/>
              <a:gd name="connsiteY69" fmla="*/ 69850 h 768350"/>
              <a:gd name="connsiteX70" fmla="*/ 1146175 w 1320800"/>
              <a:gd name="connsiteY70" fmla="*/ 76200 h 768350"/>
              <a:gd name="connsiteX71" fmla="*/ 1136650 w 1320800"/>
              <a:gd name="connsiteY71" fmla="*/ 82550 h 768350"/>
              <a:gd name="connsiteX72" fmla="*/ 1117600 w 1320800"/>
              <a:gd name="connsiteY72" fmla="*/ 88900 h 768350"/>
              <a:gd name="connsiteX73" fmla="*/ 1035050 w 1320800"/>
              <a:gd name="connsiteY73" fmla="*/ 95250 h 768350"/>
              <a:gd name="connsiteX74" fmla="*/ 1000125 w 1320800"/>
              <a:gd name="connsiteY74" fmla="*/ 101600 h 768350"/>
              <a:gd name="connsiteX75" fmla="*/ 971550 w 1320800"/>
              <a:gd name="connsiteY75" fmla="*/ 107950 h 768350"/>
              <a:gd name="connsiteX76" fmla="*/ 952500 w 1320800"/>
              <a:gd name="connsiteY76" fmla="*/ 111125 h 768350"/>
              <a:gd name="connsiteX77" fmla="*/ 901700 w 1320800"/>
              <a:gd name="connsiteY77" fmla="*/ 120650 h 768350"/>
              <a:gd name="connsiteX78" fmla="*/ 863600 w 1320800"/>
              <a:gd name="connsiteY78" fmla="*/ 123825 h 768350"/>
              <a:gd name="connsiteX79" fmla="*/ 793750 w 1320800"/>
              <a:gd name="connsiteY79" fmla="*/ 123825 h 768350"/>
              <a:gd name="connsiteX80" fmla="*/ 784225 w 1320800"/>
              <a:gd name="connsiteY80" fmla="*/ 127000 h 768350"/>
              <a:gd name="connsiteX81" fmla="*/ 774700 w 1320800"/>
              <a:gd name="connsiteY81" fmla="*/ 133350 h 768350"/>
              <a:gd name="connsiteX82" fmla="*/ 749300 w 1320800"/>
              <a:gd name="connsiteY82" fmla="*/ 127000 h 768350"/>
              <a:gd name="connsiteX83" fmla="*/ 739775 w 1320800"/>
              <a:gd name="connsiteY83" fmla="*/ 120650 h 768350"/>
              <a:gd name="connsiteX84" fmla="*/ 720725 w 1320800"/>
              <a:gd name="connsiteY84" fmla="*/ 114300 h 768350"/>
              <a:gd name="connsiteX85" fmla="*/ 701675 w 1320800"/>
              <a:gd name="connsiteY85" fmla="*/ 117475 h 768350"/>
              <a:gd name="connsiteX86" fmla="*/ 685800 w 1320800"/>
              <a:gd name="connsiteY86" fmla="*/ 120650 h 768350"/>
              <a:gd name="connsiteX87" fmla="*/ 647700 w 1320800"/>
              <a:gd name="connsiteY87" fmla="*/ 123825 h 768350"/>
              <a:gd name="connsiteX88" fmla="*/ 561975 w 1320800"/>
              <a:gd name="connsiteY88" fmla="*/ 117475 h 768350"/>
              <a:gd name="connsiteX89" fmla="*/ 552450 w 1320800"/>
              <a:gd name="connsiteY89" fmla="*/ 114300 h 768350"/>
              <a:gd name="connsiteX90" fmla="*/ 539750 w 1320800"/>
              <a:gd name="connsiteY90" fmla="*/ 117475 h 768350"/>
              <a:gd name="connsiteX91" fmla="*/ 523875 w 1320800"/>
              <a:gd name="connsiteY91" fmla="*/ 133350 h 768350"/>
              <a:gd name="connsiteX92" fmla="*/ 514350 w 1320800"/>
              <a:gd name="connsiteY92" fmla="*/ 152400 h 768350"/>
              <a:gd name="connsiteX93" fmla="*/ 495300 w 1320800"/>
              <a:gd name="connsiteY93" fmla="*/ 158750 h 768350"/>
              <a:gd name="connsiteX94" fmla="*/ 485775 w 1320800"/>
              <a:gd name="connsiteY94" fmla="*/ 161925 h 768350"/>
              <a:gd name="connsiteX95" fmla="*/ 447675 w 1320800"/>
              <a:gd name="connsiteY95" fmla="*/ 158750 h 768350"/>
              <a:gd name="connsiteX96" fmla="*/ 428625 w 1320800"/>
              <a:gd name="connsiteY96" fmla="*/ 152400 h 768350"/>
              <a:gd name="connsiteX97" fmla="*/ 419100 w 1320800"/>
              <a:gd name="connsiteY97" fmla="*/ 149225 h 768350"/>
              <a:gd name="connsiteX98" fmla="*/ 279400 w 1320800"/>
              <a:gd name="connsiteY98" fmla="*/ 155575 h 768350"/>
              <a:gd name="connsiteX99" fmla="*/ 222250 w 1320800"/>
              <a:gd name="connsiteY99" fmla="*/ 152400 h 768350"/>
              <a:gd name="connsiteX100" fmla="*/ 206375 w 1320800"/>
              <a:gd name="connsiteY100" fmla="*/ 136525 h 768350"/>
              <a:gd name="connsiteX101" fmla="*/ 196850 w 1320800"/>
              <a:gd name="connsiteY101" fmla="*/ 130175 h 768350"/>
              <a:gd name="connsiteX102" fmla="*/ 180975 w 1320800"/>
              <a:gd name="connsiteY102" fmla="*/ 117475 h 768350"/>
              <a:gd name="connsiteX103" fmla="*/ 161925 w 1320800"/>
              <a:gd name="connsiteY103" fmla="*/ 104775 h 768350"/>
              <a:gd name="connsiteX104" fmla="*/ 152400 w 1320800"/>
              <a:gd name="connsiteY104" fmla="*/ 98425 h 768350"/>
              <a:gd name="connsiteX105" fmla="*/ 142875 w 1320800"/>
              <a:gd name="connsiteY105" fmla="*/ 95250 h 768350"/>
              <a:gd name="connsiteX106" fmla="*/ 133350 w 1320800"/>
              <a:gd name="connsiteY106" fmla="*/ 88900 h 768350"/>
              <a:gd name="connsiteX107" fmla="*/ 114300 w 1320800"/>
              <a:gd name="connsiteY107" fmla="*/ 82550 h 768350"/>
              <a:gd name="connsiteX108" fmla="*/ 98425 w 1320800"/>
              <a:gd name="connsiteY108" fmla="*/ 66675 h 768350"/>
              <a:gd name="connsiteX109" fmla="*/ 92075 w 1320800"/>
              <a:gd name="connsiteY109" fmla="*/ 57150 h 768350"/>
              <a:gd name="connsiteX110" fmla="*/ 73025 w 1320800"/>
              <a:gd name="connsiteY110" fmla="*/ 50800 h 768350"/>
              <a:gd name="connsiteX111" fmla="*/ 63500 w 1320800"/>
              <a:gd name="connsiteY111" fmla="*/ 47625 h 768350"/>
              <a:gd name="connsiteX112" fmla="*/ 34925 w 1320800"/>
              <a:gd name="connsiteY112" fmla="*/ 41275 h 768350"/>
              <a:gd name="connsiteX113" fmla="*/ 28575 w 1320800"/>
              <a:gd name="connsiteY113" fmla="*/ 22225 h 768350"/>
              <a:gd name="connsiteX114" fmla="*/ 9525 w 1320800"/>
              <a:gd name="connsiteY114" fmla="*/ 9525 h 768350"/>
              <a:gd name="connsiteX115" fmla="*/ 0 w 1320800"/>
              <a:gd name="connsiteY115" fmla="*/ 635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320800" h="768350">
                <a:moveTo>
                  <a:pt x="806450" y="768350"/>
                </a:moveTo>
                <a:cubicBezTo>
                  <a:pt x="801158" y="767292"/>
                  <a:pt x="793813" y="769492"/>
                  <a:pt x="790575" y="765175"/>
                </a:cubicBezTo>
                <a:cubicBezTo>
                  <a:pt x="786085" y="759188"/>
                  <a:pt x="788739" y="750313"/>
                  <a:pt x="787400" y="742950"/>
                </a:cubicBezTo>
                <a:cubicBezTo>
                  <a:pt x="783441" y="721174"/>
                  <a:pt x="785584" y="738860"/>
                  <a:pt x="781050" y="720725"/>
                </a:cubicBezTo>
                <a:cubicBezTo>
                  <a:pt x="779239" y="713479"/>
                  <a:pt x="778329" y="702583"/>
                  <a:pt x="774700" y="695325"/>
                </a:cubicBezTo>
                <a:cubicBezTo>
                  <a:pt x="772993" y="691912"/>
                  <a:pt x="770467" y="688975"/>
                  <a:pt x="768350" y="685800"/>
                </a:cubicBezTo>
                <a:cubicBezTo>
                  <a:pt x="760377" y="653906"/>
                  <a:pt x="764760" y="668679"/>
                  <a:pt x="755650" y="641350"/>
                </a:cubicBezTo>
                <a:lnTo>
                  <a:pt x="752475" y="631825"/>
                </a:lnTo>
                <a:cubicBezTo>
                  <a:pt x="751417" y="622300"/>
                  <a:pt x="750876" y="612703"/>
                  <a:pt x="749300" y="603250"/>
                </a:cubicBezTo>
                <a:cubicBezTo>
                  <a:pt x="748750" y="599949"/>
                  <a:pt x="748216" y="596338"/>
                  <a:pt x="746125" y="593725"/>
                </a:cubicBezTo>
                <a:cubicBezTo>
                  <a:pt x="743741" y="590745"/>
                  <a:pt x="739775" y="589492"/>
                  <a:pt x="736600" y="587375"/>
                </a:cubicBezTo>
                <a:cubicBezTo>
                  <a:pt x="731308" y="571500"/>
                  <a:pt x="732367" y="581025"/>
                  <a:pt x="739775" y="558800"/>
                </a:cubicBezTo>
                <a:lnTo>
                  <a:pt x="752475" y="520700"/>
                </a:lnTo>
                <a:cubicBezTo>
                  <a:pt x="753533" y="517525"/>
                  <a:pt x="752865" y="513031"/>
                  <a:pt x="755650" y="511175"/>
                </a:cubicBezTo>
                <a:lnTo>
                  <a:pt x="765175" y="504825"/>
                </a:lnTo>
                <a:cubicBezTo>
                  <a:pt x="793365" y="462540"/>
                  <a:pt x="750378" y="522797"/>
                  <a:pt x="781050" y="492125"/>
                </a:cubicBezTo>
                <a:cubicBezTo>
                  <a:pt x="783417" y="489758"/>
                  <a:pt x="781858" y="484967"/>
                  <a:pt x="784225" y="482600"/>
                </a:cubicBezTo>
                <a:cubicBezTo>
                  <a:pt x="786592" y="480233"/>
                  <a:pt x="790416" y="479715"/>
                  <a:pt x="793750" y="479425"/>
                </a:cubicBezTo>
                <a:cubicBezTo>
                  <a:pt x="814863" y="477589"/>
                  <a:pt x="836083" y="477308"/>
                  <a:pt x="857250" y="476250"/>
                </a:cubicBezTo>
                <a:cubicBezTo>
                  <a:pt x="860425" y="475192"/>
                  <a:pt x="863782" y="474572"/>
                  <a:pt x="866775" y="473075"/>
                </a:cubicBezTo>
                <a:cubicBezTo>
                  <a:pt x="870188" y="471368"/>
                  <a:pt x="872514" y="467198"/>
                  <a:pt x="876300" y="466725"/>
                </a:cubicBezTo>
                <a:cubicBezTo>
                  <a:pt x="898378" y="463965"/>
                  <a:pt x="920750" y="464608"/>
                  <a:pt x="942975" y="463550"/>
                </a:cubicBezTo>
                <a:cubicBezTo>
                  <a:pt x="945092" y="460375"/>
                  <a:pt x="946453" y="456538"/>
                  <a:pt x="949325" y="454025"/>
                </a:cubicBezTo>
                <a:cubicBezTo>
                  <a:pt x="962762" y="442268"/>
                  <a:pt x="964818" y="442511"/>
                  <a:pt x="977900" y="438150"/>
                </a:cubicBezTo>
                <a:cubicBezTo>
                  <a:pt x="989633" y="420551"/>
                  <a:pt x="977537" y="434471"/>
                  <a:pt x="993775" y="425450"/>
                </a:cubicBezTo>
                <a:cubicBezTo>
                  <a:pt x="1000446" y="421744"/>
                  <a:pt x="1006475" y="416983"/>
                  <a:pt x="1012825" y="412750"/>
                </a:cubicBezTo>
                <a:cubicBezTo>
                  <a:pt x="1016000" y="410633"/>
                  <a:pt x="1018730" y="407607"/>
                  <a:pt x="1022350" y="406400"/>
                </a:cubicBezTo>
                <a:lnTo>
                  <a:pt x="1050925" y="396875"/>
                </a:lnTo>
                <a:cubicBezTo>
                  <a:pt x="1085663" y="385296"/>
                  <a:pt x="1033046" y="403763"/>
                  <a:pt x="1069975" y="387350"/>
                </a:cubicBezTo>
                <a:cubicBezTo>
                  <a:pt x="1076092" y="384632"/>
                  <a:pt x="1082675" y="383117"/>
                  <a:pt x="1089025" y="381000"/>
                </a:cubicBezTo>
                <a:cubicBezTo>
                  <a:pt x="1092200" y="379942"/>
                  <a:pt x="1095765" y="379681"/>
                  <a:pt x="1098550" y="377825"/>
                </a:cubicBezTo>
                <a:cubicBezTo>
                  <a:pt x="1101725" y="375708"/>
                  <a:pt x="1104568" y="372978"/>
                  <a:pt x="1108075" y="371475"/>
                </a:cubicBezTo>
                <a:cubicBezTo>
                  <a:pt x="1112086" y="369756"/>
                  <a:pt x="1116595" y="369554"/>
                  <a:pt x="1120775" y="368300"/>
                </a:cubicBezTo>
                <a:lnTo>
                  <a:pt x="1149350" y="358775"/>
                </a:lnTo>
                <a:lnTo>
                  <a:pt x="1158875" y="355600"/>
                </a:lnTo>
                <a:cubicBezTo>
                  <a:pt x="1162050" y="354542"/>
                  <a:pt x="1165615" y="354281"/>
                  <a:pt x="1168400" y="352425"/>
                </a:cubicBezTo>
                <a:lnTo>
                  <a:pt x="1177925" y="346075"/>
                </a:lnTo>
                <a:cubicBezTo>
                  <a:pt x="1181107" y="336529"/>
                  <a:pt x="1180611" y="335231"/>
                  <a:pt x="1187450" y="327025"/>
                </a:cubicBezTo>
                <a:cubicBezTo>
                  <a:pt x="1190325" y="323576"/>
                  <a:pt x="1194218" y="321044"/>
                  <a:pt x="1196975" y="317500"/>
                </a:cubicBezTo>
                <a:cubicBezTo>
                  <a:pt x="1201660" y="311476"/>
                  <a:pt x="1207262" y="305690"/>
                  <a:pt x="1209675" y="298450"/>
                </a:cubicBezTo>
                <a:cubicBezTo>
                  <a:pt x="1210733" y="295275"/>
                  <a:pt x="1211225" y="291851"/>
                  <a:pt x="1212850" y="288925"/>
                </a:cubicBezTo>
                <a:cubicBezTo>
                  <a:pt x="1220547" y="275070"/>
                  <a:pt x="1228436" y="262563"/>
                  <a:pt x="1244600" y="257175"/>
                </a:cubicBezTo>
                <a:cubicBezTo>
                  <a:pt x="1268541" y="249195"/>
                  <a:pt x="1239031" y="259960"/>
                  <a:pt x="1263650" y="247650"/>
                </a:cubicBezTo>
                <a:cubicBezTo>
                  <a:pt x="1266643" y="246153"/>
                  <a:pt x="1270182" y="245972"/>
                  <a:pt x="1273175" y="244475"/>
                </a:cubicBezTo>
                <a:cubicBezTo>
                  <a:pt x="1276588" y="242768"/>
                  <a:pt x="1279213" y="239675"/>
                  <a:pt x="1282700" y="238125"/>
                </a:cubicBezTo>
                <a:cubicBezTo>
                  <a:pt x="1288817" y="235407"/>
                  <a:pt x="1301750" y="231775"/>
                  <a:pt x="1301750" y="231775"/>
                </a:cubicBezTo>
                <a:cubicBezTo>
                  <a:pt x="1303867" y="228600"/>
                  <a:pt x="1305402" y="224948"/>
                  <a:pt x="1308100" y="222250"/>
                </a:cubicBezTo>
                <a:cubicBezTo>
                  <a:pt x="1310798" y="219552"/>
                  <a:pt x="1315241" y="218880"/>
                  <a:pt x="1317625" y="215900"/>
                </a:cubicBezTo>
                <a:cubicBezTo>
                  <a:pt x="1319716" y="213287"/>
                  <a:pt x="1319742" y="209550"/>
                  <a:pt x="1320800" y="206375"/>
                </a:cubicBezTo>
                <a:cubicBezTo>
                  <a:pt x="1319742" y="201083"/>
                  <a:pt x="1320038" y="195327"/>
                  <a:pt x="1317625" y="190500"/>
                </a:cubicBezTo>
                <a:cubicBezTo>
                  <a:pt x="1311606" y="178463"/>
                  <a:pt x="1307982" y="182504"/>
                  <a:pt x="1298575" y="177800"/>
                </a:cubicBezTo>
                <a:cubicBezTo>
                  <a:pt x="1295162" y="176093"/>
                  <a:pt x="1292537" y="173000"/>
                  <a:pt x="1289050" y="171450"/>
                </a:cubicBezTo>
                <a:cubicBezTo>
                  <a:pt x="1282933" y="168732"/>
                  <a:pt x="1275569" y="168813"/>
                  <a:pt x="1270000" y="165100"/>
                </a:cubicBezTo>
                <a:lnTo>
                  <a:pt x="1250950" y="152400"/>
                </a:lnTo>
                <a:cubicBezTo>
                  <a:pt x="1249892" y="149225"/>
                  <a:pt x="1249272" y="145868"/>
                  <a:pt x="1247775" y="142875"/>
                </a:cubicBezTo>
                <a:cubicBezTo>
                  <a:pt x="1246068" y="139462"/>
                  <a:pt x="1242928" y="136857"/>
                  <a:pt x="1241425" y="133350"/>
                </a:cubicBezTo>
                <a:cubicBezTo>
                  <a:pt x="1239706" y="129339"/>
                  <a:pt x="1239308" y="124883"/>
                  <a:pt x="1238250" y="120650"/>
                </a:cubicBezTo>
                <a:cubicBezTo>
                  <a:pt x="1239308" y="111125"/>
                  <a:pt x="1239849" y="101528"/>
                  <a:pt x="1241425" y="92075"/>
                </a:cubicBezTo>
                <a:cubicBezTo>
                  <a:pt x="1241975" y="88774"/>
                  <a:pt x="1241877" y="84495"/>
                  <a:pt x="1244600" y="82550"/>
                </a:cubicBezTo>
                <a:cubicBezTo>
                  <a:pt x="1250047" y="78659"/>
                  <a:pt x="1263650" y="76200"/>
                  <a:pt x="1263650" y="76200"/>
                </a:cubicBezTo>
                <a:cubicBezTo>
                  <a:pt x="1264708" y="73025"/>
                  <a:pt x="1265200" y="69601"/>
                  <a:pt x="1266825" y="66675"/>
                </a:cubicBezTo>
                <a:cubicBezTo>
                  <a:pt x="1270531" y="60004"/>
                  <a:pt x="1277112" y="54865"/>
                  <a:pt x="1279525" y="47625"/>
                </a:cubicBezTo>
                <a:lnTo>
                  <a:pt x="1282700" y="38100"/>
                </a:lnTo>
                <a:cubicBezTo>
                  <a:pt x="1276636" y="19907"/>
                  <a:pt x="1278842" y="13531"/>
                  <a:pt x="1257300" y="6350"/>
                </a:cubicBezTo>
                <a:lnTo>
                  <a:pt x="1238250" y="0"/>
                </a:lnTo>
                <a:cubicBezTo>
                  <a:pt x="1229783" y="1058"/>
                  <a:pt x="1220772" y="6"/>
                  <a:pt x="1212850" y="3175"/>
                </a:cubicBezTo>
                <a:cubicBezTo>
                  <a:pt x="1209307" y="4592"/>
                  <a:pt x="1208943" y="9769"/>
                  <a:pt x="1206500" y="12700"/>
                </a:cubicBezTo>
                <a:cubicBezTo>
                  <a:pt x="1203625" y="16149"/>
                  <a:pt x="1200150" y="19050"/>
                  <a:pt x="1196975" y="22225"/>
                </a:cubicBezTo>
                <a:cubicBezTo>
                  <a:pt x="1189418" y="44895"/>
                  <a:pt x="1196194" y="37562"/>
                  <a:pt x="1181100" y="47625"/>
                </a:cubicBezTo>
                <a:cubicBezTo>
                  <a:pt x="1170517" y="63500"/>
                  <a:pt x="1177925" y="55033"/>
                  <a:pt x="1155700" y="69850"/>
                </a:cubicBezTo>
                <a:lnTo>
                  <a:pt x="1146175" y="76200"/>
                </a:lnTo>
                <a:cubicBezTo>
                  <a:pt x="1143000" y="78317"/>
                  <a:pt x="1140270" y="81343"/>
                  <a:pt x="1136650" y="82550"/>
                </a:cubicBezTo>
                <a:lnTo>
                  <a:pt x="1117600" y="88900"/>
                </a:lnTo>
                <a:cubicBezTo>
                  <a:pt x="1084961" y="99780"/>
                  <a:pt x="1111419" y="91930"/>
                  <a:pt x="1035050" y="95250"/>
                </a:cubicBezTo>
                <a:cubicBezTo>
                  <a:pt x="995836" y="103093"/>
                  <a:pt x="1044809" y="93476"/>
                  <a:pt x="1000125" y="101600"/>
                </a:cubicBezTo>
                <a:cubicBezTo>
                  <a:pt x="939129" y="112690"/>
                  <a:pt x="1022511" y="97758"/>
                  <a:pt x="971550" y="107950"/>
                </a:cubicBezTo>
                <a:cubicBezTo>
                  <a:pt x="965237" y="109213"/>
                  <a:pt x="958827" y="109939"/>
                  <a:pt x="952500" y="111125"/>
                </a:cubicBezTo>
                <a:cubicBezTo>
                  <a:pt x="944418" y="112640"/>
                  <a:pt x="913514" y="119337"/>
                  <a:pt x="901700" y="120650"/>
                </a:cubicBezTo>
                <a:cubicBezTo>
                  <a:pt x="889034" y="122057"/>
                  <a:pt x="876300" y="122767"/>
                  <a:pt x="863600" y="123825"/>
                </a:cubicBezTo>
                <a:cubicBezTo>
                  <a:pt x="826657" y="120983"/>
                  <a:pt x="826395" y="118384"/>
                  <a:pt x="793750" y="123825"/>
                </a:cubicBezTo>
                <a:cubicBezTo>
                  <a:pt x="790449" y="124375"/>
                  <a:pt x="787218" y="125503"/>
                  <a:pt x="784225" y="127000"/>
                </a:cubicBezTo>
                <a:cubicBezTo>
                  <a:pt x="780812" y="128707"/>
                  <a:pt x="777875" y="131233"/>
                  <a:pt x="774700" y="133350"/>
                </a:cubicBezTo>
                <a:cubicBezTo>
                  <a:pt x="768662" y="132142"/>
                  <a:pt x="755809" y="130254"/>
                  <a:pt x="749300" y="127000"/>
                </a:cubicBezTo>
                <a:cubicBezTo>
                  <a:pt x="745887" y="125293"/>
                  <a:pt x="743262" y="122200"/>
                  <a:pt x="739775" y="120650"/>
                </a:cubicBezTo>
                <a:cubicBezTo>
                  <a:pt x="733658" y="117932"/>
                  <a:pt x="720725" y="114300"/>
                  <a:pt x="720725" y="114300"/>
                </a:cubicBezTo>
                <a:lnTo>
                  <a:pt x="701675" y="117475"/>
                </a:lnTo>
                <a:cubicBezTo>
                  <a:pt x="696366" y="118440"/>
                  <a:pt x="691159" y="120019"/>
                  <a:pt x="685800" y="120650"/>
                </a:cubicBezTo>
                <a:cubicBezTo>
                  <a:pt x="673143" y="122139"/>
                  <a:pt x="660400" y="122767"/>
                  <a:pt x="647700" y="123825"/>
                </a:cubicBezTo>
                <a:cubicBezTo>
                  <a:pt x="619681" y="122491"/>
                  <a:pt x="589928" y="123687"/>
                  <a:pt x="561975" y="117475"/>
                </a:cubicBezTo>
                <a:cubicBezTo>
                  <a:pt x="558708" y="116749"/>
                  <a:pt x="555625" y="115358"/>
                  <a:pt x="552450" y="114300"/>
                </a:cubicBezTo>
                <a:cubicBezTo>
                  <a:pt x="548217" y="115358"/>
                  <a:pt x="543761" y="115756"/>
                  <a:pt x="539750" y="117475"/>
                </a:cubicBezTo>
                <a:cubicBezTo>
                  <a:pt x="531668" y="120939"/>
                  <a:pt x="527723" y="125653"/>
                  <a:pt x="523875" y="133350"/>
                </a:cubicBezTo>
                <a:cubicBezTo>
                  <a:pt x="520887" y="139326"/>
                  <a:pt x="520968" y="148264"/>
                  <a:pt x="514350" y="152400"/>
                </a:cubicBezTo>
                <a:cubicBezTo>
                  <a:pt x="508674" y="155948"/>
                  <a:pt x="501650" y="156633"/>
                  <a:pt x="495300" y="158750"/>
                </a:cubicBezTo>
                <a:lnTo>
                  <a:pt x="485775" y="161925"/>
                </a:lnTo>
                <a:cubicBezTo>
                  <a:pt x="473075" y="160867"/>
                  <a:pt x="460246" y="160845"/>
                  <a:pt x="447675" y="158750"/>
                </a:cubicBezTo>
                <a:cubicBezTo>
                  <a:pt x="441073" y="157650"/>
                  <a:pt x="434975" y="154517"/>
                  <a:pt x="428625" y="152400"/>
                </a:cubicBezTo>
                <a:lnTo>
                  <a:pt x="419100" y="149225"/>
                </a:lnTo>
                <a:lnTo>
                  <a:pt x="279400" y="155575"/>
                </a:lnTo>
                <a:cubicBezTo>
                  <a:pt x="260321" y="155575"/>
                  <a:pt x="241300" y="153458"/>
                  <a:pt x="222250" y="152400"/>
                </a:cubicBezTo>
                <a:cubicBezTo>
                  <a:pt x="196850" y="135467"/>
                  <a:pt x="227542" y="157692"/>
                  <a:pt x="206375" y="136525"/>
                </a:cubicBezTo>
                <a:cubicBezTo>
                  <a:pt x="203677" y="133827"/>
                  <a:pt x="200025" y="132292"/>
                  <a:pt x="196850" y="130175"/>
                </a:cubicBezTo>
                <a:cubicBezTo>
                  <a:pt x="185117" y="112576"/>
                  <a:pt x="197213" y="126496"/>
                  <a:pt x="180975" y="117475"/>
                </a:cubicBezTo>
                <a:cubicBezTo>
                  <a:pt x="174304" y="113769"/>
                  <a:pt x="168275" y="109008"/>
                  <a:pt x="161925" y="104775"/>
                </a:cubicBezTo>
                <a:cubicBezTo>
                  <a:pt x="158750" y="102658"/>
                  <a:pt x="156020" y="99632"/>
                  <a:pt x="152400" y="98425"/>
                </a:cubicBezTo>
                <a:cubicBezTo>
                  <a:pt x="149225" y="97367"/>
                  <a:pt x="145868" y="96747"/>
                  <a:pt x="142875" y="95250"/>
                </a:cubicBezTo>
                <a:cubicBezTo>
                  <a:pt x="139462" y="93543"/>
                  <a:pt x="136837" y="90450"/>
                  <a:pt x="133350" y="88900"/>
                </a:cubicBezTo>
                <a:cubicBezTo>
                  <a:pt x="127233" y="86182"/>
                  <a:pt x="114300" y="82550"/>
                  <a:pt x="114300" y="82550"/>
                </a:cubicBezTo>
                <a:cubicBezTo>
                  <a:pt x="97367" y="57150"/>
                  <a:pt x="119592" y="87842"/>
                  <a:pt x="98425" y="66675"/>
                </a:cubicBezTo>
                <a:cubicBezTo>
                  <a:pt x="95727" y="63977"/>
                  <a:pt x="95311" y="59172"/>
                  <a:pt x="92075" y="57150"/>
                </a:cubicBezTo>
                <a:cubicBezTo>
                  <a:pt x="86399" y="53602"/>
                  <a:pt x="79375" y="52917"/>
                  <a:pt x="73025" y="50800"/>
                </a:cubicBezTo>
                <a:cubicBezTo>
                  <a:pt x="69850" y="49742"/>
                  <a:pt x="66801" y="48175"/>
                  <a:pt x="63500" y="47625"/>
                </a:cubicBezTo>
                <a:cubicBezTo>
                  <a:pt x="41149" y="43900"/>
                  <a:pt x="50557" y="46486"/>
                  <a:pt x="34925" y="41275"/>
                </a:cubicBezTo>
                <a:cubicBezTo>
                  <a:pt x="32808" y="34925"/>
                  <a:pt x="34144" y="25938"/>
                  <a:pt x="28575" y="22225"/>
                </a:cubicBezTo>
                <a:cubicBezTo>
                  <a:pt x="22225" y="17992"/>
                  <a:pt x="16765" y="11938"/>
                  <a:pt x="9525" y="9525"/>
                </a:cubicBezTo>
                <a:lnTo>
                  <a:pt x="0" y="6350"/>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FD1C519-B824-5049-9B8B-44570A85AA06}"/>
              </a:ext>
            </a:extLst>
          </p:cNvPr>
          <p:cNvSpPr txBox="1"/>
          <p:nvPr/>
        </p:nvSpPr>
        <p:spPr>
          <a:xfrm>
            <a:off x="7102955" y="3546635"/>
            <a:ext cx="1371601" cy="461665"/>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Brahmaputra River</a:t>
            </a:r>
          </a:p>
        </p:txBody>
      </p:sp>
      <p:cxnSp>
        <p:nvCxnSpPr>
          <p:cNvPr id="20" name="Straight Arrow Connector 19">
            <a:extLst>
              <a:ext uri="{FF2B5EF4-FFF2-40B4-BE49-F238E27FC236}">
                <a16:creationId xmlns:a16="http://schemas.microsoft.com/office/drawing/2014/main" id="{DAC33027-89D8-E44E-A14F-0AF30378DBB9}"/>
              </a:ext>
            </a:extLst>
          </p:cNvPr>
          <p:cNvCxnSpPr>
            <a:cxnSpLocks/>
          </p:cNvCxnSpPr>
          <p:nvPr/>
        </p:nvCxnSpPr>
        <p:spPr>
          <a:xfrm>
            <a:off x="6610233" y="3706812"/>
            <a:ext cx="7086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1" name="Picture 20">
            <a:extLst>
              <a:ext uri="{FF2B5EF4-FFF2-40B4-BE49-F238E27FC236}">
                <a16:creationId xmlns:a16="http://schemas.microsoft.com/office/drawing/2014/main" id="{F9907B6D-5FE7-A84B-AF84-99431EA7C83B}"/>
              </a:ext>
            </a:extLst>
          </p:cNvPr>
          <p:cNvPicPr>
            <a:picLocks noChangeAspect="1"/>
          </p:cNvPicPr>
          <p:nvPr/>
        </p:nvPicPr>
        <p:blipFill>
          <a:blip r:embed="rId3"/>
          <a:stretch>
            <a:fillRect/>
          </a:stretch>
        </p:blipFill>
        <p:spPr>
          <a:xfrm rot="5400000">
            <a:off x="2712819" y="158518"/>
            <a:ext cx="1886131" cy="509260"/>
          </a:xfrm>
          <a:prstGeom prst="rect">
            <a:avLst/>
          </a:prstGeom>
        </p:spPr>
      </p:pic>
      <p:sp>
        <p:nvSpPr>
          <p:cNvPr id="22" name="TextBox 21">
            <a:extLst>
              <a:ext uri="{FF2B5EF4-FFF2-40B4-BE49-F238E27FC236}">
                <a16:creationId xmlns:a16="http://schemas.microsoft.com/office/drawing/2014/main" id="{8ED50F34-917F-6044-B3C1-481D80D81BA0}"/>
              </a:ext>
            </a:extLst>
          </p:cNvPr>
          <p:cNvSpPr txBox="1"/>
          <p:nvPr/>
        </p:nvSpPr>
        <p:spPr>
          <a:xfrm rot="5400000">
            <a:off x="2030651" y="598463"/>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Ural Mts.</a:t>
            </a:r>
          </a:p>
        </p:txBody>
      </p:sp>
      <p:pic>
        <p:nvPicPr>
          <p:cNvPr id="23" name="Picture 22">
            <a:extLst>
              <a:ext uri="{FF2B5EF4-FFF2-40B4-BE49-F238E27FC236}">
                <a16:creationId xmlns:a16="http://schemas.microsoft.com/office/drawing/2014/main" id="{0AF3322A-C459-C94B-AF62-8FE6F3CFD5AD}"/>
              </a:ext>
            </a:extLst>
          </p:cNvPr>
          <p:cNvPicPr>
            <a:picLocks noChangeAspect="1"/>
          </p:cNvPicPr>
          <p:nvPr/>
        </p:nvPicPr>
        <p:blipFill>
          <a:blip r:embed="rId3"/>
          <a:stretch>
            <a:fillRect/>
          </a:stretch>
        </p:blipFill>
        <p:spPr>
          <a:xfrm rot="21261954">
            <a:off x="4355874" y="2383208"/>
            <a:ext cx="958776" cy="302310"/>
          </a:xfrm>
          <a:prstGeom prst="rect">
            <a:avLst/>
          </a:prstGeom>
        </p:spPr>
      </p:pic>
      <p:sp>
        <p:nvSpPr>
          <p:cNvPr id="24" name="TextBox 23">
            <a:extLst>
              <a:ext uri="{FF2B5EF4-FFF2-40B4-BE49-F238E27FC236}">
                <a16:creationId xmlns:a16="http://schemas.microsoft.com/office/drawing/2014/main" id="{D1390A0C-4131-ED4D-A43D-983106CED051}"/>
              </a:ext>
            </a:extLst>
          </p:cNvPr>
          <p:cNvSpPr txBox="1"/>
          <p:nvPr/>
        </p:nvSpPr>
        <p:spPr>
          <a:xfrm rot="20419089">
            <a:off x="3377355" y="2162231"/>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Hindu Kush</a:t>
            </a:r>
          </a:p>
        </p:txBody>
      </p:sp>
    </p:spTree>
    <p:extLst>
      <p:ext uri="{BB962C8B-B14F-4D97-AF65-F5344CB8AC3E}">
        <p14:creationId xmlns:p14="http://schemas.microsoft.com/office/powerpoint/2010/main" val="761400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18D8B8DA-C19A-3A44-ADAA-8680B9C0BDDA}"/>
              </a:ext>
            </a:extLst>
          </p:cNvPr>
          <p:cNvPicPr>
            <a:picLocks noChangeAspect="1" noChangeArrowheads="1"/>
          </p:cNvPicPr>
          <p:nvPr/>
        </p:nvPicPr>
        <p:blipFill>
          <a:blip r:embed="rId2">
            <a:alphaModFix amt="85000"/>
            <a:extLst>
              <a:ext uri="{28A0092B-C50C-407E-A947-70E740481C1C}">
                <a14:useLocalDpi xmlns:a14="http://schemas.microsoft.com/office/drawing/2010/main" val="0"/>
              </a:ext>
            </a:extLst>
          </a:blip>
          <a:srcRect/>
          <a:stretch>
            <a:fillRect/>
          </a:stretch>
        </p:blipFill>
        <p:spPr bwMode="auto">
          <a:xfrm>
            <a:off x="0" y="0"/>
            <a:ext cx="9998075" cy="68579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323439"/>
          </a:xfrm>
          <a:prstGeom prst="rect">
            <a:avLst/>
          </a:prstGeom>
          <a:solidFill>
            <a:srgbClr val="FF858B">
              <a:alpha val="98039"/>
            </a:srgbClr>
          </a:solidFill>
        </p:spPr>
        <p:txBody>
          <a:bodyPr wrap="square" rtlCol="0">
            <a:spAutoFit/>
          </a:bodyPr>
          <a:lstStyle/>
          <a:p>
            <a:r>
              <a:rPr lang="en-US" sz="8000" dirty="0">
                <a:solidFill>
                  <a:schemeClr val="bg1"/>
                </a:solidFill>
                <a:latin typeface="Gill Sans Ultra Bold" panose="020B0A02020104020203" pitchFamily="34" charset="77"/>
                <a:cs typeface="Aharoni" panose="02010803020104030203" pitchFamily="2" charset="-79"/>
              </a:rPr>
              <a:t>HINDU KUSH :</a:t>
            </a:r>
            <a:endParaRPr lang="en-US" sz="60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470257"/>
            <a:ext cx="9816292" cy="2935034"/>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A 500 mile long mountain range that runs through Afghanistan</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Its name translates to “Hindu Killer”</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highest elevation of this mountain range is roughly 25,230 feet tall</a:t>
            </a:r>
          </a:p>
        </p:txBody>
      </p:sp>
    </p:spTree>
    <p:extLst>
      <p:ext uri="{BB962C8B-B14F-4D97-AF65-F5344CB8AC3E}">
        <p14:creationId xmlns:p14="http://schemas.microsoft.com/office/powerpoint/2010/main" val="787681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3070297"/>
            <a:ext cx="6848476" cy="707886"/>
          </a:xfrm>
          <a:prstGeom prst="rect">
            <a:avLst/>
          </a:prstGeom>
          <a:noFill/>
        </p:spPr>
        <p:txBody>
          <a:bodyPr vert="horz" wrap="square" rtlCol="0">
            <a:spAutoFit/>
          </a:bodyPr>
          <a:lstStyle/>
          <a:p>
            <a:pPr algn="ctr"/>
            <a:r>
              <a:rPr lang="en-US" sz="4000" b="1" dirty="0">
                <a:latin typeface="Century Gothic" panose="020B0502020202020204" pitchFamily="34" charset="0"/>
              </a:rPr>
              <a:t>HIMALAYAN MOUNTAINS</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cxnSp>
        <p:nvCxnSpPr>
          <p:cNvPr id="13" name="Straight Arrow Connector 12">
            <a:extLst>
              <a:ext uri="{FF2B5EF4-FFF2-40B4-BE49-F238E27FC236}">
                <a16:creationId xmlns:a16="http://schemas.microsoft.com/office/drawing/2014/main" id="{A5A3E263-E679-4E49-815F-EE77E2125539}"/>
              </a:ext>
            </a:extLst>
          </p:cNvPr>
          <p:cNvCxnSpPr>
            <a:cxnSpLocks/>
          </p:cNvCxnSpPr>
          <p:nvPr/>
        </p:nvCxnSpPr>
        <p:spPr>
          <a:xfrm flipH="1">
            <a:off x="3538330" y="1560909"/>
            <a:ext cx="171541" cy="728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6B1F29C-7CA6-B849-AD4B-30A8FD8F6555}"/>
              </a:ext>
            </a:extLst>
          </p:cNvPr>
          <p:cNvSpPr txBox="1"/>
          <p:nvPr/>
        </p:nvSpPr>
        <p:spPr>
          <a:xfrm>
            <a:off x="2108812" y="2289855"/>
            <a:ext cx="2791665" cy="338554"/>
          </a:xfrm>
          <a:prstGeom prst="rect">
            <a:avLst/>
          </a:prstGeom>
          <a:noFill/>
        </p:spPr>
        <p:txBody>
          <a:bodyPr wrap="square" rtlCol="0">
            <a:spAutoFit/>
          </a:bodyPr>
          <a:lstStyle/>
          <a:p>
            <a:pPr algn="ctr"/>
            <a:r>
              <a:rPr lang="en-US" sz="1600" b="1" dirty="0">
                <a:solidFill>
                  <a:srgbClr val="0304B4"/>
                </a:solidFill>
                <a:latin typeface="Century Gothic" panose="020B0502020202020204" pitchFamily="34" charset="0"/>
              </a:rPr>
              <a:t>Aral Sea</a:t>
            </a:r>
          </a:p>
        </p:txBody>
      </p:sp>
      <p:sp>
        <p:nvSpPr>
          <p:cNvPr id="2" name="Freeform 1">
            <a:extLst>
              <a:ext uri="{FF2B5EF4-FFF2-40B4-BE49-F238E27FC236}">
                <a16:creationId xmlns:a16="http://schemas.microsoft.com/office/drawing/2014/main" id="{E1A40968-4AEA-0243-A2FB-30B9AEFE61F5}"/>
              </a:ext>
            </a:extLst>
          </p:cNvPr>
          <p:cNvSpPr/>
          <p:nvPr/>
        </p:nvSpPr>
        <p:spPr>
          <a:xfrm>
            <a:off x="4064000" y="2736850"/>
            <a:ext cx="1371600" cy="1273175"/>
          </a:xfrm>
          <a:custGeom>
            <a:avLst/>
            <a:gdLst>
              <a:gd name="connsiteX0" fmla="*/ 0 w 1371600"/>
              <a:gd name="connsiteY0" fmla="*/ 1273175 h 1273175"/>
              <a:gd name="connsiteX1" fmla="*/ 3175 w 1371600"/>
              <a:gd name="connsiteY1" fmla="*/ 1257300 h 1273175"/>
              <a:gd name="connsiteX2" fmla="*/ 12700 w 1371600"/>
              <a:gd name="connsiteY2" fmla="*/ 1250950 h 1273175"/>
              <a:gd name="connsiteX3" fmla="*/ 25400 w 1371600"/>
              <a:gd name="connsiteY3" fmla="*/ 1231900 h 1273175"/>
              <a:gd name="connsiteX4" fmla="*/ 34925 w 1371600"/>
              <a:gd name="connsiteY4" fmla="*/ 1200150 h 1273175"/>
              <a:gd name="connsiteX5" fmla="*/ 38100 w 1371600"/>
              <a:gd name="connsiteY5" fmla="*/ 1190625 h 1273175"/>
              <a:gd name="connsiteX6" fmla="*/ 60325 w 1371600"/>
              <a:gd name="connsiteY6" fmla="*/ 1181100 h 1273175"/>
              <a:gd name="connsiteX7" fmla="*/ 79375 w 1371600"/>
              <a:gd name="connsiteY7" fmla="*/ 1171575 h 1273175"/>
              <a:gd name="connsiteX8" fmla="*/ 79375 w 1371600"/>
              <a:gd name="connsiteY8" fmla="*/ 1130300 h 1273175"/>
              <a:gd name="connsiteX9" fmla="*/ 76200 w 1371600"/>
              <a:gd name="connsiteY9" fmla="*/ 1111250 h 1273175"/>
              <a:gd name="connsiteX10" fmla="*/ 69850 w 1371600"/>
              <a:gd name="connsiteY10" fmla="*/ 1079500 h 1273175"/>
              <a:gd name="connsiteX11" fmla="*/ 66675 w 1371600"/>
              <a:gd name="connsiteY11" fmla="*/ 1041400 h 1273175"/>
              <a:gd name="connsiteX12" fmla="*/ 57150 w 1371600"/>
              <a:gd name="connsiteY12" fmla="*/ 1022350 h 1273175"/>
              <a:gd name="connsiteX13" fmla="*/ 47625 w 1371600"/>
              <a:gd name="connsiteY13" fmla="*/ 990600 h 1273175"/>
              <a:gd name="connsiteX14" fmla="*/ 44450 w 1371600"/>
              <a:gd name="connsiteY14" fmla="*/ 981075 h 1273175"/>
              <a:gd name="connsiteX15" fmla="*/ 47625 w 1371600"/>
              <a:gd name="connsiteY15" fmla="*/ 958850 h 1273175"/>
              <a:gd name="connsiteX16" fmla="*/ 66675 w 1371600"/>
              <a:gd name="connsiteY16" fmla="*/ 946150 h 1273175"/>
              <a:gd name="connsiteX17" fmla="*/ 69850 w 1371600"/>
              <a:gd name="connsiteY17" fmla="*/ 936625 h 1273175"/>
              <a:gd name="connsiteX18" fmla="*/ 82550 w 1371600"/>
              <a:gd name="connsiteY18" fmla="*/ 933450 h 1273175"/>
              <a:gd name="connsiteX19" fmla="*/ 92075 w 1371600"/>
              <a:gd name="connsiteY19" fmla="*/ 927100 h 1273175"/>
              <a:gd name="connsiteX20" fmla="*/ 98425 w 1371600"/>
              <a:gd name="connsiteY20" fmla="*/ 908050 h 1273175"/>
              <a:gd name="connsiteX21" fmla="*/ 101600 w 1371600"/>
              <a:gd name="connsiteY21" fmla="*/ 879475 h 1273175"/>
              <a:gd name="connsiteX22" fmla="*/ 111125 w 1371600"/>
              <a:gd name="connsiteY22" fmla="*/ 869950 h 1273175"/>
              <a:gd name="connsiteX23" fmla="*/ 130175 w 1371600"/>
              <a:gd name="connsiteY23" fmla="*/ 863600 h 1273175"/>
              <a:gd name="connsiteX24" fmla="*/ 165100 w 1371600"/>
              <a:gd name="connsiteY24" fmla="*/ 857250 h 1273175"/>
              <a:gd name="connsiteX25" fmla="*/ 174625 w 1371600"/>
              <a:gd name="connsiteY25" fmla="*/ 850900 h 1273175"/>
              <a:gd name="connsiteX26" fmla="*/ 180975 w 1371600"/>
              <a:gd name="connsiteY26" fmla="*/ 841375 h 1273175"/>
              <a:gd name="connsiteX27" fmla="*/ 200025 w 1371600"/>
              <a:gd name="connsiteY27" fmla="*/ 828675 h 1273175"/>
              <a:gd name="connsiteX28" fmla="*/ 209550 w 1371600"/>
              <a:gd name="connsiteY28" fmla="*/ 822325 h 1273175"/>
              <a:gd name="connsiteX29" fmla="*/ 228600 w 1371600"/>
              <a:gd name="connsiteY29" fmla="*/ 793750 h 1273175"/>
              <a:gd name="connsiteX30" fmla="*/ 234950 w 1371600"/>
              <a:gd name="connsiteY30" fmla="*/ 784225 h 1273175"/>
              <a:gd name="connsiteX31" fmla="*/ 254000 w 1371600"/>
              <a:gd name="connsiteY31" fmla="*/ 777875 h 1273175"/>
              <a:gd name="connsiteX32" fmla="*/ 263525 w 1371600"/>
              <a:gd name="connsiteY32" fmla="*/ 771525 h 1273175"/>
              <a:gd name="connsiteX33" fmla="*/ 273050 w 1371600"/>
              <a:gd name="connsiteY33" fmla="*/ 768350 h 1273175"/>
              <a:gd name="connsiteX34" fmla="*/ 282575 w 1371600"/>
              <a:gd name="connsiteY34" fmla="*/ 762000 h 1273175"/>
              <a:gd name="connsiteX35" fmla="*/ 301625 w 1371600"/>
              <a:gd name="connsiteY35" fmla="*/ 752475 h 1273175"/>
              <a:gd name="connsiteX36" fmla="*/ 314325 w 1371600"/>
              <a:gd name="connsiteY36" fmla="*/ 733425 h 1273175"/>
              <a:gd name="connsiteX37" fmla="*/ 317500 w 1371600"/>
              <a:gd name="connsiteY37" fmla="*/ 720725 h 1273175"/>
              <a:gd name="connsiteX38" fmla="*/ 336550 w 1371600"/>
              <a:gd name="connsiteY38" fmla="*/ 711200 h 1273175"/>
              <a:gd name="connsiteX39" fmla="*/ 349250 w 1371600"/>
              <a:gd name="connsiteY39" fmla="*/ 727075 h 1273175"/>
              <a:gd name="connsiteX40" fmla="*/ 352425 w 1371600"/>
              <a:gd name="connsiteY40" fmla="*/ 717550 h 1273175"/>
              <a:gd name="connsiteX41" fmla="*/ 346075 w 1371600"/>
              <a:gd name="connsiteY41" fmla="*/ 698500 h 1273175"/>
              <a:gd name="connsiteX42" fmla="*/ 349250 w 1371600"/>
              <a:gd name="connsiteY42" fmla="*/ 663575 h 1273175"/>
              <a:gd name="connsiteX43" fmla="*/ 361950 w 1371600"/>
              <a:gd name="connsiteY43" fmla="*/ 635000 h 1273175"/>
              <a:gd name="connsiteX44" fmla="*/ 368300 w 1371600"/>
              <a:gd name="connsiteY44" fmla="*/ 615950 h 1273175"/>
              <a:gd name="connsiteX45" fmla="*/ 371475 w 1371600"/>
              <a:gd name="connsiteY45" fmla="*/ 606425 h 1273175"/>
              <a:gd name="connsiteX46" fmla="*/ 374650 w 1371600"/>
              <a:gd name="connsiteY46" fmla="*/ 596900 h 1273175"/>
              <a:gd name="connsiteX47" fmla="*/ 377825 w 1371600"/>
              <a:gd name="connsiteY47" fmla="*/ 457200 h 1273175"/>
              <a:gd name="connsiteX48" fmla="*/ 381000 w 1371600"/>
              <a:gd name="connsiteY48" fmla="*/ 447675 h 1273175"/>
              <a:gd name="connsiteX49" fmla="*/ 393700 w 1371600"/>
              <a:gd name="connsiteY49" fmla="*/ 428625 h 1273175"/>
              <a:gd name="connsiteX50" fmla="*/ 409575 w 1371600"/>
              <a:gd name="connsiteY50" fmla="*/ 400050 h 1273175"/>
              <a:gd name="connsiteX51" fmla="*/ 419100 w 1371600"/>
              <a:gd name="connsiteY51" fmla="*/ 393700 h 1273175"/>
              <a:gd name="connsiteX52" fmla="*/ 425450 w 1371600"/>
              <a:gd name="connsiteY52" fmla="*/ 374650 h 1273175"/>
              <a:gd name="connsiteX53" fmla="*/ 428625 w 1371600"/>
              <a:gd name="connsiteY53" fmla="*/ 365125 h 1273175"/>
              <a:gd name="connsiteX54" fmla="*/ 431800 w 1371600"/>
              <a:gd name="connsiteY54" fmla="*/ 349250 h 1273175"/>
              <a:gd name="connsiteX55" fmla="*/ 438150 w 1371600"/>
              <a:gd name="connsiteY55" fmla="*/ 311150 h 1273175"/>
              <a:gd name="connsiteX56" fmla="*/ 441325 w 1371600"/>
              <a:gd name="connsiteY56" fmla="*/ 301625 h 1273175"/>
              <a:gd name="connsiteX57" fmla="*/ 450850 w 1371600"/>
              <a:gd name="connsiteY57" fmla="*/ 295275 h 1273175"/>
              <a:gd name="connsiteX58" fmla="*/ 469900 w 1371600"/>
              <a:gd name="connsiteY58" fmla="*/ 279400 h 1273175"/>
              <a:gd name="connsiteX59" fmla="*/ 476250 w 1371600"/>
              <a:gd name="connsiteY59" fmla="*/ 269875 h 1273175"/>
              <a:gd name="connsiteX60" fmla="*/ 485775 w 1371600"/>
              <a:gd name="connsiteY60" fmla="*/ 250825 h 1273175"/>
              <a:gd name="connsiteX61" fmla="*/ 504825 w 1371600"/>
              <a:gd name="connsiteY61" fmla="*/ 238125 h 1273175"/>
              <a:gd name="connsiteX62" fmla="*/ 530225 w 1371600"/>
              <a:gd name="connsiteY62" fmla="*/ 200025 h 1273175"/>
              <a:gd name="connsiteX63" fmla="*/ 536575 w 1371600"/>
              <a:gd name="connsiteY63" fmla="*/ 190500 h 1273175"/>
              <a:gd name="connsiteX64" fmla="*/ 542925 w 1371600"/>
              <a:gd name="connsiteY64" fmla="*/ 180975 h 1273175"/>
              <a:gd name="connsiteX65" fmla="*/ 561975 w 1371600"/>
              <a:gd name="connsiteY65" fmla="*/ 168275 h 1273175"/>
              <a:gd name="connsiteX66" fmla="*/ 574675 w 1371600"/>
              <a:gd name="connsiteY66" fmla="*/ 149225 h 1273175"/>
              <a:gd name="connsiteX67" fmla="*/ 581025 w 1371600"/>
              <a:gd name="connsiteY67" fmla="*/ 82550 h 1273175"/>
              <a:gd name="connsiteX68" fmla="*/ 584200 w 1371600"/>
              <a:gd name="connsiteY68" fmla="*/ 73025 h 1273175"/>
              <a:gd name="connsiteX69" fmla="*/ 612775 w 1371600"/>
              <a:gd name="connsiteY69" fmla="*/ 63500 h 1273175"/>
              <a:gd name="connsiteX70" fmla="*/ 622300 w 1371600"/>
              <a:gd name="connsiteY70" fmla="*/ 60325 h 1273175"/>
              <a:gd name="connsiteX71" fmla="*/ 625475 w 1371600"/>
              <a:gd name="connsiteY71" fmla="*/ 50800 h 1273175"/>
              <a:gd name="connsiteX72" fmla="*/ 657225 w 1371600"/>
              <a:gd name="connsiteY72" fmla="*/ 19050 h 1273175"/>
              <a:gd name="connsiteX73" fmla="*/ 676275 w 1371600"/>
              <a:gd name="connsiteY73" fmla="*/ 12700 h 1273175"/>
              <a:gd name="connsiteX74" fmla="*/ 685800 w 1371600"/>
              <a:gd name="connsiteY74" fmla="*/ 15875 h 1273175"/>
              <a:gd name="connsiteX75" fmla="*/ 701675 w 1371600"/>
              <a:gd name="connsiteY75" fmla="*/ 28575 h 1273175"/>
              <a:gd name="connsiteX76" fmla="*/ 708025 w 1371600"/>
              <a:gd name="connsiteY76" fmla="*/ 38100 h 1273175"/>
              <a:gd name="connsiteX77" fmla="*/ 730250 w 1371600"/>
              <a:gd name="connsiteY77" fmla="*/ 38100 h 1273175"/>
              <a:gd name="connsiteX78" fmla="*/ 736600 w 1371600"/>
              <a:gd name="connsiteY78" fmla="*/ 28575 h 1273175"/>
              <a:gd name="connsiteX79" fmla="*/ 742950 w 1371600"/>
              <a:gd name="connsiteY79" fmla="*/ 9525 h 1273175"/>
              <a:gd name="connsiteX80" fmla="*/ 749300 w 1371600"/>
              <a:gd name="connsiteY80" fmla="*/ 0 h 1273175"/>
              <a:gd name="connsiteX81" fmla="*/ 762000 w 1371600"/>
              <a:gd name="connsiteY81" fmla="*/ 3175 h 1273175"/>
              <a:gd name="connsiteX82" fmla="*/ 781050 w 1371600"/>
              <a:gd name="connsiteY82" fmla="*/ 15875 h 1273175"/>
              <a:gd name="connsiteX83" fmla="*/ 800100 w 1371600"/>
              <a:gd name="connsiteY83" fmla="*/ 22225 h 1273175"/>
              <a:gd name="connsiteX84" fmla="*/ 809625 w 1371600"/>
              <a:gd name="connsiteY84" fmla="*/ 28575 h 1273175"/>
              <a:gd name="connsiteX85" fmla="*/ 825500 w 1371600"/>
              <a:gd name="connsiteY85" fmla="*/ 31750 h 1273175"/>
              <a:gd name="connsiteX86" fmla="*/ 838200 w 1371600"/>
              <a:gd name="connsiteY86" fmla="*/ 34925 h 1273175"/>
              <a:gd name="connsiteX87" fmla="*/ 866775 w 1371600"/>
              <a:gd name="connsiteY87" fmla="*/ 41275 h 1273175"/>
              <a:gd name="connsiteX88" fmla="*/ 873125 w 1371600"/>
              <a:gd name="connsiteY88" fmla="*/ 60325 h 1273175"/>
              <a:gd name="connsiteX89" fmla="*/ 876300 w 1371600"/>
              <a:gd name="connsiteY89" fmla="*/ 69850 h 1273175"/>
              <a:gd name="connsiteX90" fmla="*/ 889000 w 1371600"/>
              <a:gd name="connsiteY90" fmla="*/ 88900 h 1273175"/>
              <a:gd name="connsiteX91" fmla="*/ 895350 w 1371600"/>
              <a:gd name="connsiteY91" fmla="*/ 98425 h 1273175"/>
              <a:gd name="connsiteX92" fmla="*/ 901700 w 1371600"/>
              <a:gd name="connsiteY92" fmla="*/ 117475 h 1273175"/>
              <a:gd name="connsiteX93" fmla="*/ 911225 w 1371600"/>
              <a:gd name="connsiteY93" fmla="*/ 136525 h 1273175"/>
              <a:gd name="connsiteX94" fmla="*/ 920750 w 1371600"/>
              <a:gd name="connsiteY94" fmla="*/ 142875 h 1273175"/>
              <a:gd name="connsiteX95" fmla="*/ 946150 w 1371600"/>
              <a:gd name="connsiteY95" fmla="*/ 165100 h 1273175"/>
              <a:gd name="connsiteX96" fmla="*/ 955675 w 1371600"/>
              <a:gd name="connsiteY96" fmla="*/ 168275 h 1273175"/>
              <a:gd name="connsiteX97" fmla="*/ 974725 w 1371600"/>
              <a:gd name="connsiteY97" fmla="*/ 180975 h 1273175"/>
              <a:gd name="connsiteX98" fmla="*/ 981075 w 1371600"/>
              <a:gd name="connsiteY98" fmla="*/ 190500 h 1273175"/>
              <a:gd name="connsiteX99" fmla="*/ 1000125 w 1371600"/>
              <a:gd name="connsiteY99" fmla="*/ 203200 h 1273175"/>
              <a:gd name="connsiteX100" fmla="*/ 1012825 w 1371600"/>
              <a:gd name="connsiteY100" fmla="*/ 215900 h 1273175"/>
              <a:gd name="connsiteX101" fmla="*/ 1031875 w 1371600"/>
              <a:gd name="connsiteY101" fmla="*/ 228600 h 1273175"/>
              <a:gd name="connsiteX102" fmla="*/ 1050925 w 1371600"/>
              <a:gd name="connsiteY102" fmla="*/ 257175 h 1273175"/>
              <a:gd name="connsiteX103" fmla="*/ 1057275 w 1371600"/>
              <a:gd name="connsiteY103" fmla="*/ 266700 h 1273175"/>
              <a:gd name="connsiteX104" fmla="*/ 1082675 w 1371600"/>
              <a:gd name="connsiteY104" fmla="*/ 288925 h 1273175"/>
              <a:gd name="connsiteX105" fmla="*/ 1120775 w 1371600"/>
              <a:gd name="connsiteY105" fmla="*/ 307975 h 1273175"/>
              <a:gd name="connsiteX106" fmla="*/ 1130300 w 1371600"/>
              <a:gd name="connsiteY106" fmla="*/ 314325 h 1273175"/>
              <a:gd name="connsiteX107" fmla="*/ 1136650 w 1371600"/>
              <a:gd name="connsiteY107" fmla="*/ 323850 h 1273175"/>
              <a:gd name="connsiteX108" fmla="*/ 1146175 w 1371600"/>
              <a:gd name="connsiteY108" fmla="*/ 327025 h 1273175"/>
              <a:gd name="connsiteX109" fmla="*/ 1155700 w 1371600"/>
              <a:gd name="connsiteY109" fmla="*/ 333375 h 1273175"/>
              <a:gd name="connsiteX110" fmla="*/ 1165225 w 1371600"/>
              <a:gd name="connsiteY110" fmla="*/ 336550 h 1273175"/>
              <a:gd name="connsiteX111" fmla="*/ 1193800 w 1371600"/>
              <a:gd name="connsiteY111" fmla="*/ 349250 h 1273175"/>
              <a:gd name="connsiteX112" fmla="*/ 1203325 w 1371600"/>
              <a:gd name="connsiteY112" fmla="*/ 352425 h 1273175"/>
              <a:gd name="connsiteX113" fmla="*/ 1212850 w 1371600"/>
              <a:gd name="connsiteY113" fmla="*/ 355600 h 1273175"/>
              <a:gd name="connsiteX114" fmla="*/ 1231900 w 1371600"/>
              <a:gd name="connsiteY114" fmla="*/ 365125 h 1273175"/>
              <a:gd name="connsiteX115" fmla="*/ 1250950 w 1371600"/>
              <a:gd name="connsiteY115" fmla="*/ 368300 h 1273175"/>
              <a:gd name="connsiteX116" fmla="*/ 1260475 w 1371600"/>
              <a:gd name="connsiteY116" fmla="*/ 371475 h 1273175"/>
              <a:gd name="connsiteX117" fmla="*/ 1279525 w 1371600"/>
              <a:gd name="connsiteY117" fmla="*/ 374650 h 1273175"/>
              <a:gd name="connsiteX118" fmla="*/ 1292225 w 1371600"/>
              <a:gd name="connsiteY118" fmla="*/ 377825 h 1273175"/>
              <a:gd name="connsiteX119" fmla="*/ 1311275 w 1371600"/>
              <a:gd name="connsiteY119" fmla="*/ 384175 h 1273175"/>
              <a:gd name="connsiteX120" fmla="*/ 1330325 w 1371600"/>
              <a:gd name="connsiteY120" fmla="*/ 387350 h 1273175"/>
              <a:gd name="connsiteX121" fmla="*/ 1349375 w 1371600"/>
              <a:gd name="connsiteY121" fmla="*/ 393700 h 1273175"/>
              <a:gd name="connsiteX122" fmla="*/ 1365250 w 1371600"/>
              <a:gd name="connsiteY122" fmla="*/ 422275 h 1273175"/>
              <a:gd name="connsiteX123" fmla="*/ 1371600 w 1371600"/>
              <a:gd name="connsiteY123" fmla="*/ 485775 h 12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371600" h="1273175">
                <a:moveTo>
                  <a:pt x="0" y="1273175"/>
                </a:moveTo>
                <a:cubicBezTo>
                  <a:pt x="1058" y="1267883"/>
                  <a:pt x="498" y="1261985"/>
                  <a:pt x="3175" y="1257300"/>
                </a:cubicBezTo>
                <a:cubicBezTo>
                  <a:pt x="5068" y="1253987"/>
                  <a:pt x="10187" y="1253822"/>
                  <a:pt x="12700" y="1250950"/>
                </a:cubicBezTo>
                <a:cubicBezTo>
                  <a:pt x="17726" y="1245207"/>
                  <a:pt x="22987" y="1239140"/>
                  <a:pt x="25400" y="1231900"/>
                </a:cubicBezTo>
                <a:cubicBezTo>
                  <a:pt x="40490" y="1186629"/>
                  <a:pt x="25328" y="1233739"/>
                  <a:pt x="34925" y="1200150"/>
                </a:cubicBezTo>
                <a:cubicBezTo>
                  <a:pt x="35844" y="1196932"/>
                  <a:pt x="36009" y="1193238"/>
                  <a:pt x="38100" y="1190625"/>
                </a:cubicBezTo>
                <a:cubicBezTo>
                  <a:pt x="43829" y="1183464"/>
                  <a:pt x="52416" y="1183360"/>
                  <a:pt x="60325" y="1181100"/>
                </a:cubicBezTo>
                <a:cubicBezTo>
                  <a:pt x="71827" y="1177814"/>
                  <a:pt x="68939" y="1178532"/>
                  <a:pt x="79375" y="1171575"/>
                </a:cubicBezTo>
                <a:cubicBezTo>
                  <a:pt x="85713" y="1152562"/>
                  <a:pt x="83521" y="1163467"/>
                  <a:pt x="79375" y="1130300"/>
                </a:cubicBezTo>
                <a:cubicBezTo>
                  <a:pt x="78577" y="1123912"/>
                  <a:pt x="77179" y="1117613"/>
                  <a:pt x="76200" y="1111250"/>
                </a:cubicBezTo>
                <a:cubicBezTo>
                  <a:pt x="72031" y="1084148"/>
                  <a:pt x="75625" y="1096824"/>
                  <a:pt x="69850" y="1079500"/>
                </a:cubicBezTo>
                <a:cubicBezTo>
                  <a:pt x="68792" y="1066800"/>
                  <a:pt x="68359" y="1054032"/>
                  <a:pt x="66675" y="1041400"/>
                </a:cubicBezTo>
                <a:cubicBezTo>
                  <a:pt x="65021" y="1028994"/>
                  <a:pt x="62247" y="1033817"/>
                  <a:pt x="57150" y="1022350"/>
                </a:cubicBezTo>
                <a:cubicBezTo>
                  <a:pt x="51114" y="1008769"/>
                  <a:pt x="51319" y="1003530"/>
                  <a:pt x="47625" y="990600"/>
                </a:cubicBezTo>
                <a:cubicBezTo>
                  <a:pt x="46706" y="987382"/>
                  <a:pt x="45508" y="984250"/>
                  <a:pt x="44450" y="981075"/>
                </a:cubicBezTo>
                <a:cubicBezTo>
                  <a:pt x="45508" y="973667"/>
                  <a:pt x="43607" y="965164"/>
                  <a:pt x="47625" y="958850"/>
                </a:cubicBezTo>
                <a:cubicBezTo>
                  <a:pt x="51722" y="952411"/>
                  <a:pt x="66675" y="946150"/>
                  <a:pt x="66675" y="946150"/>
                </a:cubicBezTo>
                <a:cubicBezTo>
                  <a:pt x="67733" y="942975"/>
                  <a:pt x="67237" y="938716"/>
                  <a:pt x="69850" y="936625"/>
                </a:cubicBezTo>
                <a:cubicBezTo>
                  <a:pt x="73257" y="933899"/>
                  <a:pt x="78539" y="935169"/>
                  <a:pt x="82550" y="933450"/>
                </a:cubicBezTo>
                <a:cubicBezTo>
                  <a:pt x="86057" y="931947"/>
                  <a:pt x="88900" y="929217"/>
                  <a:pt x="92075" y="927100"/>
                </a:cubicBezTo>
                <a:cubicBezTo>
                  <a:pt x="94192" y="920750"/>
                  <a:pt x="97686" y="914703"/>
                  <a:pt x="98425" y="908050"/>
                </a:cubicBezTo>
                <a:cubicBezTo>
                  <a:pt x="99483" y="898525"/>
                  <a:pt x="98569" y="888567"/>
                  <a:pt x="101600" y="879475"/>
                </a:cubicBezTo>
                <a:cubicBezTo>
                  <a:pt x="103020" y="875215"/>
                  <a:pt x="107200" y="872131"/>
                  <a:pt x="111125" y="869950"/>
                </a:cubicBezTo>
                <a:cubicBezTo>
                  <a:pt x="116976" y="866699"/>
                  <a:pt x="123611" y="864913"/>
                  <a:pt x="130175" y="863600"/>
                </a:cubicBezTo>
                <a:cubicBezTo>
                  <a:pt x="152363" y="859162"/>
                  <a:pt x="140727" y="861312"/>
                  <a:pt x="165100" y="857250"/>
                </a:cubicBezTo>
                <a:cubicBezTo>
                  <a:pt x="168275" y="855133"/>
                  <a:pt x="171927" y="853598"/>
                  <a:pt x="174625" y="850900"/>
                </a:cubicBezTo>
                <a:cubicBezTo>
                  <a:pt x="177323" y="848202"/>
                  <a:pt x="178103" y="843888"/>
                  <a:pt x="180975" y="841375"/>
                </a:cubicBezTo>
                <a:cubicBezTo>
                  <a:pt x="186718" y="836349"/>
                  <a:pt x="193675" y="832908"/>
                  <a:pt x="200025" y="828675"/>
                </a:cubicBezTo>
                <a:lnTo>
                  <a:pt x="209550" y="822325"/>
                </a:lnTo>
                <a:lnTo>
                  <a:pt x="228600" y="793750"/>
                </a:lnTo>
                <a:cubicBezTo>
                  <a:pt x="230717" y="790575"/>
                  <a:pt x="231330" y="785432"/>
                  <a:pt x="234950" y="784225"/>
                </a:cubicBezTo>
                <a:cubicBezTo>
                  <a:pt x="241300" y="782108"/>
                  <a:pt x="248431" y="781588"/>
                  <a:pt x="254000" y="777875"/>
                </a:cubicBezTo>
                <a:cubicBezTo>
                  <a:pt x="257175" y="775758"/>
                  <a:pt x="260112" y="773232"/>
                  <a:pt x="263525" y="771525"/>
                </a:cubicBezTo>
                <a:cubicBezTo>
                  <a:pt x="266518" y="770028"/>
                  <a:pt x="270057" y="769847"/>
                  <a:pt x="273050" y="768350"/>
                </a:cubicBezTo>
                <a:cubicBezTo>
                  <a:pt x="276463" y="766643"/>
                  <a:pt x="279162" y="763707"/>
                  <a:pt x="282575" y="762000"/>
                </a:cubicBezTo>
                <a:cubicBezTo>
                  <a:pt x="308865" y="748855"/>
                  <a:pt x="274328" y="770673"/>
                  <a:pt x="301625" y="752475"/>
                </a:cubicBezTo>
                <a:cubicBezTo>
                  <a:pt x="305858" y="746125"/>
                  <a:pt x="312474" y="740829"/>
                  <a:pt x="314325" y="733425"/>
                </a:cubicBezTo>
                <a:cubicBezTo>
                  <a:pt x="315383" y="729192"/>
                  <a:pt x="315079" y="724356"/>
                  <a:pt x="317500" y="720725"/>
                </a:cubicBezTo>
                <a:cubicBezTo>
                  <a:pt x="321017" y="715449"/>
                  <a:pt x="331117" y="713011"/>
                  <a:pt x="336550" y="711200"/>
                </a:cubicBezTo>
                <a:cubicBezTo>
                  <a:pt x="337887" y="715210"/>
                  <a:pt x="340412" y="729284"/>
                  <a:pt x="349250" y="727075"/>
                </a:cubicBezTo>
                <a:cubicBezTo>
                  <a:pt x="352497" y="726263"/>
                  <a:pt x="351367" y="720725"/>
                  <a:pt x="352425" y="717550"/>
                </a:cubicBezTo>
                <a:cubicBezTo>
                  <a:pt x="350308" y="711200"/>
                  <a:pt x="345469" y="705166"/>
                  <a:pt x="346075" y="698500"/>
                </a:cubicBezTo>
                <a:cubicBezTo>
                  <a:pt x="347133" y="686858"/>
                  <a:pt x="347219" y="675087"/>
                  <a:pt x="349250" y="663575"/>
                </a:cubicBezTo>
                <a:cubicBezTo>
                  <a:pt x="354783" y="632219"/>
                  <a:pt x="353041" y="655046"/>
                  <a:pt x="361950" y="635000"/>
                </a:cubicBezTo>
                <a:cubicBezTo>
                  <a:pt x="364668" y="628883"/>
                  <a:pt x="366183" y="622300"/>
                  <a:pt x="368300" y="615950"/>
                </a:cubicBezTo>
                <a:lnTo>
                  <a:pt x="371475" y="606425"/>
                </a:lnTo>
                <a:lnTo>
                  <a:pt x="374650" y="596900"/>
                </a:lnTo>
                <a:cubicBezTo>
                  <a:pt x="375708" y="550333"/>
                  <a:pt x="375845" y="503737"/>
                  <a:pt x="377825" y="457200"/>
                </a:cubicBezTo>
                <a:cubicBezTo>
                  <a:pt x="377967" y="453856"/>
                  <a:pt x="379375" y="450601"/>
                  <a:pt x="381000" y="447675"/>
                </a:cubicBezTo>
                <a:cubicBezTo>
                  <a:pt x="384706" y="441004"/>
                  <a:pt x="391287" y="435865"/>
                  <a:pt x="393700" y="428625"/>
                </a:cubicBezTo>
                <a:cubicBezTo>
                  <a:pt x="397009" y="418699"/>
                  <a:pt x="400217" y="406288"/>
                  <a:pt x="409575" y="400050"/>
                </a:cubicBezTo>
                <a:lnTo>
                  <a:pt x="419100" y="393700"/>
                </a:lnTo>
                <a:lnTo>
                  <a:pt x="425450" y="374650"/>
                </a:lnTo>
                <a:cubicBezTo>
                  <a:pt x="426508" y="371475"/>
                  <a:pt x="427969" y="368407"/>
                  <a:pt x="428625" y="365125"/>
                </a:cubicBezTo>
                <a:cubicBezTo>
                  <a:pt x="429683" y="359833"/>
                  <a:pt x="430862" y="354564"/>
                  <a:pt x="431800" y="349250"/>
                </a:cubicBezTo>
                <a:cubicBezTo>
                  <a:pt x="434038" y="336571"/>
                  <a:pt x="434079" y="323364"/>
                  <a:pt x="438150" y="311150"/>
                </a:cubicBezTo>
                <a:cubicBezTo>
                  <a:pt x="439208" y="307975"/>
                  <a:pt x="439234" y="304238"/>
                  <a:pt x="441325" y="301625"/>
                </a:cubicBezTo>
                <a:cubicBezTo>
                  <a:pt x="443709" y="298645"/>
                  <a:pt x="447919" y="297718"/>
                  <a:pt x="450850" y="295275"/>
                </a:cubicBezTo>
                <a:cubicBezTo>
                  <a:pt x="475296" y="274903"/>
                  <a:pt x="446251" y="295166"/>
                  <a:pt x="469900" y="279400"/>
                </a:cubicBezTo>
                <a:cubicBezTo>
                  <a:pt x="472017" y="276225"/>
                  <a:pt x="474543" y="273288"/>
                  <a:pt x="476250" y="269875"/>
                </a:cubicBezTo>
                <a:cubicBezTo>
                  <a:pt x="480528" y="261319"/>
                  <a:pt x="477687" y="257902"/>
                  <a:pt x="485775" y="250825"/>
                </a:cubicBezTo>
                <a:cubicBezTo>
                  <a:pt x="491518" y="245799"/>
                  <a:pt x="504825" y="238125"/>
                  <a:pt x="504825" y="238125"/>
                </a:cubicBezTo>
                <a:lnTo>
                  <a:pt x="530225" y="200025"/>
                </a:lnTo>
                <a:lnTo>
                  <a:pt x="536575" y="190500"/>
                </a:lnTo>
                <a:cubicBezTo>
                  <a:pt x="538692" y="187325"/>
                  <a:pt x="539750" y="183092"/>
                  <a:pt x="542925" y="180975"/>
                </a:cubicBezTo>
                <a:lnTo>
                  <a:pt x="561975" y="168275"/>
                </a:lnTo>
                <a:cubicBezTo>
                  <a:pt x="566208" y="161925"/>
                  <a:pt x="573951" y="156822"/>
                  <a:pt x="574675" y="149225"/>
                </a:cubicBezTo>
                <a:cubicBezTo>
                  <a:pt x="576792" y="127000"/>
                  <a:pt x="573965" y="103730"/>
                  <a:pt x="581025" y="82550"/>
                </a:cubicBezTo>
                <a:cubicBezTo>
                  <a:pt x="582083" y="79375"/>
                  <a:pt x="582109" y="75638"/>
                  <a:pt x="584200" y="73025"/>
                </a:cubicBezTo>
                <a:cubicBezTo>
                  <a:pt x="591366" y="64067"/>
                  <a:pt x="602977" y="65677"/>
                  <a:pt x="612775" y="63500"/>
                </a:cubicBezTo>
                <a:cubicBezTo>
                  <a:pt x="616042" y="62774"/>
                  <a:pt x="619125" y="61383"/>
                  <a:pt x="622300" y="60325"/>
                </a:cubicBezTo>
                <a:cubicBezTo>
                  <a:pt x="623358" y="57150"/>
                  <a:pt x="623850" y="53726"/>
                  <a:pt x="625475" y="50800"/>
                </a:cubicBezTo>
                <a:cubicBezTo>
                  <a:pt x="633172" y="36945"/>
                  <a:pt x="641061" y="24438"/>
                  <a:pt x="657225" y="19050"/>
                </a:cubicBezTo>
                <a:lnTo>
                  <a:pt x="676275" y="12700"/>
                </a:lnTo>
                <a:cubicBezTo>
                  <a:pt x="679450" y="13758"/>
                  <a:pt x="683187" y="13784"/>
                  <a:pt x="685800" y="15875"/>
                </a:cubicBezTo>
                <a:cubicBezTo>
                  <a:pt x="706316" y="32288"/>
                  <a:pt x="677734" y="20595"/>
                  <a:pt x="701675" y="28575"/>
                </a:cubicBezTo>
                <a:cubicBezTo>
                  <a:pt x="703792" y="31750"/>
                  <a:pt x="705045" y="35716"/>
                  <a:pt x="708025" y="38100"/>
                </a:cubicBezTo>
                <a:cubicBezTo>
                  <a:pt x="715616" y="44173"/>
                  <a:pt x="722222" y="40107"/>
                  <a:pt x="730250" y="38100"/>
                </a:cubicBezTo>
                <a:cubicBezTo>
                  <a:pt x="732367" y="34925"/>
                  <a:pt x="735050" y="32062"/>
                  <a:pt x="736600" y="28575"/>
                </a:cubicBezTo>
                <a:cubicBezTo>
                  <a:pt x="739318" y="22458"/>
                  <a:pt x="739237" y="15094"/>
                  <a:pt x="742950" y="9525"/>
                </a:cubicBezTo>
                <a:lnTo>
                  <a:pt x="749300" y="0"/>
                </a:lnTo>
                <a:cubicBezTo>
                  <a:pt x="753533" y="1058"/>
                  <a:pt x="758097" y="1224"/>
                  <a:pt x="762000" y="3175"/>
                </a:cubicBezTo>
                <a:cubicBezTo>
                  <a:pt x="768826" y="6588"/>
                  <a:pt x="773810" y="13462"/>
                  <a:pt x="781050" y="15875"/>
                </a:cubicBezTo>
                <a:cubicBezTo>
                  <a:pt x="787400" y="17992"/>
                  <a:pt x="794531" y="18512"/>
                  <a:pt x="800100" y="22225"/>
                </a:cubicBezTo>
                <a:cubicBezTo>
                  <a:pt x="803275" y="24342"/>
                  <a:pt x="806052" y="27235"/>
                  <a:pt x="809625" y="28575"/>
                </a:cubicBezTo>
                <a:cubicBezTo>
                  <a:pt x="814678" y="30470"/>
                  <a:pt x="820232" y="30579"/>
                  <a:pt x="825500" y="31750"/>
                </a:cubicBezTo>
                <a:cubicBezTo>
                  <a:pt x="829760" y="32697"/>
                  <a:pt x="833921" y="34069"/>
                  <a:pt x="838200" y="34925"/>
                </a:cubicBezTo>
                <a:cubicBezTo>
                  <a:pt x="866139" y="40513"/>
                  <a:pt x="848238" y="35096"/>
                  <a:pt x="866775" y="41275"/>
                </a:cubicBezTo>
                <a:lnTo>
                  <a:pt x="873125" y="60325"/>
                </a:lnTo>
                <a:cubicBezTo>
                  <a:pt x="874183" y="63500"/>
                  <a:pt x="874444" y="67065"/>
                  <a:pt x="876300" y="69850"/>
                </a:cubicBezTo>
                <a:lnTo>
                  <a:pt x="889000" y="88900"/>
                </a:lnTo>
                <a:cubicBezTo>
                  <a:pt x="891117" y="92075"/>
                  <a:pt x="894143" y="94805"/>
                  <a:pt x="895350" y="98425"/>
                </a:cubicBezTo>
                <a:lnTo>
                  <a:pt x="901700" y="117475"/>
                </a:lnTo>
                <a:cubicBezTo>
                  <a:pt x="904282" y="125222"/>
                  <a:pt x="905070" y="130370"/>
                  <a:pt x="911225" y="136525"/>
                </a:cubicBezTo>
                <a:cubicBezTo>
                  <a:pt x="913923" y="139223"/>
                  <a:pt x="917575" y="140758"/>
                  <a:pt x="920750" y="142875"/>
                </a:cubicBezTo>
                <a:cubicBezTo>
                  <a:pt x="928158" y="153988"/>
                  <a:pt x="930275" y="159808"/>
                  <a:pt x="946150" y="165100"/>
                </a:cubicBezTo>
                <a:cubicBezTo>
                  <a:pt x="949325" y="166158"/>
                  <a:pt x="952749" y="166650"/>
                  <a:pt x="955675" y="168275"/>
                </a:cubicBezTo>
                <a:cubicBezTo>
                  <a:pt x="962346" y="171981"/>
                  <a:pt x="974725" y="180975"/>
                  <a:pt x="974725" y="180975"/>
                </a:cubicBezTo>
                <a:cubicBezTo>
                  <a:pt x="976842" y="184150"/>
                  <a:pt x="978203" y="187987"/>
                  <a:pt x="981075" y="190500"/>
                </a:cubicBezTo>
                <a:cubicBezTo>
                  <a:pt x="986818" y="195526"/>
                  <a:pt x="1000125" y="203200"/>
                  <a:pt x="1000125" y="203200"/>
                </a:cubicBezTo>
                <a:cubicBezTo>
                  <a:pt x="1005513" y="219364"/>
                  <a:pt x="998970" y="208203"/>
                  <a:pt x="1012825" y="215900"/>
                </a:cubicBezTo>
                <a:cubicBezTo>
                  <a:pt x="1019496" y="219606"/>
                  <a:pt x="1031875" y="228600"/>
                  <a:pt x="1031875" y="228600"/>
                </a:cubicBezTo>
                <a:lnTo>
                  <a:pt x="1050925" y="257175"/>
                </a:lnTo>
                <a:lnTo>
                  <a:pt x="1057275" y="266700"/>
                </a:lnTo>
                <a:cubicBezTo>
                  <a:pt x="1064683" y="277813"/>
                  <a:pt x="1066800" y="283633"/>
                  <a:pt x="1082675" y="288925"/>
                </a:cubicBezTo>
                <a:cubicBezTo>
                  <a:pt x="1108965" y="297688"/>
                  <a:pt x="1096156" y="291562"/>
                  <a:pt x="1120775" y="307975"/>
                </a:cubicBezTo>
                <a:lnTo>
                  <a:pt x="1130300" y="314325"/>
                </a:lnTo>
                <a:cubicBezTo>
                  <a:pt x="1132417" y="317500"/>
                  <a:pt x="1133670" y="321466"/>
                  <a:pt x="1136650" y="323850"/>
                </a:cubicBezTo>
                <a:cubicBezTo>
                  <a:pt x="1139263" y="325941"/>
                  <a:pt x="1143182" y="325528"/>
                  <a:pt x="1146175" y="327025"/>
                </a:cubicBezTo>
                <a:cubicBezTo>
                  <a:pt x="1149588" y="328732"/>
                  <a:pt x="1152287" y="331668"/>
                  <a:pt x="1155700" y="333375"/>
                </a:cubicBezTo>
                <a:cubicBezTo>
                  <a:pt x="1158693" y="334872"/>
                  <a:pt x="1162232" y="335053"/>
                  <a:pt x="1165225" y="336550"/>
                </a:cubicBezTo>
                <a:cubicBezTo>
                  <a:pt x="1195414" y="351644"/>
                  <a:pt x="1144653" y="332868"/>
                  <a:pt x="1193800" y="349250"/>
                </a:cubicBezTo>
                <a:lnTo>
                  <a:pt x="1203325" y="352425"/>
                </a:lnTo>
                <a:cubicBezTo>
                  <a:pt x="1206500" y="353483"/>
                  <a:pt x="1210065" y="353744"/>
                  <a:pt x="1212850" y="355600"/>
                </a:cubicBezTo>
                <a:cubicBezTo>
                  <a:pt x="1221413" y="361308"/>
                  <a:pt x="1222041" y="362934"/>
                  <a:pt x="1231900" y="365125"/>
                </a:cubicBezTo>
                <a:cubicBezTo>
                  <a:pt x="1238184" y="366522"/>
                  <a:pt x="1244666" y="366903"/>
                  <a:pt x="1250950" y="368300"/>
                </a:cubicBezTo>
                <a:cubicBezTo>
                  <a:pt x="1254217" y="369026"/>
                  <a:pt x="1257208" y="370749"/>
                  <a:pt x="1260475" y="371475"/>
                </a:cubicBezTo>
                <a:cubicBezTo>
                  <a:pt x="1266759" y="372872"/>
                  <a:pt x="1273212" y="373387"/>
                  <a:pt x="1279525" y="374650"/>
                </a:cubicBezTo>
                <a:cubicBezTo>
                  <a:pt x="1283804" y="375506"/>
                  <a:pt x="1288045" y="376571"/>
                  <a:pt x="1292225" y="377825"/>
                </a:cubicBezTo>
                <a:cubicBezTo>
                  <a:pt x="1298636" y="379748"/>
                  <a:pt x="1304673" y="383075"/>
                  <a:pt x="1311275" y="384175"/>
                </a:cubicBezTo>
                <a:cubicBezTo>
                  <a:pt x="1317625" y="385233"/>
                  <a:pt x="1324080" y="385789"/>
                  <a:pt x="1330325" y="387350"/>
                </a:cubicBezTo>
                <a:cubicBezTo>
                  <a:pt x="1336819" y="388973"/>
                  <a:pt x="1349375" y="393700"/>
                  <a:pt x="1349375" y="393700"/>
                </a:cubicBezTo>
                <a:cubicBezTo>
                  <a:pt x="1363931" y="415535"/>
                  <a:pt x="1359662" y="405510"/>
                  <a:pt x="1365250" y="422275"/>
                </a:cubicBezTo>
                <a:cubicBezTo>
                  <a:pt x="1368259" y="443338"/>
                  <a:pt x="1371600" y="464407"/>
                  <a:pt x="1371600" y="485775"/>
                </a:cubicBez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FE10D00-16C5-414B-B84D-55705F662B28}"/>
              </a:ext>
            </a:extLst>
          </p:cNvPr>
          <p:cNvSpPr txBox="1"/>
          <p:nvPr/>
        </p:nvSpPr>
        <p:spPr>
          <a:xfrm rot="18113205">
            <a:off x="3543139" y="3164230"/>
            <a:ext cx="1371601"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Indus River</a:t>
            </a:r>
          </a:p>
        </p:txBody>
      </p:sp>
      <p:sp>
        <p:nvSpPr>
          <p:cNvPr id="3" name="Freeform 2">
            <a:extLst>
              <a:ext uri="{FF2B5EF4-FFF2-40B4-BE49-F238E27FC236}">
                <a16:creationId xmlns:a16="http://schemas.microsoft.com/office/drawing/2014/main" id="{F26BE63A-A7CA-4B4A-8843-2E2827FEED3A}"/>
              </a:ext>
            </a:extLst>
          </p:cNvPr>
          <p:cNvSpPr/>
          <p:nvPr/>
        </p:nvSpPr>
        <p:spPr>
          <a:xfrm>
            <a:off x="5108575" y="3276600"/>
            <a:ext cx="1301750" cy="860425"/>
          </a:xfrm>
          <a:custGeom>
            <a:avLst/>
            <a:gdLst>
              <a:gd name="connsiteX0" fmla="*/ 104775 w 1301750"/>
              <a:gd name="connsiteY0" fmla="*/ 0 h 860425"/>
              <a:gd name="connsiteX1" fmla="*/ 88900 w 1301750"/>
              <a:gd name="connsiteY1" fmla="*/ 6350 h 860425"/>
              <a:gd name="connsiteX2" fmla="*/ 76200 w 1301750"/>
              <a:gd name="connsiteY2" fmla="*/ 25400 h 860425"/>
              <a:gd name="connsiteX3" fmla="*/ 66675 w 1301750"/>
              <a:gd name="connsiteY3" fmla="*/ 44450 h 860425"/>
              <a:gd name="connsiteX4" fmla="*/ 57150 w 1301750"/>
              <a:gd name="connsiteY4" fmla="*/ 47625 h 860425"/>
              <a:gd name="connsiteX5" fmla="*/ 22225 w 1301750"/>
              <a:gd name="connsiteY5" fmla="*/ 50800 h 860425"/>
              <a:gd name="connsiteX6" fmla="*/ 15875 w 1301750"/>
              <a:gd name="connsiteY6" fmla="*/ 60325 h 860425"/>
              <a:gd name="connsiteX7" fmla="*/ 25400 w 1301750"/>
              <a:gd name="connsiteY7" fmla="*/ 66675 h 860425"/>
              <a:gd name="connsiteX8" fmla="*/ 34925 w 1301750"/>
              <a:gd name="connsiteY8" fmla="*/ 85725 h 860425"/>
              <a:gd name="connsiteX9" fmla="*/ 31750 w 1301750"/>
              <a:gd name="connsiteY9" fmla="*/ 95250 h 860425"/>
              <a:gd name="connsiteX10" fmla="*/ 19050 w 1301750"/>
              <a:gd name="connsiteY10" fmla="*/ 114300 h 860425"/>
              <a:gd name="connsiteX11" fmla="*/ 9525 w 1301750"/>
              <a:gd name="connsiteY11" fmla="*/ 149225 h 860425"/>
              <a:gd name="connsiteX12" fmla="*/ 6350 w 1301750"/>
              <a:gd name="connsiteY12" fmla="*/ 161925 h 860425"/>
              <a:gd name="connsiteX13" fmla="*/ 0 w 1301750"/>
              <a:gd name="connsiteY13" fmla="*/ 180975 h 860425"/>
              <a:gd name="connsiteX14" fmla="*/ 3175 w 1301750"/>
              <a:gd name="connsiteY14" fmla="*/ 241300 h 860425"/>
              <a:gd name="connsiteX15" fmla="*/ 9525 w 1301750"/>
              <a:gd name="connsiteY15" fmla="*/ 260350 h 860425"/>
              <a:gd name="connsiteX16" fmla="*/ 12700 w 1301750"/>
              <a:gd name="connsiteY16" fmla="*/ 269875 h 860425"/>
              <a:gd name="connsiteX17" fmla="*/ 19050 w 1301750"/>
              <a:gd name="connsiteY17" fmla="*/ 279400 h 860425"/>
              <a:gd name="connsiteX18" fmla="*/ 25400 w 1301750"/>
              <a:gd name="connsiteY18" fmla="*/ 298450 h 860425"/>
              <a:gd name="connsiteX19" fmla="*/ 28575 w 1301750"/>
              <a:gd name="connsiteY19" fmla="*/ 307975 h 860425"/>
              <a:gd name="connsiteX20" fmla="*/ 44450 w 1301750"/>
              <a:gd name="connsiteY20" fmla="*/ 327025 h 860425"/>
              <a:gd name="connsiteX21" fmla="*/ 47625 w 1301750"/>
              <a:gd name="connsiteY21" fmla="*/ 336550 h 860425"/>
              <a:gd name="connsiteX22" fmla="*/ 76200 w 1301750"/>
              <a:gd name="connsiteY22" fmla="*/ 358775 h 860425"/>
              <a:gd name="connsiteX23" fmla="*/ 85725 w 1301750"/>
              <a:gd name="connsiteY23" fmla="*/ 361950 h 860425"/>
              <a:gd name="connsiteX24" fmla="*/ 95250 w 1301750"/>
              <a:gd name="connsiteY24" fmla="*/ 368300 h 860425"/>
              <a:gd name="connsiteX25" fmla="*/ 104775 w 1301750"/>
              <a:gd name="connsiteY25" fmla="*/ 371475 h 860425"/>
              <a:gd name="connsiteX26" fmla="*/ 123825 w 1301750"/>
              <a:gd name="connsiteY26" fmla="*/ 381000 h 860425"/>
              <a:gd name="connsiteX27" fmla="*/ 130175 w 1301750"/>
              <a:gd name="connsiteY27" fmla="*/ 390525 h 860425"/>
              <a:gd name="connsiteX28" fmla="*/ 139700 w 1301750"/>
              <a:gd name="connsiteY28" fmla="*/ 396875 h 860425"/>
              <a:gd name="connsiteX29" fmla="*/ 152400 w 1301750"/>
              <a:gd name="connsiteY29" fmla="*/ 415925 h 860425"/>
              <a:gd name="connsiteX30" fmla="*/ 158750 w 1301750"/>
              <a:gd name="connsiteY30" fmla="*/ 425450 h 860425"/>
              <a:gd name="connsiteX31" fmla="*/ 168275 w 1301750"/>
              <a:gd name="connsiteY31" fmla="*/ 431800 h 860425"/>
              <a:gd name="connsiteX32" fmla="*/ 174625 w 1301750"/>
              <a:gd name="connsiteY32" fmla="*/ 441325 h 860425"/>
              <a:gd name="connsiteX33" fmla="*/ 184150 w 1301750"/>
              <a:gd name="connsiteY33" fmla="*/ 444500 h 860425"/>
              <a:gd name="connsiteX34" fmla="*/ 193675 w 1301750"/>
              <a:gd name="connsiteY34" fmla="*/ 450850 h 860425"/>
              <a:gd name="connsiteX35" fmla="*/ 203200 w 1301750"/>
              <a:gd name="connsiteY35" fmla="*/ 469900 h 860425"/>
              <a:gd name="connsiteX36" fmla="*/ 209550 w 1301750"/>
              <a:gd name="connsiteY36" fmla="*/ 492125 h 860425"/>
              <a:gd name="connsiteX37" fmla="*/ 219075 w 1301750"/>
              <a:gd name="connsiteY37" fmla="*/ 498475 h 860425"/>
              <a:gd name="connsiteX38" fmla="*/ 225425 w 1301750"/>
              <a:gd name="connsiteY38" fmla="*/ 508000 h 860425"/>
              <a:gd name="connsiteX39" fmla="*/ 234950 w 1301750"/>
              <a:gd name="connsiteY39" fmla="*/ 511175 h 860425"/>
              <a:gd name="connsiteX40" fmla="*/ 244475 w 1301750"/>
              <a:gd name="connsiteY40" fmla="*/ 517525 h 860425"/>
              <a:gd name="connsiteX41" fmla="*/ 250825 w 1301750"/>
              <a:gd name="connsiteY41" fmla="*/ 536575 h 860425"/>
              <a:gd name="connsiteX42" fmla="*/ 263525 w 1301750"/>
              <a:gd name="connsiteY42" fmla="*/ 555625 h 860425"/>
              <a:gd name="connsiteX43" fmla="*/ 273050 w 1301750"/>
              <a:gd name="connsiteY43" fmla="*/ 561975 h 860425"/>
              <a:gd name="connsiteX44" fmla="*/ 320675 w 1301750"/>
              <a:gd name="connsiteY44" fmla="*/ 571500 h 860425"/>
              <a:gd name="connsiteX45" fmla="*/ 317500 w 1301750"/>
              <a:gd name="connsiteY45" fmla="*/ 587375 h 860425"/>
              <a:gd name="connsiteX46" fmla="*/ 311150 w 1301750"/>
              <a:gd name="connsiteY46" fmla="*/ 596900 h 860425"/>
              <a:gd name="connsiteX47" fmla="*/ 320675 w 1301750"/>
              <a:gd name="connsiteY47" fmla="*/ 603250 h 860425"/>
              <a:gd name="connsiteX48" fmla="*/ 349250 w 1301750"/>
              <a:gd name="connsiteY48" fmla="*/ 603250 h 860425"/>
              <a:gd name="connsiteX49" fmla="*/ 352425 w 1301750"/>
              <a:gd name="connsiteY49" fmla="*/ 612775 h 860425"/>
              <a:gd name="connsiteX50" fmla="*/ 387350 w 1301750"/>
              <a:gd name="connsiteY50" fmla="*/ 628650 h 860425"/>
              <a:gd name="connsiteX51" fmla="*/ 400050 w 1301750"/>
              <a:gd name="connsiteY51" fmla="*/ 647700 h 860425"/>
              <a:gd name="connsiteX52" fmla="*/ 419100 w 1301750"/>
              <a:gd name="connsiteY52" fmla="*/ 660400 h 860425"/>
              <a:gd name="connsiteX53" fmla="*/ 476250 w 1301750"/>
              <a:gd name="connsiteY53" fmla="*/ 657225 h 860425"/>
              <a:gd name="connsiteX54" fmla="*/ 488950 w 1301750"/>
              <a:gd name="connsiteY54" fmla="*/ 641350 h 860425"/>
              <a:gd name="connsiteX55" fmla="*/ 508000 w 1301750"/>
              <a:gd name="connsiteY55" fmla="*/ 635000 h 860425"/>
              <a:gd name="connsiteX56" fmla="*/ 565150 w 1301750"/>
              <a:gd name="connsiteY56" fmla="*/ 635000 h 860425"/>
              <a:gd name="connsiteX57" fmla="*/ 568325 w 1301750"/>
              <a:gd name="connsiteY57" fmla="*/ 625475 h 860425"/>
              <a:gd name="connsiteX58" fmla="*/ 584200 w 1301750"/>
              <a:gd name="connsiteY58" fmla="*/ 612775 h 860425"/>
              <a:gd name="connsiteX59" fmla="*/ 596900 w 1301750"/>
              <a:gd name="connsiteY59" fmla="*/ 615950 h 860425"/>
              <a:gd name="connsiteX60" fmla="*/ 612775 w 1301750"/>
              <a:gd name="connsiteY60" fmla="*/ 603250 h 860425"/>
              <a:gd name="connsiteX61" fmla="*/ 622300 w 1301750"/>
              <a:gd name="connsiteY61" fmla="*/ 596900 h 860425"/>
              <a:gd name="connsiteX62" fmla="*/ 647700 w 1301750"/>
              <a:gd name="connsiteY62" fmla="*/ 593725 h 860425"/>
              <a:gd name="connsiteX63" fmla="*/ 692150 w 1301750"/>
              <a:gd name="connsiteY63" fmla="*/ 596900 h 860425"/>
              <a:gd name="connsiteX64" fmla="*/ 701675 w 1301750"/>
              <a:gd name="connsiteY64" fmla="*/ 600075 h 860425"/>
              <a:gd name="connsiteX65" fmla="*/ 714375 w 1301750"/>
              <a:gd name="connsiteY65" fmla="*/ 603250 h 860425"/>
              <a:gd name="connsiteX66" fmla="*/ 733425 w 1301750"/>
              <a:gd name="connsiteY66" fmla="*/ 609600 h 860425"/>
              <a:gd name="connsiteX67" fmla="*/ 752475 w 1301750"/>
              <a:gd name="connsiteY67" fmla="*/ 612775 h 860425"/>
              <a:gd name="connsiteX68" fmla="*/ 771525 w 1301750"/>
              <a:gd name="connsiteY68" fmla="*/ 619125 h 860425"/>
              <a:gd name="connsiteX69" fmla="*/ 781050 w 1301750"/>
              <a:gd name="connsiteY69" fmla="*/ 622300 h 860425"/>
              <a:gd name="connsiteX70" fmla="*/ 835025 w 1301750"/>
              <a:gd name="connsiteY70" fmla="*/ 628650 h 860425"/>
              <a:gd name="connsiteX71" fmla="*/ 882650 w 1301750"/>
              <a:gd name="connsiteY71" fmla="*/ 628650 h 860425"/>
              <a:gd name="connsiteX72" fmla="*/ 901700 w 1301750"/>
              <a:gd name="connsiteY72" fmla="*/ 622300 h 860425"/>
              <a:gd name="connsiteX73" fmla="*/ 923925 w 1301750"/>
              <a:gd name="connsiteY73" fmla="*/ 619125 h 860425"/>
              <a:gd name="connsiteX74" fmla="*/ 949325 w 1301750"/>
              <a:gd name="connsiteY74" fmla="*/ 622300 h 860425"/>
              <a:gd name="connsiteX75" fmla="*/ 968375 w 1301750"/>
              <a:gd name="connsiteY75" fmla="*/ 635000 h 860425"/>
              <a:gd name="connsiteX76" fmla="*/ 977900 w 1301750"/>
              <a:gd name="connsiteY76" fmla="*/ 641350 h 860425"/>
              <a:gd name="connsiteX77" fmla="*/ 996950 w 1301750"/>
              <a:gd name="connsiteY77" fmla="*/ 647700 h 860425"/>
              <a:gd name="connsiteX78" fmla="*/ 1006475 w 1301750"/>
              <a:gd name="connsiteY78" fmla="*/ 679450 h 860425"/>
              <a:gd name="connsiteX79" fmla="*/ 1016000 w 1301750"/>
              <a:gd name="connsiteY79" fmla="*/ 685800 h 860425"/>
              <a:gd name="connsiteX80" fmla="*/ 1031875 w 1301750"/>
              <a:gd name="connsiteY80" fmla="*/ 701675 h 860425"/>
              <a:gd name="connsiteX81" fmla="*/ 1038225 w 1301750"/>
              <a:gd name="connsiteY81" fmla="*/ 711200 h 860425"/>
              <a:gd name="connsiteX82" fmla="*/ 1057275 w 1301750"/>
              <a:gd name="connsiteY82" fmla="*/ 727075 h 860425"/>
              <a:gd name="connsiteX83" fmla="*/ 1073150 w 1301750"/>
              <a:gd name="connsiteY83" fmla="*/ 742950 h 860425"/>
              <a:gd name="connsiteX84" fmla="*/ 1082675 w 1301750"/>
              <a:gd name="connsiteY84" fmla="*/ 752475 h 860425"/>
              <a:gd name="connsiteX85" fmla="*/ 1092200 w 1301750"/>
              <a:gd name="connsiteY85" fmla="*/ 755650 h 860425"/>
              <a:gd name="connsiteX86" fmla="*/ 1111250 w 1301750"/>
              <a:gd name="connsiteY86" fmla="*/ 768350 h 860425"/>
              <a:gd name="connsiteX87" fmla="*/ 1139825 w 1301750"/>
              <a:gd name="connsiteY87" fmla="*/ 777875 h 860425"/>
              <a:gd name="connsiteX88" fmla="*/ 1149350 w 1301750"/>
              <a:gd name="connsiteY88" fmla="*/ 781050 h 860425"/>
              <a:gd name="connsiteX89" fmla="*/ 1162050 w 1301750"/>
              <a:gd name="connsiteY89" fmla="*/ 784225 h 860425"/>
              <a:gd name="connsiteX90" fmla="*/ 1181100 w 1301750"/>
              <a:gd name="connsiteY90" fmla="*/ 787400 h 860425"/>
              <a:gd name="connsiteX91" fmla="*/ 1190625 w 1301750"/>
              <a:gd name="connsiteY91" fmla="*/ 790575 h 860425"/>
              <a:gd name="connsiteX92" fmla="*/ 1203325 w 1301750"/>
              <a:gd name="connsiteY92" fmla="*/ 793750 h 860425"/>
              <a:gd name="connsiteX93" fmla="*/ 1231900 w 1301750"/>
              <a:gd name="connsiteY93" fmla="*/ 803275 h 860425"/>
              <a:gd name="connsiteX94" fmla="*/ 1241425 w 1301750"/>
              <a:gd name="connsiteY94" fmla="*/ 806450 h 860425"/>
              <a:gd name="connsiteX95" fmla="*/ 1260475 w 1301750"/>
              <a:gd name="connsiteY95" fmla="*/ 819150 h 860425"/>
              <a:gd name="connsiteX96" fmla="*/ 1270000 w 1301750"/>
              <a:gd name="connsiteY96" fmla="*/ 825500 h 860425"/>
              <a:gd name="connsiteX97" fmla="*/ 1276350 w 1301750"/>
              <a:gd name="connsiteY97" fmla="*/ 835025 h 860425"/>
              <a:gd name="connsiteX98" fmla="*/ 1285875 w 1301750"/>
              <a:gd name="connsiteY98" fmla="*/ 838200 h 860425"/>
              <a:gd name="connsiteX99" fmla="*/ 1298575 w 1301750"/>
              <a:gd name="connsiteY99" fmla="*/ 857250 h 860425"/>
              <a:gd name="connsiteX100" fmla="*/ 1301750 w 1301750"/>
              <a:gd name="connsiteY100" fmla="*/ 86042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301750" h="860425">
                <a:moveTo>
                  <a:pt x="104775" y="0"/>
                </a:moveTo>
                <a:cubicBezTo>
                  <a:pt x="99483" y="2117"/>
                  <a:pt x="93160" y="2564"/>
                  <a:pt x="88900" y="6350"/>
                </a:cubicBezTo>
                <a:cubicBezTo>
                  <a:pt x="83196" y="11420"/>
                  <a:pt x="78613" y="18160"/>
                  <a:pt x="76200" y="25400"/>
                </a:cubicBezTo>
                <a:cubicBezTo>
                  <a:pt x="74108" y="31675"/>
                  <a:pt x="72270" y="39974"/>
                  <a:pt x="66675" y="44450"/>
                </a:cubicBezTo>
                <a:cubicBezTo>
                  <a:pt x="64062" y="46541"/>
                  <a:pt x="60463" y="47152"/>
                  <a:pt x="57150" y="47625"/>
                </a:cubicBezTo>
                <a:cubicBezTo>
                  <a:pt x="45578" y="49278"/>
                  <a:pt x="33867" y="49742"/>
                  <a:pt x="22225" y="50800"/>
                </a:cubicBezTo>
                <a:cubicBezTo>
                  <a:pt x="20108" y="53975"/>
                  <a:pt x="15127" y="56583"/>
                  <a:pt x="15875" y="60325"/>
                </a:cubicBezTo>
                <a:cubicBezTo>
                  <a:pt x="16623" y="64067"/>
                  <a:pt x="22702" y="63977"/>
                  <a:pt x="25400" y="66675"/>
                </a:cubicBezTo>
                <a:cubicBezTo>
                  <a:pt x="31555" y="72830"/>
                  <a:pt x="32343" y="77978"/>
                  <a:pt x="34925" y="85725"/>
                </a:cubicBezTo>
                <a:cubicBezTo>
                  <a:pt x="33867" y="88900"/>
                  <a:pt x="33375" y="92324"/>
                  <a:pt x="31750" y="95250"/>
                </a:cubicBezTo>
                <a:cubicBezTo>
                  <a:pt x="28044" y="101921"/>
                  <a:pt x="21463" y="107060"/>
                  <a:pt x="19050" y="114300"/>
                </a:cubicBezTo>
                <a:cubicBezTo>
                  <a:pt x="9138" y="144036"/>
                  <a:pt x="15509" y="122299"/>
                  <a:pt x="9525" y="149225"/>
                </a:cubicBezTo>
                <a:cubicBezTo>
                  <a:pt x="8578" y="153485"/>
                  <a:pt x="7604" y="157745"/>
                  <a:pt x="6350" y="161925"/>
                </a:cubicBezTo>
                <a:cubicBezTo>
                  <a:pt x="4427" y="168336"/>
                  <a:pt x="0" y="180975"/>
                  <a:pt x="0" y="180975"/>
                </a:cubicBezTo>
                <a:cubicBezTo>
                  <a:pt x="1058" y="201083"/>
                  <a:pt x="776" y="221307"/>
                  <a:pt x="3175" y="241300"/>
                </a:cubicBezTo>
                <a:cubicBezTo>
                  <a:pt x="3972" y="247946"/>
                  <a:pt x="7408" y="254000"/>
                  <a:pt x="9525" y="260350"/>
                </a:cubicBezTo>
                <a:cubicBezTo>
                  <a:pt x="10583" y="263525"/>
                  <a:pt x="10844" y="267090"/>
                  <a:pt x="12700" y="269875"/>
                </a:cubicBezTo>
                <a:cubicBezTo>
                  <a:pt x="14817" y="273050"/>
                  <a:pt x="17500" y="275913"/>
                  <a:pt x="19050" y="279400"/>
                </a:cubicBezTo>
                <a:cubicBezTo>
                  <a:pt x="21768" y="285517"/>
                  <a:pt x="23283" y="292100"/>
                  <a:pt x="25400" y="298450"/>
                </a:cubicBezTo>
                <a:cubicBezTo>
                  <a:pt x="26458" y="301625"/>
                  <a:pt x="26208" y="305608"/>
                  <a:pt x="28575" y="307975"/>
                </a:cubicBezTo>
                <a:cubicBezTo>
                  <a:pt x="35597" y="314997"/>
                  <a:pt x="40030" y="318184"/>
                  <a:pt x="44450" y="327025"/>
                </a:cubicBezTo>
                <a:cubicBezTo>
                  <a:pt x="45947" y="330018"/>
                  <a:pt x="45769" y="333765"/>
                  <a:pt x="47625" y="336550"/>
                </a:cubicBezTo>
                <a:cubicBezTo>
                  <a:pt x="52321" y="343594"/>
                  <a:pt x="70794" y="356973"/>
                  <a:pt x="76200" y="358775"/>
                </a:cubicBezTo>
                <a:cubicBezTo>
                  <a:pt x="79375" y="359833"/>
                  <a:pt x="82732" y="360453"/>
                  <a:pt x="85725" y="361950"/>
                </a:cubicBezTo>
                <a:cubicBezTo>
                  <a:pt x="89138" y="363657"/>
                  <a:pt x="91837" y="366593"/>
                  <a:pt x="95250" y="368300"/>
                </a:cubicBezTo>
                <a:cubicBezTo>
                  <a:pt x="98243" y="369797"/>
                  <a:pt x="101782" y="369978"/>
                  <a:pt x="104775" y="371475"/>
                </a:cubicBezTo>
                <a:cubicBezTo>
                  <a:pt x="129394" y="383785"/>
                  <a:pt x="99884" y="373020"/>
                  <a:pt x="123825" y="381000"/>
                </a:cubicBezTo>
                <a:cubicBezTo>
                  <a:pt x="125942" y="384175"/>
                  <a:pt x="127477" y="387827"/>
                  <a:pt x="130175" y="390525"/>
                </a:cubicBezTo>
                <a:cubicBezTo>
                  <a:pt x="132873" y="393223"/>
                  <a:pt x="137187" y="394003"/>
                  <a:pt x="139700" y="396875"/>
                </a:cubicBezTo>
                <a:cubicBezTo>
                  <a:pt x="144726" y="402618"/>
                  <a:pt x="148167" y="409575"/>
                  <a:pt x="152400" y="415925"/>
                </a:cubicBezTo>
                <a:cubicBezTo>
                  <a:pt x="154517" y="419100"/>
                  <a:pt x="155575" y="423333"/>
                  <a:pt x="158750" y="425450"/>
                </a:cubicBezTo>
                <a:lnTo>
                  <a:pt x="168275" y="431800"/>
                </a:lnTo>
                <a:cubicBezTo>
                  <a:pt x="170392" y="434975"/>
                  <a:pt x="171645" y="438941"/>
                  <a:pt x="174625" y="441325"/>
                </a:cubicBezTo>
                <a:cubicBezTo>
                  <a:pt x="177238" y="443416"/>
                  <a:pt x="181157" y="443003"/>
                  <a:pt x="184150" y="444500"/>
                </a:cubicBezTo>
                <a:cubicBezTo>
                  <a:pt x="187563" y="446207"/>
                  <a:pt x="190500" y="448733"/>
                  <a:pt x="193675" y="450850"/>
                </a:cubicBezTo>
                <a:cubicBezTo>
                  <a:pt x="200632" y="461286"/>
                  <a:pt x="199914" y="458398"/>
                  <a:pt x="203200" y="469900"/>
                </a:cubicBezTo>
                <a:cubicBezTo>
                  <a:pt x="203454" y="470787"/>
                  <a:pt x="207858" y="490010"/>
                  <a:pt x="209550" y="492125"/>
                </a:cubicBezTo>
                <a:cubicBezTo>
                  <a:pt x="211934" y="495105"/>
                  <a:pt x="215900" y="496358"/>
                  <a:pt x="219075" y="498475"/>
                </a:cubicBezTo>
                <a:cubicBezTo>
                  <a:pt x="221192" y="501650"/>
                  <a:pt x="222445" y="505616"/>
                  <a:pt x="225425" y="508000"/>
                </a:cubicBezTo>
                <a:cubicBezTo>
                  <a:pt x="228038" y="510091"/>
                  <a:pt x="231957" y="509678"/>
                  <a:pt x="234950" y="511175"/>
                </a:cubicBezTo>
                <a:cubicBezTo>
                  <a:pt x="238363" y="512882"/>
                  <a:pt x="241300" y="515408"/>
                  <a:pt x="244475" y="517525"/>
                </a:cubicBezTo>
                <a:cubicBezTo>
                  <a:pt x="246592" y="523875"/>
                  <a:pt x="247112" y="531006"/>
                  <a:pt x="250825" y="536575"/>
                </a:cubicBezTo>
                <a:cubicBezTo>
                  <a:pt x="255058" y="542925"/>
                  <a:pt x="257175" y="551392"/>
                  <a:pt x="263525" y="555625"/>
                </a:cubicBezTo>
                <a:cubicBezTo>
                  <a:pt x="266700" y="557742"/>
                  <a:pt x="269563" y="560425"/>
                  <a:pt x="273050" y="561975"/>
                </a:cubicBezTo>
                <a:cubicBezTo>
                  <a:pt x="291811" y="570313"/>
                  <a:pt x="298878" y="569078"/>
                  <a:pt x="320675" y="571500"/>
                </a:cubicBezTo>
                <a:cubicBezTo>
                  <a:pt x="319617" y="576792"/>
                  <a:pt x="319395" y="582322"/>
                  <a:pt x="317500" y="587375"/>
                </a:cubicBezTo>
                <a:cubicBezTo>
                  <a:pt x="316160" y="590948"/>
                  <a:pt x="310402" y="593158"/>
                  <a:pt x="311150" y="596900"/>
                </a:cubicBezTo>
                <a:cubicBezTo>
                  <a:pt x="311898" y="600642"/>
                  <a:pt x="317500" y="601133"/>
                  <a:pt x="320675" y="603250"/>
                </a:cubicBezTo>
                <a:cubicBezTo>
                  <a:pt x="331109" y="599772"/>
                  <a:pt x="336898" y="596192"/>
                  <a:pt x="349250" y="603250"/>
                </a:cubicBezTo>
                <a:cubicBezTo>
                  <a:pt x="352156" y="604910"/>
                  <a:pt x="350058" y="610408"/>
                  <a:pt x="352425" y="612775"/>
                </a:cubicBezTo>
                <a:cubicBezTo>
                  <a:pt x="366157" y="626507"/>
                  <a:pt x="370927" y="625365"/>
                  <a:pt x="387350" y="628650"/>
                </a:cubicBezTo>
                <a:cubicBezTo>
                  <a:pt x="391583" y="635000"/>
                  <a:pt x="393700" y="643467"/>
                  <a:pt x="400050" y="647700"/>
                </a:cubicBezTo>
                <a:lnTo>
                  <a:pt x="419100" y="660400"/>
                </a:lnTo>
                <a:cubicBezTo>
                  <a:pt x="438150" y="659342"/>
                  <a:pt x="457362" y="659923"/>
                  <a:pt x="476250" y="657225"/>
                </a:cubicBezTo>
                <a:cubicBezTo>
                  <a:pt x="497259" y="654224"/>
                  <a:pt x="476938" y="649930"/>
                  <a:pt x="488950" y="641350"/>
                </a:cubicBezTo>
                <a:cubicBezTo>
                  <a:pt x="494397" y="637459"/>
                  <a:pt x="508000" y="635000"/>
                  <a:pt x="508000" y="635000"/>
                </a:cubicBezTo>
                <a:cubicBezTo>
                  <a:pt x="513819" y="635485"/>
                  <a:pt x="553077" y="641899"/>
                  <a:pt x="565150" y="635000"/>
                </a:cubicBezTo>
                <a:cubicBezTo>
                  <a:pt x="568056" y="633340"/>
                  <a:pt x="566828" y="628468"/>
                  <a:pt x="568325" y="625475"/>
                </a:cubicBezTo>
                <a:cubicBezTo>
                  <a:pt x="574070" y="613986"/>
                  <a:pt x="573214" y="616437"/>
                  <a:pt x="584200" y="612775"/>
                </a:cubicBezTo>
                <a:cubicBezTo>
                  <a:pt x="588433" y="613833"/>
                  <a:pt x="592536" y="615950"/>
                  <a:pt x="596900" y="615950"/>
                </a:cubicBezTo>
                <a:cubicBezTo>
                  <a:pt x="609262" y="615950"/>
                  <a:pt x="605461" y="610564"/>
                  <a:pt x="612775" y="603250"/>
                </a:cubicBezTo>
                <a:cubicBezTo>
                  <a:pt x="615473" y="600552"/>
                  <a:pt x="618619" y="597904"/>
                  <a:pt x="622300" y="596900"/>
                </a:cubicBezTo>
                <a:cubicBezTo>
                  <a:pt x="630532" y="594655"/>
                  <a:pt x="639233" y="594783"/>
                  <a:pt x="647700" y="593725"/>
                </a:cubicBezTo>
                <a:cubicBezTo>
                  <a:pt x="662517" y="594783"/>
                  <a:pt x="677397" y="595164"/>
                  <a:pt x="692150" y="596900"/>
                </a:cubicBezTo>
                <a:cubicBezTo>
                  <a:pt x="695474" y="597291"/>
                  <a:pt x="698457" y="599156"/>
                  <a:pt x="701675" y="600075"/>
                </a:cubicBezTo>
                <a:cubicBezTo>
                  <a:pt x="705871" y="601274"/>
                  <a:pt x="710195" y="601996"/>
                  <a:pt x="714375" y="603250"/>
                </a:cubicBezTo>
                <a:cubicBezTo>
                  <a:pt x="720786" y="605173"/>
                  <a:pt x="726823" y="608500"/>
                  <a:pt x="733425" y="609600"/>
                </a:cubicBezTo>
                <a:cubicBezTo>
                  <a:pt x="739775" y="610658"/>
                  <a:pt x="746230" y="611214"/>
                  <a:pt x="752475" y="612775"/>
                </a:cubicBezTo>
                <a:cubicBezTo>
                  <a:pt x="758969" y="614398"/>
                  <a:pt x="765175" y="617008"/>
                  <a:pt x="771525" y="619125"/>
                </a:cubicBezTo>
                <a:cubicBezTo>
                  <a:pt x="774700" y="620183"/>
                  <a:pt x="777749" y="621750"/>
                  <a:pt x="781050" y="622300"/>
                </a:cubicBezTo>
                <a:cubicBezTo>
                  <a:pt x="811631" y="627397"/>
                  <a:pt x="793689" y="624892"/>
                  <a:pt x="835025" y="628650"/>
                </a:cubicBezTo>
                <a:cubicBezTo>
                  <a:pt x="854826" y="635250"/>
                  <a:pt x="848121" y="634405"/>
                  <a:pt x="882650" y="628650"/>
                </a:cubicBezTo>
                <a:cubicBezTo>
                  <a:pt x="889252" y="627550"/>
                  <a:pt x="895074" y="623247"/>
                  <a:pt x="901700" y="622300"/>
                </a:cubicBezTo>
                <a:lnTo>
                  <a:pt x="923925" y="619125"/>
                </a:lnTo>
                <a:cubicBezTo>
                  <a:pt x="955725" y="608525"/>
                  <a:pt x="934057" y="608941"/>
                  <a:pt x="949325" y="622300"/>
                </a:cubicBezTo>
                <a:cubicBezTo>
                  <a:pt x="955068" y="627326"/>
                  <a:pt x="962025" y="630767"/>
                  <a:pt x="968375" y="635000"/>
                </a:cubicBezTo>
                <a:cubicBezTo>
                  <a:pt x="971550" y="637117"/>
                  <a:pt x="974280" y="640143"/>
                  <a:pt x="977900" y="641350"/>
                </a:cubicBezTo>
                <a:lnTo>
                  <a:pt x="996950" y="647700"/>
                </a:lnTo>
                <a:cubicBezTo>
                  <a:pt x="998221" y="652784"/>
                  <a:pt x="1004156" y="677904"/>
                  <a:pt x="1006475" y="679450"/>
                </a:cubicBezTo>
                <a:lnTo>
                  <a:pt x="1016000" y="685800"/>
                </a:lnTo>
                <a:cubicBezTo>
                  <a:pt x="1032933" y="711200"/>
                  <a:pt x="1010708" y="680508"/>
                  <a:pt x="1031875" y="701675"/>
                </a:cubicBezTo>
                <a:cubicBezTo>
                  <a:pt x="1034573" y="704373"/>
                  <a:pt x="1035782" y="708269"/>
                  <a:pt x="1038225" y="711200"/>
                </a:cubicBezTo>
                <a:cubicBezTo>
                  <a:pt x="1045865" y="720367"/>
                  <a:pt x="1047909" y="720831"/>
                  <a:pt x="1057275" y="727075"/>
                </a:cubicBezTo>
                <a:cubicBezTo>
                  <a:pt x="1068917" y="744538"/>
                  <a:pt x="1057275" y="729721"/>
                  <a:pt x="1073150" y="742950"/>
                </a:cubicBezTo>
                <a:cubicBezTo>
                  <a:pt x="1076599" y="745825"/>
                  <a:pt x="1078939" y="749984"/>
                  <a:pt x="1082675" y="752475"/>
                </a:cubicBezTo>
                <a:cubicBezTo>
                  <a:pt x="1085460" y="754331"/>
                  <a:pt x="1089274" y="754025"/>
                  <a:pt x="1092200" y="755650"/>
                </a:cubicBezTo>
                <a:cubicBezTo>
                  <a:pt x="1098871" y="759356"/>
                  <a:pt x="1104010" y="765937"/>
                  <a:pt x="1111250" y="768350"/>
                </a:cubicBezTo>
                <a:lnTo>
                  <a:pt x="1139825" y="777875"/>
                </a:lnTo>
                <a:cubicBezTo>
                  <a:pt x="1143000" y="778933"/>
                  <a:pt x="1146103" y="780238"/>
                  <a:pt x="1149350" y="781050"/>
                </a:cubicBezTo>
                <a:cubicBezTo>
                  <a:pt x="1153583" y="782108"/>
                  <a:pt x="1157771" y="783369"/>
                  <a:pt x="1162050" y="784225"/>
                </a:cubicBezTo>
                <a:cubicBezTo>
                  <a:pt x="1168363" y="785488"/>
                  <a:pt x="1174816" y="786003"/>
                  <a:pt x="1181100" y="787400"/>
                </a:cubicBezTo>
                <a:cubicBezTo>
                  <a:pt x="1184367" y="788126"/>
                  <a:pt x="1187407" y="789656"/>
                  <a:pt x="1190625" y="790575"/>
                </a:cubicBezTo>
                <a:cubicBezTo>
                  <a:pt x="1194821" y="791774"/>
                  <a:pt x="1199145" y="792496"/>
                  <a:pt x="1203325" y="793750"/>
                </a:cubicBezTo>
                <a:lnTo>
                  <a:pt x="1231900" y="803275"/>
                </a:lnTo>
                <a:cubicBezTo>
                  <a:pt x="1235075" y="804333"/>
                  <a:pt x="1238640" y="804594"/>
                  <a:pt x="1241425" y="806450"/>
                </a:cubicBezTo>
                <a:lnTo>
                  <a:pt x="1260475" y="819150"/>
                </a:lnTo>
                <a:lnTo>
                  <a:pt x="1270000" y="825500"/>
                </a:lnTo>
                <a:cubicBezTo>
                  <a:pt x="1272117" y="828675"/>
                  <a:pt x="1273370" y="832641"/>
                  <a:pt x="1276350" y="835025"/>
                </a:cubicBezTo>
                <a:cubicBezTo>
                  <a:pt x="1278963" y="837116"/>
                  <a:pt x="1283508" y="835833"/>
                  <a:pt x="1285875" y="838200"/>
                </a:cubicBezTo>
                <a:cubicBezTo>
                  <a:pt x="1291271" y="843596"/>
                  <a:pt x="1293179" y="851854"/>
                  <a:pt x="1298575" y="857250"/>
                </a:cubicBezTo>
                <a:lnTo>
                  <a:pt x="1301750" y="860425"/>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2A5AB2F-2866-184F-8F8A-A4121EB51430}"/>
              </a:ext>
            </a:extLst>
          </p:cNvPr>
          <p:cNvSpPr txBox="1"/>
          <p:nvPr/>
        </p:nvSpPr>
        <p:spPr>
          <a:xfrm rot="219902">
            <a:off x="5032257" y="3886479"/>
            <a:ext cx="1371601" cy="246221"/>
          </a:xfrm>
          <a:prstGeom prst="rect">
            <a:avLst/>
          </a:prstGeom>
          <a:noFill/>
        </p:spPr>
        <p:txBody>
          <a:bodyPr wrap="square" rtlCol="0">
            <a:spAutoFit/>
          </a:bodyPr>
          <a:lstStyle/>
          <a:p>
            <a:pPr algn="ctr"/>
            <a:r>
              <a:rPr lang="en-US" sz="1000" b="1" dirty="0">
                <a:solidFill>
                  <a:srgbClr val="0304B4"/>
                </a:solidFill>
                <a:latin typeface="Century Gothic" panose="020B0502020202020204" pitchFamily="34" charset="0"/>
              </a:rPr>
              <a:t>Ganges River</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flipV="1">
            <a:off x="1612900" y="3206068"/>
            <a:ext cx="3219534" cy="220551"/>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18" name="Freeform 17">
            <a:extLst>
              <a:ext uri="{FF2B5EF4-FFF2-40B4-BE49-F238E27FC236}">
                <a16:creationId xmlns:a16="http://schemas.microsoft.com/office/drawing/2014/main" id="{5AA7BC3F-22CC-E947-A935-22C2FC83DCD8}"/>
              </a:ext>
            </a:extLst>
          </p:cNvPr>
          <p:cNvSpPr/>
          <p:nvPr/>
        </p:nvSpPr>
        <p:spPr>
          <a:xfrm>
            <a:off x="5521325" y="3311525"/>
            <a:ext cx="1320800" cy="768350"/>
          </a:xfrm>
          <a:custGeom>
            <a:avLst/>
            <a:gdLst>
              <a:gd name="connsiteX0" fmla="*/ 806450 w 1320800"/>
              <a:gd name="connsiteY0" fmla="*/ 768350 h 768350"/>
              <a:gd name="connsiteX1" fmla="*/ 790575 w 1320800"/>
              <a:gd name="connsiteY1" fmla="*/ 765175 h 768350"/>
              <a:gd name="connsiteX2" fmla="*/ 787400 w 1320800"/>
              <a:gd name="connsiteY2" fmla="*/ 742950 h 768350"/>
              <a:gd name="connsiteX3" fmla="*/ 781050 w 1320800"/>
              <a:gd name="connsiteY3" fmla="*/ 720725 h 768350"/>
              <a:gd name="connsiteX4" fmla="*/ 774700 w 1320800"/>
              <a:gd name="connsiteY4" fmla="*/ 695325 h 768350"/>
              <a:gd name="connsiteX5" fmla="*/ 768350 w 1320800"/>
              <a:gd name="connsiteY5" fmla="*/ 685800 h 768350"/>
              <a:gd name="connsiteX6" fmla="*/ 755650 w 1320800"/>
              <a:gd name="connsiteY6" fmla="*/ 641350 h 768350"/>
              <a:gd name="connsiteX7" fmla="*/ 752475 w 1320800"/>
              <a:gd name="connsiteY7" fmla="*/ 631825 h 768350"/>
              <a:gd name="connsiteX8" fmla="*/ 749300 w 1320800"/>
              <a:gd name="connsiteY8" fmla="*/ 603250 h 768350"/>
              <a:gd name="connsiteX9" fmla="*/ 746125 w 1320800"/>
              <a:gd name="connsiteY9" fmla="*/ 593725 h 768350"/>
              <a:gd name="connsiteX10" fmla="*/ 736600 w 1320800"/>
              <a:gd name="connsiteY10" fmla="*/ 587375 h 768350"/>
              <a:gd name="connsiteX11" fmla="*/ 739775 w 1320800"/>
              <a:gd name="connsiteY11" fmla="*/ 558800 h 768350"/>
              <a:gd name="connsiteX12" fmla="*/ 752475 w 1320800"/>
              <a:gd name="connsiteY12" fmla="*/ 520700 h 768350"/>
              <a:gd name="connsiteX13" fmla="*/ 755650 w 1320800"/>
              <a:gd name="connsiteY13" fmla="*/ 511175 h 768350"/>
              <a:gd name="connsiteX14" fmla="*/ 765175 w 1320800"/>
              <a:gd name="connsiteY14" fmla="*/ 504825 h 768350"/>
              <a:gd name="connsiteX15" fmla="*/ 781050 w 1320800"/>
              <a:gd name="connsiteY15" fmla="*/ 492125 h 768350"/>
              <a:gd name="connsiteX16" fmla="*/ 784225 w 1320800"/>
              <a:gd name="connsiteY16" fmla="*/ 482600 h 768350"/>
              <a:gd name="connsiteX17" fmla="*/ 793750 w 1320800"/>
              <a:gd name="connsiteY17" fmla="*/ 479425 h 768350"/>
              <a:gd name="connsiteX18" fmla="*/ 857250 w 1320800"/>
              <a:gd name="connsiteY18" fmla="*/ 476250 h 768350"/>
              <a:gd name="connsiteX19" fmla="*/ 866775 w 1320800"/>
              <a:gd name="connsiteY19" fmla="*/ 473075 h 768350"/>
              <a:gd name="connsiteX20" fmla="*/ 876300 w 1320800"/>
              <a:gd name="connsiteY20" fmla="*/ 466725 h 768350"/>
              <a:gd name="connsiteX21" fmla="*/ 942975 w 1320800"/>
              <a:gd name="connsiteY21" fmla="*/ 463550 h 768350"/>
              <a:gd name="connsiteX22" fmla="*/ 949325 w 1320800"/>
              <a:gd name="connsiteY22" fmla="*/ 454025 h 768350"/>
              <a:gd name="connsiteX23" fmla="*/ 977900 w 1320800"/>
              <a:gd name="connsiteY23" fmla="*/ 438150 h 768350"/>
              <a:gd name="connsiteX24" fmla="*/ 993775 w 1320800"/>
              <a:gd name="connsiteY24" fmla="*/ 425450 h 768350"/>
              <a:gd name="connsiteX25" fmla="*/ 1012825 w 1320800"/>
              <a:gd name="connsiteY25" fmla="*/ 412750 h 768350"/>
              <a:gd name="connsiteX26" fmla="*/ 1022350 w 1320800"/>
              <a:gd name="connsiteY26" fmla="*/ 406400 h 768350"/>
              <a:gd name="connsiteX27" fmla="*/ 1050925 w 1320800"/>
              <a:gd name="connsiteY27" fmla="*/ 396875 h 768350"/>
              <a:gd name="connsiteX28" fmla="*/ 1069975 w 1320800"/>
              <a:gd name="connsiteY28" fmla="*/ 387350 h 768350"/>
              <a:gd name="connsiteX29" fmla="*/ 1089025 w 1320800"/>
              <a:gd name="connsiteY29" fmla="*/ 381000 h 768350"/>
              <a:gd name="connsiteX30" fmla="*/ 1098550 w 1320800"/>
              <a:gd name="connsiteY30" fmla="*/ 377825 h 768350"/>
              <a:gd name="connsiteX31" fmla="*/ 1108075 w 1320800"/>
              <a:gd name="connsiteY31" fmla="*/ 371475 h 768350"/>
              <a:gd name="connsiteX32" fmla="*/ 1120775 w 1320800"/>
              <a:gd name="connsiteY32" fmla="*/ 368300 h 768350"/>
              <a:gd name="connsiteX33" fmla="*/ 1149350 w 1320800"/>
              <a:gd name="connsiteY33" fmla="*/ 358775 h 768350"/>
              <a:gd name="connsiteX34" fmla="*/ 1158875 w 1320800"/>
              <a:gd name="connsiteY34" fmla="*/ 355600 h 768350"/>
              <a:gd name="connsiteX35" fmla="*/ 1168400 w 1320800"/>
              <a:gd name="connsiteY35" fmla="*/ 352425 h 768350"/>
              <a:gd name="connsiteX36" fmla="*/ 1177925 w 1320800"/>
              <a:gd name="connsiteY36" fmla="*/ 346075 h 768350"/>
              <a:gd name="connsiteX37" fmla="*/ 1187450 w 1320800"/>
              <a:gd name="connsiteY37" fmla="*/ 327025 h 768350"/>
              <a:gd name="connsiteX38" fmla="*/ 1196975 w 1320800"/>
              <a:gd name="connsiteY38" fmla="*/ 317500 h 768350"/>
              <a:gd name="connsiteX39" fmla="*/ 1209675 w 1320800"/>
              <a:gd name="connsiteY39" fmla="*/ 298450 h 768350"/>
              <a:gd name="connsiteX40" fmla="*/ 1212850 w 1320800"/>
              <a:gd name="connsiteY40" fmla="*/ 288925 h 768350"/>
              <a:gd name="connsiteX41" fmla="*/ 1244600 w 1320800"/>
              <a:gd name="connsiteY41" fmla="*/ 257175 h 768350"/>
              <a:gd name="connsiteX42" fmla="*/ 1263650 w 1320800"/>
              <a:gd name="connsiteY42" fmla="*/ 247650 h 768350"/>
              <a:gd name="connsiteX43" fmla="*/ 1273175 w 1320800"/>
              <a:gd name="connsiteY43" fmla="*/ 244475 h 768350"/>
              <a:gd name="connsiteX44" fmla="*/ 1282700 w 1320800"/>
              <a:gd name="connsiteY44" fmla="*/ 238125 h 768350"/>
              <a:gd name="connsiteX45" fmla="*/ 1301750 w 1320800"/>
              <a:gd name="connsiteY45" fmla="*/ 231775 h 768350"/>
              <a:gd name="connsiteX46" fmla="*/ 1308100 w 1320800"/>
              <a:gd name="connsiteY46" fmla="*/ 222250 h 768350"/>
              <a:gd name="connsiteX47" fmla="*/ 1317625 w 1320800"/>
              <a:gd name="connsiteY47" fmla="*/ 215900 h 768350"/>
              <a:gd name="connsiteX48" fmla="*/ 1320800 w 1320800"/>
              <a:gd name="connsiteY48" fmla="*/ 206375 h 768350"/>
              <a:gd name="connsiteX49" fmla="*/ 1317625 w 1320800"/>
              <a:gd name="connsiteY49" fmla="*/ 190500 h 768350"/>
              <a:gd name="connsiteX50" fmla="*/ 1298575 w 1320800"/>
              <a:gd name="connsiteY50" fmla="*/ 177800 h 768350"/>
              <a:gd name="connsiteX51" fmla="*/ 1289050 w 1320800"/>
              <a:gd name="connsiteY51" fmla="*/ 171450 h 768350"/>
              <a:gd name="connsiteX52" fmla="*/ 1270000 w 1320800"/>
              <a:gd name="connsiteY52" fmla="*/ 165100 h 768350"/>
              <a:gd name="connsiteX53" fmla="*/ 1250950 w 1320800"/>
              <a:gd name="connsiteY53" fmla="*/ 152400 h 768350"/>
              <a:gd name="connsiteX54" fmla="*/ 1247775 w 1320800"/>
              <a:gd name="connsiteY54" fmla="*/ 142875 h 768350"/>
              <a:gd name="connsiteX55" fmla="*/ 1241425 w 1320800"/>
              <a:gd name="connsiteY55" fmla="*/ 133350 h 768350"/>
              <a:gd name="connsiteX56" fmla="*/ 1238250 w 1320800"/>
              <a:gd name="connsiteY56" fmla="*/ 120650 h 768350"/>
              <a:gd name="connsiteX57" fmla="*/ 1241425 w 1320800"/>
              <a:gd name="connsiteY57" fmla="*/ 92075 h 768350"/>
              <a:gd name="connsiteX58" fmla="*/ 1244600 w 1320800"/>
              <a:gd name="connsiteY58" fmla="*/ 82550 h 768350"/>
              <a:gd name="connsiteX59" fmla="*/ 1263650 w 1320800"/>
              <a:gd name="connsiteY59" fmla="*/ 76200 h 768350"/>
              <a:gd name="connsiteX60" fmla="*/ 1266825 w 1320800"/>
              <a:gd name="connsiteY60" fmla="*/ 66675 h 768350"/>
              <a:gd name="connsiteX61" fmla="*/ 1279525 w 1320800"/>
              <a:gd name="connsiteY61" fmla="*/ 47625 h 768350"/>
              <a:gd name="connsiteX62" fmla="*/ 1282700 w 1320800"/>
              <a:gd name="connsiteY62" fmla="*/ 38100 h 768350"/>
              <a:gd name="connsiteX63" fmla="*/ 1257300 w 1320800"/>
              <a:gd name="connsiteY63" fmla="*/ 6350 h 768350"/>
              <a:gd name="connsiteX64" fmla="*/ 1238250 w 1320800"/>
              <a:gd name="connsiteY64" fmla="*/ 0 h 768350"/>
              <a:gd name="connsiteX65" fmla="*/ 1212850 w 1320800"/>
              <a:gd name="connsiteY65" fmla="*/ 3175 h 768350"/>
              <a:gd name="connsiteX66" fmla="*/ 1206500 w 1320800"/>
              <a:gd name="connsiteY66" fmla="*/ 12700 h 768350"/>
              <a:gd name="connsiteX67" fmla="*/ 1196975 w 1320800"/>
              <a:gd name="connsiteY67" fmla="*/ 22225 h 768350"/>
              <a:gd name="connsiteX68" fmla="*/ 1181100 w 1320800"/>
              <a:gd name="connsiteY68" fmla="*/ 47625 h 768350"/>
              <a:gd name="connsiteX69" fmla="*/ 1155700 w 1320800"/>
              <a:gd name="connsiteY69" fmla="*/ 69850 h 768350"/>
              <a:gd name="connsiteX70" fmla="*/ 1146175 w 1320800"/>
              <a:gd name="connsiteY70" fmla="*/ 76200 h 768350"/>
              <a:gd name="connsiteX71" fmla="*/ 1136650 w 1320800"/>
              <a:gd name="connsiteY71" fmla="*/ 82550 h 768350"/>
              <a:gd name="connsiteX72" fmla="*/ 1117600 w 1320800"/>
              <a:gd name="connsiteY72" fmla="*/ 88900 h 768350"/>
              <a:gd name="connsiteX73" fmla="*/ 1035050 w 1320800"/>
              <a:gd name="connsiteY73" fmla="*/ 95250 h 768350"/>
              <a:gd name="connsiteX74" fmla="*/ 1000125 w 1320800"/>
              <a:gd name="connsiteY74" fmla="*/ 101600 h 768350"/>
              <a:gd name="connsiteX75" fmla="*/ 971550 w 1320800"/>
              <a:gd name="connsiteY75" fmla="*/ 107950 h 768350"/>
              <a:gd name="connsiteX76" fmla="*/ 952500 w 1320800"/>
              <a:gd name="connsiteY76" fmla="*/ 111125 h 768350"/>
              <a:gd name="connsiteX77" fmla="*/ 901700 w 1320800"/>
              <a:gd name="connsiteY77" fmla="*/ 120650 h 768350"/>
              <a:gd name="connsiteX78" fmla="*/ 863600 w 1320800"/>
              <a:gd name="connsiteY78" fmla="*/ 123825 h 768350"/>
              <a:gd name="connsiteX79" fmla="*/ 793750 w 1320800"/>
              <a:gd name="connsiteY79" fmla="*/ 123825 h 768350"/>
              <a:gd name="connsiteX80" fmla="*/ 784225 w 1320800"/>
              <a:gd name="connsiteY80" fmla="*/ 127000 h 768350"/>
              <a:gd name="connsiteX81" fmla="*/ 774700 w 1320800"/>
              <a:gd name="connsiteY81" fmla="*/ 133350 h 768350"/>
              <a:gd name="connsiteX82" fmla="*/ 749300 w 1320800"/>
              <a:gd name="connsiteY82" fmla="*/ 127000 h 768350"/>
              <a:gd name="connsiteX83" fmla="*/ 739775 w 1320800"/>
              <a:gd name="connsiteY83" fmla="*/ 120650 h 768350"/>
              <a:gd name="connsiteX84" fmla="*/ 720725 w 1320800"/>
              <a:gd name="connsiteY84" fmla="*/ 114300 h 768350"/>
              <a:gd name="connsiteX85" fmla="*/ 701675 w 1320800"/>
              <a:gd name="connsiteY85" fmla="*/ 117475 h 768350"/>
              <a:gd name="connsiteX86" fmla="*/ 685800 w 1320800"/>
              <a:gd name="connsiteY86" fmla="*/ 120650 h 768350"/>
              <a:gd name="connsiteX87" fmla="*/ 647700 w 1320800"/>
              <a:gd name="connsiteY87" fmla="*/ 123825 h 768350"/>
              <a:gd name="connsiteX88" fmla="*/ 561975 w 1320800"/>
              <a:gd name="connsiteY88" fmla="*/ 117475 h 768350"/>
              <a:gd name="connsiteX89" fmla="*/ 552450 w 1320800"/>
              <a:gd name="connsiteY89" fmla="*/ 114300 h 768350"/>
              <a:gd name="connsiteX90" fmla="*/ 539750 w 1320800"/>
              <a:gd name="connsiteY90" fmla="*/ 117475 h 768350"/>
              <a:gd name="connsiteX91" fmla="*/ 523875 w 1320800"/>
              <a:gd name="connsiteY91" fmla="*/ 133350 h 768350"/>
              <a:gd name="connsiteX92" fmla="*/ 514350 w 1320800"/>
              <a:gd name="connsiteY92" fmla="*/ 152400 h 768350"/>
              <a:gd name="connsiteX93" fmla="*/ 495300 w 1320800"/>
              <a:gd name="connsiteY93" fmla="*/ 158750 h 768350"/>
              <a:gd name="connsiteX94" fmla="*/ 485775 w 1320800"/>
              <a:gd name="connsiteY94" fmla="*/ 161925 h 768350"/>
              <a:gd name="connsiteX95" fmla="*/ 447675 w 1320800"/>
              <a:gd name="connsiteY95" fmla="*/ 158750 h 768350"/>
              <a:gd name="connsiteX96" fmla="*/ 428625 w 1320800"/>
              <a:gd name="connsiteY96" fmla="*/ 152400 h 768350"/>
              <a:gd name="connsiteX97" fmla="*/ 419100 w 1320800"/>
              <a:gd name="connsiteY97" fmla="*/ 149225 h 768350"/>
              <a:gd name="connsiteX98" fmla="*/ 279400 w 1320800"/>
              <a:gd name="connsiteY98" fmla="*/ 155575 h 768350"/>
              <a:gd name="connsiteX99" fmla="*/ 222250 w 1320800"/>
              <a:gd name="connsiteY99" fmla="*/ 152400 h 768350"/>
              <a:gd name="connsiteX100" fmla="*/ 206375 w 1320800"/>
              <a:gd name="connsiteY100" fmla="*/ 136525 h 768350"/>
              <a:gd name="connsiteX101" fmla="*/ 196850 w 1320800"/>
              <a:gd name="connsiteY101" fmla="*/ 130175 h 768350"/>
              <a:gd name="connsiteX102" fmla="*/ 180975 w 1320800"/>
              <a:gd name="connsiteY102" fmla="*/ 117475 h 768350"/>
              <a:gd name="connsiteX103" fmla="*/ 161925 w 1320800"/>
              <a:gd name="connsiteY103" fmla="*/ 104775 h 768350"/>
              <a:gd name="connsiteX104" fmla="*/ 152400 w 1320800"/>
              <a:gd name="connsiteY104" fmla="*/ 98425 h 768350"/>
              <a:gd name="connsiteX105" fmla="*/ 142875 w 1320800"/>
              <a:gd name="connsiteY105" fmla="*/ 95250 h 768350"/>
              <a:gd name="connsiteX106" fmla="*/ 133350 w 1320800"/>
              <a:gd name="connsiteY106" fmla="*/ 88900 h 768350"/>
              <a:gd name="connsiteX107" fmla="*/ 114300 w 1320800"/>
              <a:gd name="connsiteY107" fmla="*/ 82550 h 768350"/>
              <a:gd name="connsiteX108" fmla="*/ 98425 w 1320800"/>
              <a:gd name="connsiteY108" fmla="*/ 66675 h 768350"/>
              <a:gd name="connsiteX109" fmla="*/ 92075 w 1320800"/>
              <a:gd name="connsiteY109" fmla="*/ 57150 h 768350"/>
              <a:gd name="connsiteX110" fmla="*/ 73025 w 1320800"/>
              <a:gd name="connsiteY110" fmla="*/ 50800 h 768350"/>
              <a:gd name="connsiteX111" fmla="*/ 63500 w 1320800"/>
              <a:gd name="connsiteY111" fmla="*/ 47625 h 768350"/>
              <a:gd name="connsiteX112" fmla="*/ 34925 w 1320800"/>
              <a:gd name="connsiteY112" fmla="*/ 41275 h 768350"/>
              <a:gd name="connsiteX113" fmla="*/ 28575 w 1320800"/>
              <a:gd name="connsiteY113" fmla="*/ 22225 h 768350"/>
              <a:gd name="connsiteX114" fmla="*/ 9525 w 1320800"/>
              <a:gd name="connsiteY114" fmla="*/ 9525 h 768350"/>
              <a:gd name="connsiteX115" fmla="*/ 0 w 1320800"/>
              <a:gd name="connsiteY115" fmla="*/ 635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320800" h="768350">
                <a:moveTo>
                  <a:pt x="806450" y="768350"/>
                </a:moveTo>
                <a:cubicBezTo>
                  <a:pt x="801158" y="767292"/>
                  <a:pt x="793813" y="769492"/>
                  <a:pt x="790575" y="765175"/>
                </a:cubicBezTo>
                <a:cubicBezTo>
                  <a:pt x="786085" y="759188"/>
                  <a:pt x="788739" y="750313"/>
                  <a:pt x="787400" y="742950"/>
                </a:cubicBezTo>
                <a:cubicBezTo>
                  <a:pt x="783441" y="721174"/>
                  <a:pt x="785584" y="738860"/>
                  <a:pt x="781050" y="720725"/>
                </a:cubicBezTo>
                <a:cubicBezTo>
                  <a:pt x="779239" y="713479"/>
                  <a:pt x="778329" y="702583"/>
                  <a:pt x="774700" y="695325"/>
                </a:cubicBezTo>
                <a:cubicBezTo>
                  <a:pt x="772993" y="691912"/>
                  <a:pt x="770467" y="688975"/>
                  <a:pt x="768350" y="685800"/>
                </a:cubicBezTo>
                <a:cubicBezTo>
                  <a:pt x="760377" y="653906"/>
                  <a:pt x="764760" y="668679"/>
                  <a:pt x="755650" y="641350"/>
                </a:cubicBezTo>
                <a:lnTo>
                  <a:pt x="752475" y="631825"/>
                </a:lnTo>
                <a:cubicBezTo>
                  <a:pt x="751417" y="622300"/>
                  <a:pt x="750876" y="612703"/>
                  <a:pt x="749300" y="603250"/>
                </a:cubicBezTo>
                <a:cubicBezTo>
                  <a:pt x="748750" y="599949"/>
                  <a:pt x="748216" y="596338"/>
                  <a:pt x="746125" y="593725"/>
                </a:cubicBezTo>
                <a:cubicBezTo>
                  <a:pt x="743741" y="590745"/>
                  <a:pt x="739775" y="589492"/>
                  <a:pt x="736600" y="587375"/>
                </a:cubicBezTo>
                <a:cubicBezTo>
                  <a:pt x="731308" y="571500"/>
                  <a:pt x="732367" y="581025"/>
                  <a:pt x="739775" y="558800"/>
                </a:cubicBezTo>
                <a:lnTo>
                  <a:pt x="752475" y="520700"/>
                </a:lnTo>
                <a:cubicBezTo>
                  <a:pt x="753533" y="517525"/>
                  <a:pt x="752865" y="513031"/>
                  <a:pt x="755650" y="511175"/>
                </a:cubicBezTo>
                <a:lnTo>
                  <a:pt x="765175" y="504825"/>
                </a:lnTo>
                <a:cubicBezTo>
                  <a:pt x="793365" y="462540"/>
                  <a:pt x="750378" y="522797"/>
                  <a:pt x="781050" y="492125"/>
                </a:cubicBezTo>
                <a:cubicBezTo>
                  <a:pt x="783417" y="489758"/>
                  <a:pt x="781858" y="484967"/>
                  <a:pt x="784225" y="482600"/>
                </a:cubicBezTo>
                <a:cubicBezTo>
                  <a:pt x="786592" y="480233"/>
                  <a:pt x="790416" y="479715"/>
                  <a:pt x="793750" y="479425"/>
                </a:cubicBezTo>
                <a:cubicBezTo>
                  <a:pt x="814863" y="477589"/>
                  <a:pt x="836083" y="477308"/>
                  <a:pt x="857250" y="476250"/>
                </a:cubicBezTo>
                <a:cubicBezTo>
                  <a:pt x="860425" y="475192"/>
                  <a:pt x="863782" y="474572"/>
                  <a:pt x="866775" y="473075"/>
                </a:cubicBezTo>
                <a:cubicBezTo>
                  <a:pt x="870188" y="471368"/>
                  <a:pt x="872514" y="467198"/>
                  <a:pt x="876300" y="466725"/>
                </a:cubicBezTo>
                <a:cubicBezTo>
                  <a:pt x="898378" y="463965"/>
                  <a:pt x="920750" y="464608"/>
                  <a:pt x="942975" y="463550"/>
                </a:cubicBezTo>
                <a:cubicBezTo>
                  <a:pt x="945092" y="460375"/>
                  <a:pt x="946453" y="456538"/>
                  <a:pt x="949325" y="454025"/>
                </a:cubicBezTo>
                <a:cubicBezTo>
                  <a:pt x="962762" y="442268"/>
                  <a:pt x="964818" y="442511"/>
                  <a:pt x="977900" y="438150"/>
                </a:cubicBezTo>
                <a:cubicBezTo>
                  <a:pt x="989633" y="420551"/>
                  <a:pt x="977537" y="434471"/>
                  <a:pt x="993775" y="425450"/>
                </a:cubicBezTo>
                <a:cubicBezTo>
                  <a:pt x="1000446" y="421744"/>
                  <a:pt x="1006475" y="416983"/>
                  <a:pt x="1012825" y="412750"/>
                </a:cubicBezTo>
                <a:cubicBezTo>
                  <a:pt x="1016000" y="410633"/>
                  <a:pt x="1018730" y="407607"/>
                  <a:pt x="1022350" y="406400"/>
                </a:cubicBezTo>
                <a:lnTo>
                  <a:pt x="1050925" y="396875"/>
                </a:lnTo>
                <a:cubicBezTo>
                  <a:pt x="1085663" y="385296"/>
                  <a:pt x="1033046" y="403763"/>
                  <a:pt x="1069975" y="387350"/>
                </a:cubicBezTo>
                <a:cubicBezTo>
                  <a:pt x="1076092" y="384632"/>
                  <a:pt x="1082675" y="383117"/>
                  <a:pt x="1089025" y="381000"/>
                </a:cubicBezTo>
                <a:cubicBezTo>
                  <a:pt x="1092200" y="379942"/>
                  <a:pt x="1095765" y="379681"/>
                  <a:pt x="1098550" y="377825"/>
                </a:cubicBezTo>
                <a:cubicBezTo>
                  <a:pt x="1101725" y="375708"/>
                  <a:pt x="1104568" y="372978"/>
                  <a:pt x="1108075" y="371475"/>
                </a:cubicBezTo>
                <a:cubicBezTo>
                  <a:pt x="1112086" y="369756"/>
                  <a:pt x="1116595" y="369554"/>
                  <a:pt x="1120775" y="368300"/>
                </a:cubicBezTo>
                <a:lnTo>
                  <a:pt x="1149350" y="358775"/>
                </a:lnTo>
                <a:lnTo>
                  <a:pt x="1158875" y="355600"/>
                </a:lnTo>
                <a:cubicBezTo>
                  <a:pt x="1162050" y="354542"/>
                  <a:pt x="1165615" y="354281"/>
                  <a:pt x="1168400" y="352425"/>
                </a:cubicBezTo>
                <a:lnTo>
                  <a:pt x="1177925" y="346075"/>
                </a:lnTo>
                <a:cubicBezTo>
                  <a:pt x="1181107" y="336529"/>
                  <a:pt x="1180611" y="335231"/>
                  <a:pt x="1187450" y="327025"/>
                </a:cubicBezTo>
                <a:cubicBezTo>
                  <a:pt x="1190325" y="323576"/>
                  <a:pt x="1194218" y="321044"/>
                  <a:pt x="1196975" y="317500"/>
                </a:cubicBezTo>
                <a:cubicBezTo>
                  <a:pt x="1201660" y="311476"/>
                  <a:pt x="1207262" y="305690"/>
                  <a:pt x="1209675" y="298450"/>
                </a:cubicBezTo>
                <a:cubicBezTo>
                  <a:pt x="1210733" y="295275"/>
                  <a:pt x="1211225" y="291851"/>
                  <a:pt x="1212850" y="288925"/>
                </a:cubicBezTo>
                <a:cubicBezTo>
                  <a:pt x="1220547" y="275070"/>
                  <a:pt x="1228436" y="262563"/>
                  <a:pt x="1244600" y="257175"/>
                </a:cubicBezTo>
                <a:cubicBezTo>
                  <a:pt x="1268541" y="249195"/>
                  <a:pt x="1239031" y="259960"/>
                  <a:pt x="1263650" y="247650"/>
                </a:cubicBezTo>
                <a:cubicBezTo>
                  <a:pt x="1266643" y="246153"/>
                  <a:pt x="1270182" y="245972"/>
                  <a:pt x="1273175" y="244475"/>
                </a:cubicBezTo>
                <a:cubicBezTo>
                  <a:pt x="1276588" y="242768"/>
                  <a:pt x="1279213" y="239675"/>
                  <a:pt x="1282700" y="238125"/>
                </a:cubicBezTo>
                <a:cubicBezTo>
                  <a:pt x="1288817" y="235407"/>
                  <a:pt x="1301750" y="231775"/>
                  <a:pt x="1301750" y="231775"/>
                </a:cubicBezTo>
                <a:cubicBezTo>
                  <a:pt x="1303867" y="228600"/>
                  <a:pt x="1305402" y="224948"/>
                  <a:pt x="1308100" y="222250"/>
                </a:cubicBezTo>
                <a:cubicBezTo>
                  <a:pt x="1310798" y="219552"/>
                  <a:pt x="1315241" y="218880"/>
                  <a:pt x="1317625" y="215900"/>
                </a:cubicBezTo>
                <a:cubicBezTo>
                  <a:pt x="1319716" y="213287"/>
                  <a:pt x="1319742" y="209550"/>
                  <a:pt x="1320800" y="206375"/>
                </a:cubicBezTo>
                <a:cubicBezTo>
                  <a:pt x="1319742" y="201083"/>
                  <a:pt x="1320038" y="195327"/>
                  <a:pt x="1317625" y="190500"/>
                </a:cubicBezTo>
                <a:cubicBezTo>
                  <a:pt x="1311606" y="178463"/>
                  <a:pt x="1307982" y="182504"/>
                  <a:pt x="1298575" y="177800"/>
                </a:cubicBezTo>
                <a:cubicBezTo>
                  <a:pt x="1295162" y="176093"/>
                  <a:pt x="1292537" y="173000"/>
                  <a:pt x="1289050" y="171450"/>
                </a:cubicBezTo>
                <a:cubicBezTo>
                  <a:pt x="1282933" y="168732"/>
                  <a:pt x="1275569" y="168813"/>
                  <a:pt x="1270000" y="165100"/>
                </a:cubicBezTo>
                <a:lnTo>
                  <a:pt x="1250950" y="152400"/>
                </a:lnTo>
                <a:cubicBezTo>
                  <a:pt x="1249892" y="149225"/>
                  <a:pt x="1249272" y="145868"/>
                  <a:pt x="1247775" y="142875"/>
                </a:cubicBezTo>
                <a:cubicBezTo>
                  <a:pt x="1246068" y="139462"/>
                  <a:pt x="1242928" y="136857"/>
                  <a:pt x="1241425" y="133350"/>
                </a:cubicBezTo>
                <a:cubicBezTo>
                  <a:pt x="1239706" y="129339"/>
                  <a:pt x="1239308" y="124883"/>
                  <a:pt x="1238250" y="120650"/>
                </a:cubicBezTo>
                <a:cubicBezTo>
                  <a:pt x="1239308" y="111125"/>
                  <a:pt x="1239849" y="101528"/>
                  <a:pt x="1241425" y="92075"/>
                </a:cubicBezTo>
                <a:cubicBezTo>
                  <a:pt x="1241975" y="88774"/>
                  <a:pt x="1241877" y="84495"/>
                  <a:pt x="1244600" y="82550"/>
                </a:cubicBezTo>
                <a:cubicBezTo>
                  <a:pt x="1250047" y="78659"/>
                  <a:pt x="1263650" y="76200"/>
                  <a:pt x="1263650" y="76200"/>
                </a:cubicBezTo>
                <a:cubicBezTo>
                  <a:pt x="1264708" y="73025"/>
                  <a:pt x="1265200" y="69601"/>
                  <a:pt x="1266825" y="66675"/>
                </a:cubicBezTo>
                <a:cubicBezTo>
                  <a:pt x="1270531" y="60004"/>
                  <a:pt x="1277112" y="54865"/>
                  <a:pt x="1279525" y="47625"/>
                </a:cubicBezTo>
                <a:lnTo>
                  <a:pt x="1282700" y="38100"/>
                </a:lnTo>
                <a:cubicBezTo>
                  <a:pt x="1276636" y="19907"/>
                  <a:pt x="1278842" y="13531"/>
                  <a:pt x="1257300" y="6350"/>
                </a:cubicBezTo>
                <a:lnTo>
                  <a:pt x="1238250" y="0"/>
                </a:lnTo>
                <a:cubicBezTo>
                  <a:pt x="1229783" y="1058"/>
                  <a:pt x="1220772" y="6"/>
                  <a:pt x="1212850" y="3175"/>
                </a:cubicBezTo>
                <a:cubicBezTo>
                  <a:pt x="1209307" y="4592"/>
                  <a:pt x="1208943" y="9769"/>
                  <a:pt x="1206500" y="12700"/>
                </a:cubicBezTo>
                <a:cubicBezTo>
                  <a:pt x="1203625" y="16149"/>
                  <a:pt x="1200150" y="19050"/>
                  <a:pt x="1196975" y="22225"/>
                </a:cubicBezTo>
                <a:cubicBezTo>
                  <a:pt x="1189418" y="44895"/>
                  <a:pt x="1196194" y="37562"/>
                  <a:pt x="1181100" y="47625"/>
                </a:cubicBezTo>
                <a:cubicBezTo>
                  <a:pt x="1170517" y="63500"/>
                  <a:pt x="1177925" y="55033"/>
                  <a:pt x="1155700" y="69850"/>
                </a:cubicBezTo>
                <a:lnTo>
                  <a:pt x="1146175" y="76200"/>
                </a:lnTo>
                <a:cubicBezTo>
                  <a:pt x="1143000" y="78317"/>
                  <a:pt x="1140270" y="81343"/>
                  <a:pt x="1136650" y="82550"/>
                </a:cubicBezTo>
                <a:lnTo>
                  <a:pt x="1117600" y="88900"/>
                </a:lnTo>
                <a:cubicBezTo>
                  <a:pt x="1084961" y="99780"/>
                  <a:pt x="1111419" y="91930"/>
                  <a:pt x="1035050" y="95250"/>
                </a:cubicBezTo>
                <a:cubicBezTo>
                  <a:pt x="995836" y="103093"/>
                  <a:pt x="1044809" y="93476"/>
                  <a:pt x="1000125" y="101600"/>
                </a:cubicBezTo>
                <a:cubicBezTo>
                  <a:pt x="939129" y="112690"/>
                  <a:pt x="1022511" y="97758"/>
                  <a:pt x="971550" y="107950"/>
                </a:cubicBezTo>
                <a:cubicBezTo>
                  <a:pt x="965237" y="109213"/>
                  <a:pt x="958827" y="109939"/>
                  <a:pt x="952500" y="111125"/>
                </a:cubicBezTo>
                <a:cubicBezTo>
                  <a:pt x="944418" y="112640"/>
                  <a:pt x="913514" y="119337"/>
                  <a:pt x="901700" y="120650"/>
                </a:cubicBezTo>
                <a:cubicBezTo>
                  <a:pt x="889034" y="122057"/>
                  <a:pt x="876300" y="122767"/>
                  <a:pt x="863600" y="123825"/>
                </a:cubicBezTo>
                <a:cubicBezTo>
                  <a:pt x="826657" y="120983"/>
                  <a:pt x="826395" y="118384"/>
                  <a:pt x="793750" y="123825"/>
                </a:cubicBezTo>
                <a:cubicBezTo>
                  <a:pt x="790449" y="124375"/>
                  <a:pt x="787218" y="125503"/>
                  <a:pt x="784225" y="127000"/>
                </a:cubicBezTo>
                <a:cubicBezTo>
                  <a:pt x="780812" y="128707"/>
                  <a:pt x="777875" y="131233"/>
                  <a:pt x="774700" y="133350"/>
                </a:cubicBezTo>
                <a:cubicBezTo>
                  <a:pt x="768662" y="132142"/>
                  <a:pt x="755809" y="130254"/>
                  <a:pt x="749300" y="127000"/>
                </a:cubicBezTo>
                <a:cubicBezTo>
                  <a:pt x="745887" y="125293"/>
                  <a:pt x="743262" y="122200"/>
                  <a:pt x="739775" y="120650"/>
                </a:cubicBezTo>
                <a:cubicBezTo>
                  <a:pt x="733658" y="117932"/>
                  <a:pt x="720725" y="114300"/>
                  <a:pt x="720725" y="114300"/>
                </a:cubicBezTo>
                <a:lnTo>
                  <a:pt x="701675" y="117475"/>
                </a:lnTo>
                <a:cubicBezTo>
                  <a:pt x="696366" y="118440"/>
                  <a:pt x="691159" y="120019"/>
                  <a:pt x="685800" y="120650"/>
                </a:cubicBezTo>
                <a:cubicBezTo>
                  <a:pt x="673143" y="122139"/>
                  <a:pt x="660400" y="122767"/>
                  <a:pt x="647700" y="123825"/>
                </a:cubicBezTo>
                <a:cubicBezTo>
                  <a:pt x="619681" y="122491"/>
                  <a:pt x="589928" y="123687"/>
                  <a:pt x="561975" y="117475"/>
                </a:cubicBezTo>
                <a:cubicBezTo>
                  <a:pt x="558708" y="116749"/>
                  <a:pt x="555625" y="115358"/>
                  <a:pt x="552450" y="114300"/>
                </a:cubicBezTo>
                <a:cubicBezTo>
                  <a:pt x="548217" y="115358"/>
                  <a:pt x="543761" y="115756"/>
                  <a:pt x="539750" y="117475"/>
                </a:cubicBezTo>
                <a:cubicBezTo>
                  <a:pt x="531668" y="120939"/>
                  <a:pt x="527723" y="125653"/>
                  <a:pt x="523875" y="133350"/>
                </a:cubicBezTo>
                <a:cubicBezTo>
                  <a:pt x="520887" y="139326"/>
                  <a:pt x="520968" y="148264"/>
                  <a:pt x="514350" y="152400"/>
                </a:cubicBezTo>
                <a:cubicBezTo>
                  <a:pt x="508674" y="155948"/>
                  <a:pt x="501650" y="156633"/>
                  <a:pt x="495300" y="158750"/>
                </a:cubicBezTo>
                <a:lnTo>
                  <a:pt x="485775" y="161925"/>
                </a:lnTo>
                <a:cubicBezTo>
                  <a:pt x="473075" y="160867"/>
                  <a:pt x="460246" y="160845"/>
                  <a:pt x="447675" y="158750"/>
                </a:cubicBezTo>
                <a:cubicBezTo>
                  <a:pt x="441073" y="157650"/>
                  <a:pt x="434975" y="154517"/>
                  <a:pt x="428625" y="152400"/>
                </a:cubicBezTo>
                <a:lnTo>
                  <a:pt x="419100" y="149225"/>
                </a:lnTo>
                <a:lnTo>
                  <a:pt x="279400" y="155575"/>
                </a:lnTo>
                <a:cubicBezTo>
                  <a:pt x="260321" y="155575"/>
                  <a:pt x="241300" y="153458"/>
                  <a:pt x="222250" y="152400"/>
                </a:cubicBezTo>
                <a:cubicBezTo>
                  <a:pt x="196850" y="135467"/>
                  <a:pt x="227542" y="157692"/>
                  <a:pt x="206375" y="136525"/>
                </a:cubicBezTo>
                <a:cubicBezTo>
                  <a:pt x="203677" y="133827"/>
                  <a:pt x="200025" y="132292"/>
                  <a:pt x="196850" y="130175"/>
                </a:cubicBezTo>
                <a:cubicBezTo>
                  <a:pt x="185117" y="112576"/>
                  <a:pt x="197213" y="126496"/>
                  <a:pt x="180975" y="117475"/>
                </a:cubicBezTo>
                <a:cubicBezTo>
                  <a:pt x="174304" y="113769"/>
                  <a:pt x="168275" y="109008"/>
                  <a:pt x="161925" y="104775"/>
                </a:cubicBezTo>
                <a:cubicBezTo>
                  <a:pt x="158750" y="102658"/>
                  <a:pt x="156020" y="99632"/>
                  <a:pt x="152400" y="98425"/>
                </a:cubicBezTo>
                <a:cubicBezTo>
                  <a:pt x="149225" y="97367"/>
                  <a:pt x="145868" y="96747"/>
                  <a:pt x="142875" y="95250"/>
                </a:cubicBezTo>
                <a:cubicBezTo>
                  <a:pt x="139462" y="93543"/>
                  <a:pt x="136837" y="90450"/>
                  <a:pt x="133350" y="88900"/>
                </a:cubicBezTo>
                <a:cubicBezTo>
                  <a:pt x="127233" y="86182"/>
                  <a:pt x="114300" y="82550"/>
                  <a:pt x="114300" y="82550"/>
                </a:cubicBezTo>
                <a:cubicBezTo>
                  <a:pt x="97367" y="57150"/>
                  <a:pt x="119592" y="87842"/>
                  <a:pt x="98425" y="66675"/>
                </a:cubicBezTo>
                <a:cubicBezTo>
                  <a:pt x="95727" y="63977"/>
                  <a:pt x="95311" y="59172"/>
                  <a:pt x="92075" y="57150"/>
                </a:cubicBezTo>
                <a:cubicBezTo>
                  <a:pt x="86399" y="53602"/>
                  <a:pt x="79375" y="52917"/>
                  <a:pt x="73025" y="50800"/>
                </a:cubicBezTo>
                <a:cubicBezTo>
                  <a:pt x="69850" y="49742"/>
                  <a:pt x="66801" y="48175"/>
                  <a:pt x="63500" y="47625"/>
                </a:cubicBezTo>
                <a:cubicBezTo>
                  <a:pt x="41149" y="43900"/>
                  <a:pt x="50557" y="46486"/>
                  <a:pt x="34925" y="41275"/>
                </a:cubicBezTo>
                <a:cubicBezTo>
                  <a:pt x="32808" y="34925"/>
                  <a:pt x="34144" y="25938"/>
                  <a:pt x="28575" y="22225"/>
                </a:cubicBezTo>
                <a:cubicBezTo>
                  <a:pt x="22225" y="17992"/>
                  <a:pt x="16765" y="11938"/>
                  <a:pt x="9525" y="9525"/>
                </a:cubicBezTo>
                <a:lnTo>
                  <a:pt x="0" y="6350"/>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FD1C519-B824-5049-9B8B-44570A85AA06}"/>
              </a:ext>
            </a:extLst>
          </p:cNvPr>
          <p:cNvSpPr txBox="1"/>
          <p:nvPr/>
        </p:nvSpPr>
        <p:spPr>
          <a:xfrm>
            <a:off x="7102955" y="3546635"/>
            <a:ext cx="1371601" cy="461665"/>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Brahmaputra River</a:t>
            </a:r>
          </a:p>
        </p:txBody>
      </p:sp>
      <p:cxnSp>
        <p:nvCxnSpPr>
          <p:cNvPr id="20" name="Straight Arrow Connector 19">
            <a:extLst>
              <a:ext uri="{FF2B5EF4-FFF2-40B4-BE49-F238E27FC236}">
                <a16:creationId xmlns:a16="http://schemas.microsoft.com/office/drawing/2014/main" id="{DAC33027-89D8-E44E-A14F-0AF30378DBB9}"/>
              </a:ext>
            </a:extLst>
          </p:cNvPr>
          <p:cNvCxnSpPr>
            <a:cxnSpLocks/>
          </p:cNvCxnSpPr>
          <p:nvPr/>
        </p:nvCxnSpPr>
        <p:spPr>
          <a:xfrm>
            <a:off x="6610233" y="3706812"/>
            <a:ext cx="7086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1" name="Picture 20">
            <a:extLst>
              <a:ext uri="{FF2B5EF4-FFF2-40B4-BE49-F238E27FC236}">
                <a16:creationId xmlns:a16="http://schemas.microsoft.com/office/drawing/2014/main" id="{F9907B6D-5FE7-A84B-AF84-99431EA7C83B}"/>
              </a:ext>
            </a:extLst>
          </p:cNvPr>
          <p:cNvPicPr>
            <a:picLocks noChangeAspect="1"/>
          </p:cNvPicPr>
          <p:nvPr/>
        </p:nvPicPr>
        <p:blipFill>
          <a:blip r:embed="rId3"/>
          <a:stretch>
            <a:fillRect/>
          </a:stretch>
        </p:blipFill>
        <p:spPr>
          <a:xfrm rot="5400000">
            <a:off x="2712819" y="158518"/>
            <a:ext cx="1886131" cy="509260"/>
          </a:xfrm>
          <a:prstGeom prst="rect">
            <a:avLst/>
          </a:prstGeom>
        </p:spPr>
      </p:pic>
      <p:sp>
        <p:nvSpPr>
          <p:cNvPr id="22" name="TextBox 21">
            <a:extLst>
              <a:ext uri="{FF2B5EF4-FFF2-40B4-BE49-F238E27FC236}">
                <a16:creationId xmlns:a16="http://schemas.microsoft.com/office/drawing/2014/main" id="{8ED50F34-917F-6044-B3C1-481D80D81BA0}"/>
              </a:ext>
            </a:extLst>
          </p:cNvPr>
          <p:cNvSpPr txBox="1"/>
          <p:nvPr/>
        </p:nvSpPr>
        <p:spPr>
          <a:xfrm rot="5400000">
            <a:off x="2030651" y="598463"/>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Ural Mts.</a:t>
            </a:r>
          </a:p>
        </p:txBody>
      </p:sp>
      <p:pic>
        <p:nvPicPr>
          <p:cNvPr id="23" name="Picture 22">
            <a:extLst>
              <a:ext uri="{FF2B5EF4-FFF2-40B4-BE49-F238E27FC236}">
                <a16:creationId xmlns:a16="http://schemas.microsoft.com/office/drawing/2014/main" id="{0AF3322A-C459-C94B-AF62-8FE6F3CFD5AD}"/>
              </a:ext>
            </a:extLst>
          </p:cNvPr>
          <p:cNvPicPr>
            <a:picLocks noChangeAspect="1"/>
          </p:cNvPicPr>
          <p:nvPr/>
        </p:nvPicPr>
        <p:blipFill>
          <a:blip r:embed="rId3"/>
          <a:stretch>
            <a:fillRect/>
          </a:stretch>
        </p:blipFill>
        <p:spPr>
          <a:xfrm rot="21261954">
            <a:off x="4355874" y="2383208"/>
            <a:ext cx="958776" cy="302310"/>
          </a:xfrm>
          <a:prstGeom prst="rect">
            <a:avLst/>
          </a:prstGeom>
        </p:spPr>
      </p:pic>
      <p:sp>
        <p:nvSpPr>
          <p:cNvPr id="24" name="TextBox 23">
            <a:extLst>
              <a:ext uri="{FF2B5EF4-FFF2-40B4-BE49-F238E27FC236}">
                <a16:creationId xmlns:a16="http://schemas.microsoft.com/office/drawing/2014/main" id="{D1390A0C-4131-ED4D-A43D-983106CED051}"/>
              </a:ext>
            </a:extLst>
          </p:cNvPr>
          <p:cNvSpPr txBox="1"/>
          <p:nvPr/>
        </p:nvSpPr>
        <p:spPr>
          <a:xfrm rot="20419089">
            <a:off x="3377355" y="2162231"/>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Hindu Kush</a:t>
            </a:r>
          </a:p>
        </p:txBody>
      </p:sp>
      <p:pic>
        <p:nvPicPr>
          <p:cNvPr id="25" name="Picture 24">
            <a:extLst>
              <a:ext uri="{FF2B5EF4-FFF2-40B4-BE49-F238E27FC236}">
                <a16:creationId xmlns:a16="http://schemas.microsoft.com/office/drawing/2014/main" id="{2BCBC173-137E-B949-B250-D7665C2BE703}"/>
              </a:ext>
            </a:extLst>
          </p:cNvPr>
          <p:cNvPicPr>
            <a:picLocks noChangeAspect="1"/>
          </p:cNvPicPr>
          <p:nvPr/>
        </p:nvPicPr>
        <p:blipFill>
          <a:blip r:embed="rId3"/>
          <a:stretch>
            <a:fillRect/>
          </a:stretch>
        </p:blipFill>
        <p:spPr>
          <a:xfrm rot="2155047">
            <a:off x="4539493" y="3220992"/>
            <a:ext cx="1886131" cy="388910"/>
          </a:xfrm>
          <a:prstGeom prst="rect">
            <a:avLst/>
          </a:prstGeom>
        </p:spPr>
      </p:pic>
      <p:sp>
        <p:nvSpPr>
          <p:cNvPr id="26" name="TextBox 25">
            <a:extLst>
              <a:ext uri="{FF2B5EF4-FFF2-40B4-BE49-F238E27FC236}">
                <a16:creationId xmlns:a16="http://schemas.microsoft.com/office/drawing/2014/main" id="{F1D26134-5C10-D54E-8EC1-7A31E378D99F}"/>
              </a:ext>
            </a:extLst>
          </p:cNvPr>
          <p:cNvSpPr txBox="1"/>
          <p:nvPr/>
        </p:nvSpPr>
        <p:spPr>
          <a:xfrm rot="2160620">
            <a:off x="4355040" y="3122712"/>
            <a:ext cx="2791665" cy="307777"/>
          </a:xfrm>
          <a:prstGeom prst="rect">
            <a:avLst/>
          </a:prstGeom>
          <a:noFill/>
        </p:spPr>
        <p:txBody>
          <a:bodyPr wrap="square" rtlCol="0">
            <a:spAutoFit/>
          </a:bodyPr>
          <a:lstStyle/>
          <a:p>
            <a:pPr algn="ctr"/>
            <a:r>
              <a:rPr lang="en-US" sz="1400" b="1" dirty="0">
                <a:solidFill>
                  <a:srgbClr val="72330A"/>
                </a:solidFill>
                <a:latin typeface="Century Gothic" panose="020B0502020202020204" pitchFamily="34" charset="0"/>
              </a:rPr>
              <a:t>Himalayan Mts.</a:t>
            </a:r>
          </a:p>
        </p:txBody>
      </p:sp>
    </p:spTree>
    <p:extLst>
      <p:ext uri="{BB962C8B-B14F-4D97-AF65-F5344CB8AC3E}">
        <p14:creationId xmlns:p14="http://schemas.microsoft.com/office/powerpoint/2010/main" val="3869813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a:extLst>
              <a:ext uri="{FF2B5EF4-FFF2-40B4-BE49-F238E27FC236}">
                <a16:creationId xmlns:a16="http://schemas.microsoft.com/office/drawing/2014/main" id="{2FA744F7-57E5-9249-9248-A100368A30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176"/>
          <a:stretch/>
        </p:blipFill>
        <p:spPr bwMode="auto">
          <a:xfrm>
            <a:off x="-1" y="0"/>
            <a:ext cx="9998075"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134389"/>
            <a:ext cx="9998074" cy="1097280"/>
          </a:xfrm>
          <a:prstGeom prst="rect">
            <a:avLst/>
          </a:prstGeom>
          <a:solidFill>
            <a:srgbClr val="F53162">
              <a:alpha val="64314"/>
            </a:srgbClr>
          </a:solidFill>
        </p:spPr>
        <p:txBody>
          <a:bodyPr wrap="square" rtlCol="0" anchor="ctr">
            <a:spAutoFit/>
          </a:bodyPr>
          <a:lstStyle/>
          <a:p>
            <a:r>
              <a:rPr lang="en-US" sz="4800" dirty="0">
                <a:solidFill>
                  <a:schemeClr val="bg1"/>
                </a:solidFill>
                <a:latin typeface="Gill Sans Ultra Bold" panose="020B0A02020104020203" pitchFamily="34" charset="77"/>
                <a:cs typeface="Aharoni" panose="02010803020104030203" pitchFamily="2" charset="-79"/>
              </a:rPr>
              <a:t>HIMALAYAN MOUNTAINS:</a:t>
            </a: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336786"/>
            <a:ext cx="9816292" cy="3101234"/>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Himalayas, meaning “snow abode” in Sanskrit, are one of the youngest mountain ranges on Earth</a:t>
            </a:r>
            <a:r>
              <a:rPr lang="en-US" sz="800" dirty="0">
                <a:latin typeface="Century Gothic" panose="020B0502020202020204" pitchFamily="34" charset="0"/>
                <a:ea typeface="PondKinder" panose="02000603000000000000" pitchFamily="2" charset="0"/>
              </a:rPr>
              <a:t/>
            </a:r>
            <a:br>
              <a:rPr lang="en-US" sz="800" dirty="0">
                <a:latin typeface="Century Gothic" panose="020B0502020202020204" pitchFamily="34" charset="0"/>
                <a:ea typeface="PondKinder" panose="02000603000000000000" pitchFamily="2" charset="0"/>
              </a:rPr>
            </a:br>
            <a:r>
              <a:rPr lang="en-US" sz="800" dirty="0">
                <a:latin typeface="Century Gothic" panose="020B0502020202020204" pitchFamily="34" charset="0"/>
                <a:ea typeface="PondKinder" panose="02000603000000000000" pitchFamily="2" charset="0"/>
              </a:rPr>
              <a:t> </a:t>
            </a:r>
            <a:endParaRPr lang="en-US" sz="2800" dirty="0">
              <a:latin typeface="Century Gothic" panose="020B0502020202020204" pitchFamily="34" charset="0"/>
              <a:ea typeface="PondKinder" panose="02000603000000000000" pitchFamily="2" charset="0"/>
            </a:endParaRP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This mountain range contains some of the tallest mountain peaks in the world, including Mt. Everest at over 29,000 feet tall. </a:t>
            </a:r>
          </a:p>
        </p:txBody>
      </p:sp>
      <p:sp>
        <p:nvSpPr>
          <p:cNvPr id="2" name="AutoShape 2">
            <a:extLst>
              <a:ext uri="{FF2B5EF4-FFF2-40B4-BE49-F238E27FC236}">
                <a16:creationId xmlns:a16="http://schemas.microsoft.com/office/drawing/2014/main" id="{168BFDCA-0931-004B-8B41-4BE9A308B9E9}"/>
              </a:ext>
            </a:extLst>
          </p:cNvPr>
          <p:cNvSpPr>
            <a:spLocks noChangeAspect="1" noChangeArrowheads="1"/>
          </p:cNvSpPr>
          <p:nvPr/>
        </p:nvSpPr>
        <p:spPr bwMode="auto">
          <a:xfrm>
            <a:off x="4846638"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25993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50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916410"/>
            <a:ext cx="6848476" cy="1015663"/>
          </a:xfrm>
          <a:prstGeom prst="rect">
            <a:avLst/>
          </a:prstGeom>
          <a:noFill/>
        </p:spPr>
        <p:txBody>
          <a:bodyPr vert="horz" wrap="square" rtlCol="0">
            <a:spAutoFit/>
          </a:bodyPr>
          <a:lstStyle/>
          <a:p>
            <a:pPr algn="ctr"/>
            <a:r>
              <a:rPr lang="en-US" sz="6000" b="1" dirty="0">
                <a:latin typeface="Century Gothic" panose="020B0502020202020204" pitchFamily="34" charset="0"/>
              </a:rPr>
              <a:t>PLATEAU OF TIBET</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cxnSp>
        <p:nvCxnSpPr>
          <p:cNvPr id="13" name="Straight Arrow Connector 12">
            <a:extLst>
              <a:ext uri="{FF2B5EF4-FFF2-40B4-BE49-F238E27FC236}">
                <a16:creationId xmlns:a16="http://schemas.microsoft.com/office/drawing/2014/main" id="{A5A3E263-E679-4E49-815F-EE77E2125539}"/>
              </a:ext>
            </a:extLst>
          </p:cNvPr>
          <p:cNvCxnSpPr>
            <a:cxnSpLocks/>
          </p:cNvCxnSpPr>
          <p:nvPr/>
        </p:nvCxnSpPr>
        <p:spPr>
          <a:xfrm flipH="1">
            <a:off x="3538330" y="1560909"/>
            <a:ext cx="171541" cy="728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6B1F29C-7CA6-B849-AD4B-30A8FD8F6555}"/>
              </a:ext>
            </a:extLst>
          </p:cNvPr>
          <p:cNvSpPr txBox="1"/>
          <p:nvPr/>
        </p:nvSpPr>
        <p:spPr>
          <a:xfrm>
            <a:off x="2108812" y="2289855"/>
            <a:ext cx="2791665" cy="338554"/>
          </a:xfrm>
          <a:prstGeom prst="rect">
            <a:avLst/>
          </a:prstGeom>
          <a:noFill/>
        </p:spPr>
        <p:txBody>
          <a:bodyPr wrap="square" rtlCol="0">
            <a:spAutoFit/>
          </a:bodyPr>
          <a:lstStyle/>
          <a:p>
            <a:pPr algn="ctr"/>
            <a:r>
              <a:rPr lang="en-US" sz="1600" b="1" dirty="0">
                <a:solidFill>
                  <a:srgbClr val="0304B4"/>
                </a:solidFill>
                <a:latin typeface="Century Gothic" panose="020B0502020202020204" pitchFamily="34" charset="0"/>
              </a:rPr>
              <a:t>Aral Sea</a:t>
            </a:r>
          </a:p>
        </p:txBody>
      </p:sp>
      <p:sp>
        <p:nvSpPr>
          <p:cNvPr id="2" name="Freeform 1">
            <a:extLst>
              <a:ext uri="{FF2B5EF4-FFF2-40B4-BE49-F238E27FC236}">
                <a16:creationId xmlns:a16="http://schemas.microsoft.com/office/drawing/2014/main" id="{E1A40968-4AEA-0243-A2FB-30B9AEFE61F5}"/>
              </a:ext>
            </a:extLst>
          </p:cNvPr>
          <p:cNvSpPr/>
          <p:nvPr/>
        </p:nvSpPr>
        <p:spPr>
          <a:xfrm>
            <a:off x="4064000" y="2736850"/>
            <a:ext cx="1371600" cy="1273175"/>
          </a:xfrm>
          <a:custGeom>
            <a:avLst/>
            <a:gdLst>
              <a:gd name="connsiteX0" fmla="*/ 0 w 1371600"/>
              <a:gd name="connsiteY0" fmla="*/ 1273175 h 1273175"/>
              <a:gd name="connsiteX1" fmla="*/ 3175 w 1371600"/>
              <a:gd name="connsiteY1" fmla="*/ 1257300 h 1273175"/>
              <a:gd name="connsiteX2" fmla="*/ 12700 w 1371600"/>
              <a:gd name="connsiteY2" fmla="*/ 1250950 h 1273175"/>
              <a:gd name="connsiteX3" fmla="*/ 25400 w 1371600"/>
              <a:gd name="connsiteY3" fmla="*/ 1231900 h 1273175"/>
              <a:gd name="connsiteX4" fmla="*/ 34925 w 1371600"/>
              <a:gd name="connsiteY4" fmla="*/ 1200150 h 1273175"/>
              <a:gd name="connsiteX5" fmla="*/ 38100 w 1371600"/>
              <a:gd name="connsiteY5" fmla="*/ 1190625 h 1273175"/>
              <a:gd name="connsiteX6" fmla="*/ 60325 w 1371600"/>
              <a:gd name="connsiteY6" fmla="*/ 1181100 h 1273175"/>
              <a:gd name="connsiteX7" fmla="*/ 79375 w 1371600"/>
              <a:gd name="connsiteY7" fmla="*/ 1171575 h 1273175"/>
              <a:gd name="connsiteX8" fmla="*/ 79375 w 1371600"/>
              <a:gd name="connsiteY8" fmla="*/ 1130300 h 1273175"/>
              <a:gd name="connsiteX9" fmla="*/ 76200 w 1371600"/>
              <a:gd name="connsiteY9" fmla="*/ 1111250 h 1273175"/>
              <a:gd name="connsiteX10" fmla="*/ 69850 w 1371600"/>
              <a:gd name="connsiteY10" fmla="*/ 1079500 h 1273175"/>
              <a:gd name="connsiteX11" fmla="*/ 66675 w 1371600"/>
              <a:gd name="connsiteY11" fmla="*/ 1041400 h 1273175"/>
              <a:gd name="connsiteX12" fmla="*/ 57150 w 1371600"/>
              <a:gd name="connsiteY12" fmla="*/ 1022350 h 1273175"/>
              <a:gd name="connsiteX13" fmla="*/ 47625 w 1371600"/>
              <a:gd name="connsiteY13" fmla="*/ 990600 h 1273175"/>
              <a:gd name="connsiteX14" fmla="*/ 44450 w 1371600"/>
              <a:gd name="connsiteY14" fmla="*/ 981075 h 1273175"/>
              <a:gd name="connsiteX15" fmla="*/ 47625 w 1371600"/>
              <a:gd name="connsiteY15" fmla="*/ 958850 h 1273175"/>
              <a:gd name="connsiteX16" fmla="*/ 66675 w 1371600"/>
              <a:gd name="connsiteY16" fmla="*/ 946150 h 1273175"/>
              <a:gd name="connsiteX17" fmla="*/ 69850 w 1371600"/>
              <a:gd name="connsiteY17" fmla="*/ 936625 h 1273175"/>
              <a:gd name="connsiteX18" fmla="*/ 82550 w 1371600"/>
              <a:gd name="connsiteY18" fmla="*/ 933450 h 1273175"/>
              <a:gd name="connsiteX19" fmla="*/ 92075 w 1371600"/>
              <a:gd name="connsiteY19" fmla="*/ 927100 h 1273175"/>
              <a:gd name="connsiteX20" fmla="*/ 98425 w 1371600"/>
              <a:gd name="connsiteY20" fmla="*/ 908050 h 1273175"/>
              <a:gd name="connsiteX21" fmla="*/ 101600 w 1371600"/>
              <a:gd name="connsiteY21" fmla="*/ 879475 h 1273175"/>
              <a:gd name="connsiteX22" fmla="*/ 111125 w 1371600"/>
              <a:gd name="connsiteY22" fmla="*/ 869950 h 1273175"/>
              <a:gd name="connsiteX23" fmla="*/ 130175 w 1371600"/>
              <a:gd name="connsiteY23" fmla="*/ 863600 h 1273175"/>
              <a:gd name="connsiteX24" fmla="*/ 165100 w 1371600"/>
              <a:gd name="connsiteY24" fmla="*/ 857250 h 1273175"/>
              <a:gd name="connsiteX25" fmla="*/ 174625 w 1371600"/>
              <a:gd name="connsiteY25" fmla="*/ 850900 h 1273175"/>
              <a:gd name="connsiteX26" fmla="*/ 180975 w 1371600"/>
              <a:gd name="connsiteY26" fmla="*/ 841375 h 1273175"/>
              <a:gd name="connsiteX27" fmla="*/ 200025 w 1371600"/>
              <a:gd name="connsiteY27" fmla="*/ 828675 h 1273175"/>
              <a:gd name="connsiteX28" fmla="*/ 209550 w 1371600"/>
              <a:gd name="connsiteY28" fmla="*/ 822325 h 1273175"/>
              <a:gd name="connsiteX29" fmla="*/ 228600 w 1371600"/>
              <a:gd name="connsiteY29" fmla="*/ 793750 h 1273175"/>
              <a:gd name="connsiteX30" fmla="*/ 234950 w 1371600"/>
              <a:gd name="connsiteY30" fmla="*/ 784225 h 1273175"/>
              <a:gd name="connsiteX31" fmla="*/ 254000 w 1371600"/>
              <a:gd name="connsiteY31" fmla="*/ 777875 h 1273175"/>
              <a:gd name="connsiteX32" fmla="*/ 263525 w 1371600"/>
              <a:gd name="connsiteY32" fmla="*/ 771525 h 1273175"/>
              <a:gd name="connsiteX33" fmla="*/ 273050 w 1371600"/>
              <a:gd name="connsiteY33" fmla="*/ 768350 h 1273175"/>
              <a:gd name="connsiteX34" fmla="*/ 282575 w 1371600"/>
              <a:gd name="connsiteY34" fmla="*/ 762000 h 1273175"/>
              <a:gd name="connsiteX35" fmla="*/ 301625 w 1371600"/>
              <a:gd name="connsiteY35" fmla="*/ 752475 h 1273175"/>
              <a:gd name="connsiteX36" fmla="*/ 314325 w 1371600"/>
              <a:gd name="connsiteY36" fmla="*/ 733425 h 1273175"/>
              <a:gd name="connsiteX37" fmla="*/ 317500 w 1371600"/>
              <a:gd name="connsiteY37" fmla="*/ 720725 h 1273175"/>
              <a:gd name="connsiteX38" fmla="*/ 336550 w 1371600"/>
              <a:gd name="connsiteY38" fmla="*/ 711200 h 1273175"/>
              <a:gd name="connsiteX39" fmla="*/ 349250 w 1371600"/>
              <a:gd name="connsiteY39" fmla="*/ 727075 h 1273175"/>
              <a:gd name="connsiteX40" fmla="*/ 352425 w 1371600"/>
              <a:gd name="connsiteY40" fmla="*/ 717550 h 1273175"/>
              <a:gd name="connsiteX41" fmla="*/ 346075 w 1371600"/>
              <a:gd name="connsiteY41" fmla="*/ 698500 h 1273175"/>
              <a:gd name="connsiteX42" fmla="*/ 349250 w 1371600"/>
              <a:gd name="connsiteY42" fmla="*/ 663575 h 1273175"/>
              <a:gd name="connsiteX43" fmla="*/ 361950 w 1371600"/>
              <a:gd name="connsiteY43" fmla="*/ 635000 h 1273175"/>
              <a:gd name="connsiteX44" fmla="*/ 368300 w 1371600"/>
              <a:gd name="connsiteY44" fmla="*/ 615950 h 1273175"/>
              <a:gd name="connsiteX45" fmla="*/ 371475 w 1371600"/>
              <a:gd name="connsiteY45" fmla="*/ 606425 h 1273175"/>
              <a:gd name="connsiteX46" fmla="*/ 374650 w 1371600"/>
              <a:gd name="connsiteY46" fmla="*/ 596900 h 1273175"/>
              <a:gd name="connsiteX47" fmla="*/ 377825 w 1371600"/>
              <a:gd name="connsiteY47" fmla="*/ 457200 h 1273175"/>
              <a:gd name="connsiteX48" fmla="*/ 381000 w 1371600"/>
              <a:gd name="connsiteY48" fmla="*/ 447675 h 1273175"/>
              <a:gd name="connsiteX49" fmla="*/ 393700 w 1371600"/>
              <a:gd name="connsiteY49" fmla="*/ 428625 h 1273175"/>
              <a:gd name="connsiteX50" fmla="*/ 409575 w 1371600"/>
              <a:gd name="connsiteY50" fmla="*/ 400050 h 1273175"/>
              <a:gd name="connsiteX51" fmla="*/ 419100 w 1371600"/>
              <a:gd name="connsiteY51" fmla="*/ 393700 h 1273175"/>
              <a:gd name="connsiteX52" fmla="*/ 425450 w 1371600"/>
              <a:gd name="connsiteY52" fmla="*/ 374650 h 1273175"/>
              <a:gd name="connsiteX53" fmla="*/ 428625 w 1371600"/>
              <a:gd name="connsiteY53" fmla="*/ 365125 h 1273175"/>
              <a:gd name="connsiteX54" fmla="*/ 431800 w 1371600"/>
              <a:gd name="connsiteY54" fmla="*/ 349250 h 1273175"/>
              <a:gd name="connsiteX55" fmla="*/ 438150 w 1371600"/>
              <a:gd name="connsiteY55" fmla="*/ 311150 h 1273175"/>
              <a:gd name="connsiteX56" fmla="*/ 441325 w 1371600"/>
              <a:gd name="connsiteY56" fmla="*/ 301625 h 1273175"/>
              <a:gd name="connsiteX57" fmla="*/ 450850 w 1371600"/>
              <a:gd name="connsiteY57" fmla="*/ 295275 h 1273175"/>
              <a:gd name="connsiteX58" fmla="*/ 469900 w 1371600"/>
              <a:gd name="connsiteY58" fmla="*/ 279400 h 1273175"/>
              <a:gd name="connsiteX59" fmla="*/ 476250 w 1371600"/>
              <a:gd name="connsiteY59" fmla="*/ 269875 h 1273175"/>
              <a:gd name="connsiteX60" fmla="*/ 485775 w 1371600"/>
              <a:gd name="connsiteY60" fmla="*/ 250825 h 1273175"/>
              <a:gd name="connsiteX61" fmla="*/ 504825 w 1371600"/>
              <a:gd name="connsiteY61" fmla="*/ 238125 h 1273175"/>
              <a:gd name="connsiteX62" fmla="*/ 530225 w 1371600"/>
              <a:gd name="connsiteY62" fmla="*/ 200025 h 1273175"/>
              <a:gd name="connsiteX63" fmla="*/ 536575 w 1371600"/>
              <a:gd name="connsiteY63" fmla="*/ 190500 h 1273175"/>
              <a:gd name="connsiteX64" fmla="*/ 542925 w 1371600"/>
              <a:gd name="connsiteY64" fmla="*/ 180975 h 1273175"/>
              <a:gd name="connsiteX65" fmla="*/ 561975 w 1371600"/>
              <a:gd name="connsiteY65" fmla="*/ 168275 h 1273175"/>
              <a:gd name="connsiteX66" fmla="*/ 574675 w 1371600"/>
              <a:gd name="connsiteY66" fmla="*/ 149225 h 1273175"/>
              <a:gd name="connsiteX67" fmla="*/ 581025 w 1371600"/>
              <a:gd name="connsiteY67" fmla="*/ 82550 h 1273175"/>
              <a:gd name="connsiteX68" fmla="*/ 584200 w 1371600"/>
              <a:gd name="connsiteY68" fmla="*/ 73025 h 1273175"/>
              <a:gd name="connsiteX69" fmla="*/ 612775 w 1371600"/>
              <a:gd name="connsiteY69" fmla="*/ 63500 h 1273175"/>
              <a:gd name="connsiteX70" fmla="*/ 622300 w 1371600"/>
              <a:gd name="connsiteY70" fmla="*/ 60325 h 1273175"/>
              <a:gd name="connsiteX71" fmla="*/ 625475 w 1371600"/>
              <a:gd name="connsiteY71" fmla="*/ 50800 h 1273175"/>
              <a:gd name="connsiteX72" fmla="*/ 657225 w 1371600"/>
              <a:gd name="connsiteY72" fmla="*/ 19050 h 1273175"/>
              <a:gd name="connsiteX73" fmla="*/ 676275 w 1371600"/>
              <a:gd name="connsiteY73" fmla="*/ 12700 h 1273175"/>
              <a:gd name="connsiteX74" fmla="*/ 685800 w 1371600"/>
              <a:gd name="connsiteY74" fmla="*/ 15875 h 1273175"/>
              <a:gd name="connsiteX75" fmla="*/ 701675 w 1371600"/>
              <a:gd name="connsiteY75" fmla="*/ 28575 h 1273175"/>
              <a:gd name="connsiteX76" fmla="*/ 708025 w 1371600"/>
              <a:gd name="connsiteY76" fmla="*/ 38100 h 1273175"/>
              <a:gd name="connsiteX77" fmla="*/ 730250 w 1371600"/>
              <a:gd name="connsiteY77" fmla="*/ 38100 h 1273175"/>
              <a:gd name="connsiteX78" fmla="*/ 736600 w 1371600"/>
              <a:gd name="connsiteY78" fmla="*/ 28575 h 1273175"/>
              <a:gd name="connsiteX79" fmla="*/ 742950 w 1371600"/>
              <a:gd name="connsiteY79" fmla="*/ 9525 h 1273175"/>
              <a:gd name="connsiteX80" fmla="*/ 749300 w 1371600"/>
              <a:gd name="connsiteY80" fmla="*/ 0 h 1273175"/>
              <a:gd name="connsiteX81" fmla="*/ 762000 w 1371600"/>
              <a:gd name="connsiteY81" fmla="*/ 3175 h 1273175"/>
              <a:gd name="connsiteX82" fmla="*/ 781050 w 1371600"/>
              <a:gd name="connsiteY82" fmla="*/ 15875 h 1273175"/>
              <a:gd name="connsiteX83" fmla="*/ 800100 w 1371600"/>
              <a:gd name="connsiteY83" fmla="*/ 22225 h 1273175"/>
              <a:gd name="connsiteX84" fmla="*/ 809625 w 1371600"/>
              <a:gd name="connsiteY84" fmla="*/ 28575 h 1273175"/>
              <a:gd name="connsiteX85" fmla="*/ 825500 w 1371600"/>
              <a:gd name="connsiteY85" fmla="*/ 31750 h 1273175"/>
              <a:gd name="connsiteX86" fmla="*/ 838200 w 1371600"/>
              <a:gd name="connsiteY86" fmla="*/ 34925 h 1273175"/>
              <a:gd name="connsiteX87" fmla="*/ 866775 w 1371600"/>
              <a:gd name="connsiteY87" fmla="*/ 41275 h 1273175"/>
              <a:gd name="connsiteX88" fmla="*/ 873125 w 1371600"/>
              <a:gd name="connsiteY88" fmla="*/ 60325 h 1273175"/>
              <a:gd name="connsiteX89" fmla="*/ 876300 w 1371600"/>
              <a:gd name="connsiteY89" fmla="*/ 69850 h 1273175"/>
              <a:gd name="connsiteX90" fmla="*/ 889000 w 1371600"/>
              <a:gd name="connsiteY90" fmla="*/ 88900 h 1273175"/>
              <a:gd name="connsiteX91" fmla="*/ 895350 w 1371600"/>
              <a:gd name="connsiteY91" fmla="*/ 98425 h 1273175"/>
              <a:gd name="connsiteX92" fmla="*/ 901700 w 1371600"/>
              <a:gd name="connsiteY92" fmla="*/ 117475 h 1273175"/>
              <a:gd name="connsiteX93" fmla="*/ 911225 w 1371600"/>
              <a:gd name="connsiteY93" fmla="*/ 136525 h 1273175"/>
              <a:gd name="connsiteX94" fmla="*/ 920750 w 1371600"/>
              <a:gd name="connsiteY94" fmla="*/ 142875 h 1273175"/>
              <a:gd name="connsiteX95" fmla="*/ 946150 w 1371600"/>
              <a:gd name="connsiteY95" fmla="*/ 165100 h 1273175"/>
              <a:gd name="connsiteX96" fmla="*/ 955675 w 1371600"/>
              <a:gd name="connsiteY96" fmla="*/ 168275 h 1273175"/>
              <a:gd name="connsiteX97" fmla="*/ 974725 w 1371600"/>
              <a:gd name="connsiteY97" fmla="*/ 180975 h 1273175"/>
              <a:gd name="connsiteX98" fmla="*/ 981075 w 1371600"/>
              <a:gd name="connsiteY98" fmla="*/ 190500 h 1273175"/>
              <a:gd name="connsiteX99" fmla="*/ 1000125 w 1371600"/>
              <a:gd name="connsiteY99" fmla="*/ 203200 h 1273175"/>
              <a:gd name="connsiteX100" fmla="*/ 1012825 w 1371600"/>
              <a:gd name="connsiteY100" fmla="*/ 215900 h 1273175"/>
              <a:gd name="connsiteX101" fmla="*/ 1031875 w 1371600"/>
              <a:gd name="connsiteY101" fmla="*/ 228600 h 1273175"/>
              <a:gd name="connsiteX102" fmla="*/ 1050925 w 1371600"/>
              <a:gd name="connsiteY102" fmla="*/ 257175 h 1273175"/>
              <a:gd name="connsiteX103" fmla="*/ 1057275 w 1371600"/>
              <a:gd name="connsiteY103" fmla="*/ 266700 h 1273175"/>
              <a:gd name="connsiteX104" fmla="*/ 1082675 w 1371600"/>
              <a:gd name="connsiteY104" fmla="*/ 288925 h 1273175"/>
              <a:gd name="connsiteX105" fmla="*/ 1120775 w 1371600"/>
              <a:gd name="connsiteY105" fmla="*/ 307975 h 1273175"/>
              <a:gd name="connsiteX106" fmla="*/ 1130300 w 1371600"/>
              <a:gd name="connsiteY106" fmla="*/ 314325 h 1273175"/>
              <a:gd name="connsiteX107" fmla="*/ 1136650 w 1371600"/>
              <a:gd name="connsiteY107" fmla="*/ 323850 h 1273175"/>
              <a:gd name="connsiteX108" fmla="*/ 1146175 w 1371600"/>
              <a:gd name="connsiteY108" fmla="*/ 327025 h 1273175"/>
              <a:gd name="connsiteX109" fmla="*/ 1155700 w 1371600"/>
              <a:gd name="connsiteY109" fmla="*/ 333375 h 1273175"/>
              <a:gd name="connsiteX110" fmla="*/ 1165225 w 1371600"/>
              <a:gd name="connsiteY110" fmla="*/ 336550 h 1273175"/>
              <a:gd name="connsiteX111" fmla="*/ 1193800 w 1371600"/>
              <a:gd name="connsiteY111" fmla="*/ 349250 h 1273175"/>
              <a:gd name="connsiteX112" fmla="*/ 1203325 w 1371600"/>
              <a:gd name="connsiteY112" fmla="*/ 352425 h 1273175"/>
              <a:gd name="connsiteX113" fmla="*/ 1212850 w 1371600"/>
              <a:gd name="connsiteY113" fmla="*/ 355600 h 1273175"/>
              <a:gd name="connsiteX114" fmla="*/ 1231900 w 1371600"/>
              <a:gd name="connsiteY114" fmla="*/ 365125 h 1273175"/>
              <a:gd name="connsiteX115" fmla="*/ 1250950 w 1371600"/>
              <a:gd name="connsiteY115" fmla="*/ 368300 h 1273175"/>
              <a:gd name="connsiteX116" fmla="*/ 1260475 w 1371600"/>
              <a:gd name="connsiteY116" fmla="*/ 371475 h 1273175"/>
              <a:gd name="connsiteX117" fmla="*/ 1279525 w 1371600"/>
              <a:gd name="connsiteY117" fmla="*/ 374650 h 1273175"/>
              <a:gd name="connsiteX118" fmla="*/ 1292225 w 1371600"/>
              <a:gd name="connsiteY118" fmla="*/ 377825 h 1273175"/>
              <a:gd name="connsiteX119" fmla="*/ 1311275 w 1371600"/>
              <a:gd name="connsiteY119" fmla="*/ 384175 h 1273175"/>
              <a:gd name="connsiteX120" fmla="*/ 1330325 w 1371600"/>
              <a:gd name="connsiteY120" fmla="*/ 387350 h 1273175"/>
              <a:gd name="connsiteX121" fmla="*/ 1349375 w 1371600"/>
              <a:gd name="connsiteY121" fmla="*/ 393700 h 1273175"/>
              <a:gd name="connsiteX122" fmla="*/ 1365250 w 1371600"/>
              <a:gd name="connsiteY122" fmla="*/ 422275 h 1273175"/>
              <a:gd name="connsiteX123" fmla="*/ 1371600 w 1371600"/>
              <a:gd name="connsiteY123" fmla="*/ 485775 h 12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371600" h="1273175">
                <a:moveTo>
                  <a:pt x="0" y="1273175"/>
                </a:moveTo>
                <a:cubicBezTo>
                  <a:pt x="1058" y="1267883"/>
                  <a:pt x="498" y="1261985"/>
                  <a:pt x="3175" y="1257300"/>
                </a:cubicBezTo>
                <a:cubicBezTo>
                  <a:pt x="5068" y="1253987"/>
                  <a:pt x="10187" y="1253822"/>
                  <a:pt x="12700" y="1250950"/>
                </a:cubicBezTo>
                <a:cubicBezTo>
                  <a:pt x="17726" y="1245207"/>
                  <a:pt x="22987" y="1239140"/>
                  <a:pt x="25400" y="1231900"/>
                </a:cubicBezTo>
                <a:cubicBezTo>
                  <a:pt x="40490" y="1186629"/>
                  <a:pt x="25328" y="1233739"/>
                  <a:pt x="34925" y="1200150"/>
                </a:cubicBezTo>
                <a:cubicBezTo>
                  <a:pt x="35844" y="1196932"/>
                  <a:pt x="36009" y="1193238"/>
                  <a:pt x="38100" y="1190625"/>
                </a:cubicBezTo>
                <a:cubicBezTo>
                  <a:pt x="43829" y="1183464"/>
                  <a:pt x="52416" y="1183360"/>
                  <a:pt x="60325" y="1181100"/>
                </a:cubicBezTo>
                <a:cubicBezTo>
                  <a:pt x="71827" y="1177814"/>
                  <a:pt x="68939" y="1178532"/>
                  <a:pt x="79375" y="1171575"/>
                </a:cubicBezTo>
                <a:cubicBezTo>
                  <a:pt x="85713" y="1152562"/>
                  <a:pt x="83521" y="1163467"/>
                  <a:pt x="79375" y="1130300"/>
                </a:cubicBezTo>
                <a:cubicBezTo>
                  <a:pt x="78577" y="1123912"/>
                  <a:pt x="77179" y="1117613"/>
                  <a:pt x="76200" y="1111250"/>
                </a:cubicBezTo>
                <a:cubicBezTo>
                  <a:pt x="72031" y="1084148"/>
                  <a:pt x="75625" y="1096824"/>
                  <a:pt x="69850" y="1079500"/>
                </a:cubicBezTo>
                <a:cubicBezTo>
                  <a:pt x="68792" y="1066800"/>
                  <a:pt x="68359" y="1054032"/>
                  <a:pt x="66675" y="1041400"/>
                </a:cubicBezTo>
                <a:cubicBezTo>
                  <a:pt x="65021" y="1028994"/>
                  <a:pt x="62247" y="1033817"/>
                  <a:pt x="57150" y="1022350"/>
                </a:cubicBezTo>
                <a:cubicBezTo>
                  <a:pt x="51114" y="1008769"/>
                  <a:pt x="51319" y="1003530"/>
                  <a:pt x="47625" y="990600"/>
                </a:cubicBezTo>
                <a:cubicBezTo>
                  <a:pt x="46706" y="987382"/>
                  <a:pt x="45508" y="984250"/>
                  <a:pt x="44450" y="981075"/>
                </a:cubicBezTo>
                <a:cubicBezTo>
                  <a:pt x="45508" y="973667"/>
                  <a:pt x="43607" y="965164"/>
                  <a:pt x="47625" y="958850"/>
                </a:cubicBezTo>
                <a:cubicBezTo>
                  <a:pt x="51722" y="952411"/>
                  <a:pt x="66675" y="946150"/>
                  <a:pt x="66675" y="946150"/>
                </a:cubicBezTo>
                <a:cubicBezTo>
                  <a:pt x="67733" y="942975"/>
                  <a:pt x="67237" y="938716"/>
                  <a:pt x="69850" y="936625"/>
                </a:cubicBezTo>
                <a:cubicBezTo>
                  <a:pt x="73257" y="933899"/>
                  <a:pt x="78539" y="935169"/>
                  <a:pt x="82550" y="933450"/>
                </a:cubicBezTo>
                <a:cubicBezTo>
                  <a:pt x="86057" y="931947"/>
                  <a:pt x="88900" y="929217"/>
                  <a:pt x="92075" y="927100"/>
                </a:cubicBezTo>
                <a:cubicBezTo>
                  <a:pt x="94192" y="920750"/>
                  <a:pt x="97686" y="914703"/>
                  <a:pt x="98425" y="908050"/>
                </a:cubicBezTo>
                <a:cubicBezTo>
                  <a:pt x="99483" y="898525"/>
                  <a:pt x="98569" y="888567"/>
                  <a:pt x="101600" y="879475"/>
                </a:cubicBezTo>
                <a:cubicBezTo>
                  <a:pt x="103020" y="875215"/>
                  <a:pt x="107200" y="872131"/>
                  <a:pt x="111125" y="869950"/>
                </a:cubicBezTo>
                <a:cubicBezTo>
                  <a:pt x="116976" y="866699"/>
                  <a:pt x="123611" y="864913"/>
                  <a:pt x="130175" y="863600"/>
                </a:cubicBezTo>
                <a:cubicBezTo>
                  <a:pt x="152363" y="859162"/>
                  <a:pt x="140727" y="861312"/>
                  <a:pt x="165100" y="857250"/>
                </a:cubicBezTo>
                <a:cubicBezTo>
                  <a:pt x="168275" y="855133"/>
                  <a:pt x="171927" y="853598"/>
                  <a:pt x="174625" y="850900"/>
                </a:cubicBezTo>
                <a:cubicBezTo>
                  <a:pt x="177323" y="848202"/>
                  <a:pt x="178103" y="843888"/>
                  <a:pt x="180975" y="841375"/>
                </a:cubicBezTo>
                <a:cubicBezTo>
                  <a:pt x="186718" y="836349"/>
                  <a:pt x="193675" y="832908"/>
                  <a:pt x="200025" y="828675"/>
                </a:cubicBezTo>
                <a:lnTo>
                  <a:pt x="209550" y="822325"/>
                </a:lnTo>
                <a:lnTo>
                  <a:pt x="228600" y="793750"/>
                </a:lnTo>
                <a:cubicBezTo>
                  <a:pt x="230717" y="790575"/>
                  <a:pt x="231330" y="785432"/>
                  <a:pt x="234950" y="784225"/>
                </a:cubicBezTo>
                <a:cubicBezTo>
                  <a:pt x="241300" y="782108"/>
                  <a:pt x="248431" y="781588"/>
                  <a:pt x="254000" y="777875"/>
                </a:cubicBezTo>
                <a:cubicBezTo>
                  <a:pt x="257175" y="775758"/>
                  <a:pt x="260112" y="773232"/>
                  <a:pt x="263525" y="771525"/>
                </a:cubicBezTo>
                <a:cubicBezTo>
                  <a:pt x="266518" y="770028"/>
                  <a:pt x="270057" y="769847"/>
                  <a:pt x="273050" y="768350"/>
                </a:cubicBezTo>
                <a:cubicBezTo>
                  <a:pt x="276463" y="766643"/>
                  <a:pt x="279162" y="763707"/>
                  <a:pt x="282575" y="762000"/>
                </a:cubicBezTo>
                <a:cubicBezTo>
                  <a:pt x="308865" y="748855"/>
                  <a:pt x="274328" y="770673"/>
                  <a:pt x="301625" y="752475"/>
                </a:cubicBezTo>
                <a:cubicBezTo>
                  <a:pt x="305858" y="746125"/>
                  <a:pt x="312474" y="740829"/>
                  <a:pt x="314325" y="733425"/>
                </a:cubicBezTo>
                <a:cubicBezTo>
                  <a:pt x="315383" y="729192"/>
                  <a:pt x="315079" y="724356"/>
                  <a:pt x="317500" y="720725"/>
                </a:cubicBezTo>
                <a:cubicBezTo>
                  <a:pt x="321017" y="715449"/>
                  <a:pt x="331117" y="713011"/>
                  <a:pt x="336550" y="711200"/>
                </a:cubicBezTo>
                <a:cubicBezTo>
                  <a:pt x="337887" y="715210"/>
                  <a:pt x="340412" y="729284"/>
                  <a:pt x="349250" y="727075"/>
                </a:cubicBezTo>
                <a:cubicBezTo>
                  <a:pt x="352497" y="726263"/>
                  <a:pt x="351367" y="720725"/>
                  <a:pt x="352425" y="717550"/>
                </a:cubicBezTo>
                <a:cubicBezTo>
                  <a:pt x="350308" y="711200"/>
                  <a:pt x="345469" y="705166"/>
                  <a:pt x="346075" y="698500"/>
                </a:cubicBezTo>
                <a:cubicBezTo>
                  <a:pt x="347133" y="686858"/>
                  <a:pt x="347219" y="675087"/>
                  <a:pt x="349250" y="663575"/>
                </a:cubicBezTo>
                <a:cubicBezTo>
                  <a:pt x="354783" y="632219"/>
                  <a:pt x="353041" y="655046"/>
                  <a:pt x="361950" y="635000"/>
                </a:cubicBezTo>
                <a:cubicBezTo>
                  <a:pt x="364668" y="628883"/>
                  <a:pt x="366183" y="622300"/>
                  <a:pt x="368300" y="615950"/>
                </a:cubicBezTo>
                <a:lnTo>
                  <a:pt x="371475" y="606425"/>
                </a:lnTo>
                <a:lnTo>
                  <a:pt x="374650" y="596900"/>
                </a:lnTo>
                <a:cubicBezTo>
                  <a:pt x="375708" y="550333"/>
                  <a:pt x="375845" y="503737"/>
                  <a:pt x="377825" y="457200"/>
                </a:cubicBezTo>
                <a:cubicBezTo>
                  <a:pt x="377967" y="453856"/>
                  <a:pt x="379375" y="450601"/>
                  <a:pt x="381000" y="447675"/>
                </a:cubicBezTo>
                <a:cubicBezTo>
                  <a:pt x="384706" y="441004"/>
                  <a:pt x="391287" y="435865"/>
                  <a:pt x="393700" y="428625"/>
                </a:cubicBezTo>
                <a:cubicBezTo>
                  <a:pt x="397009" y="418699"/>
                  <a:pt x="400217" y="406288"/>
                  <a:pt x="409575" y="400050"/>
                </a:cubicBezTo>
                <a:lnTo>
                  <a:pt x="419100" y="393700"/>
                </a:lnTo>
                <a:lnTo>
                  <a:pt x="425450" y="374650"/>
                </a:lnTo>
                <a:cubicBezTo>
                  <a:pt x="426508" y="371475"/>
                  <a:pt x="427969" y="368407"/>
                  <a:pt x="428625" y="365125"/>
                </a:cubicBezTo>
                <a:cubicBezTo>
                  <a:pt x="429683" y="359833"/>
                  <a:pt x="430862" y="354564"/>
                  <a:pt x="431800" y="349250"/>
                </a:cubicBezTo>
                <a:cubicBezTo>
                  <a:pt x="434038" y="336571"/>
                  <a:pt x="434079" y="323364"/>
                  <a:pt x="438150" y="311150"/>
                </a:cubicBezTo>
                <a:cubicBezTo>
                  <a:pt x="439208" y="307975"/>
                  <a:pt x="439234" y="304238"/>
                  <a:pt x="441325" y="301625"/>
                </a:cubicBezTo>
                <a:cubicBezTo>
                  <a:pt x="443709" y="298645"/>
                  <a:pt x="447919" y="297718"/>
                  <a:pt x="450850" y="295275"/>
                </a:cubicBezTo>
                <a:cubicBezTo>
                  <a:pt x="475296" y="274903"/>
                  <a:pt x="446251" y="295166"/>
                  <a:pt x="469900" y="279400"/>
                </a:cubicBezTo>
                <a:cubicBezTo>
                  <a:pt x="472017" y="276225"/>
                  <a:pt x="474543" y="273288"/>
                  <a:pt x="476250" y="269875"/>
                </a:cubicBezTo>
                <a:cubicBezTo>
                  <a:pt x="480528" y="261319"/>
                  <a:pt x="477687" y="257902"/>
                  <a:pt x="485775" y="250825"/>
                </a:cubicBezTo>
                <a:cubicBezTo>
                  <a:pt x="491518" y="245799"/>
                  <a:pt x="504825" y="238125"/>
                  <a:pt x="504825" y="238125"/>
                </a:cubicBezTo>
                <a:lnTo>
                  <a:pt x="530225" y="200025"/>
                </a:lnTo>
                <a:lnTo>
                  <a:pt x="536575" y="190500"/>
                </a:lnTo>
                <a:cubicBezTo>
                  <a:pt x="538692" y="187325"/>
                  <a:pt x="539750" y="183092"/>
                  <a:pt x="542925" y="180975"/>
                </a:cubicBezTo>
                <a:lnTo>
                  <a:pt x="561975" y="168275"/>
                </a:lnTo>
                <a:cubicBezTo>
                  <a:pt x="566208" y="161925"/>
                  <a:pt x="573951" y="156822"/>
                  <a:pt x="574675" y="149225"/>
                </a:cubicBezTo>
                <a:cubicBezTo>
                  <a:pt x="576792" y="127000"/>
                  <a:pt x="573965" y="103730"/>
                  <a:pt x="581025" y="82550"/>
                </a:cubicBezTo>
                <a:cubicBezTo>
                  <a:pt x="582083" y="79375"/>
                  <a:pt x="582109" y="75638"/>
                  <a:pt x="584200" y="73025"/>
                </a:cubicBezTo>
                <a:cubicBezTo>
                  <a:pt x="591366" y="64067"/>
                  <a:pt x="602977" y="65677"/>
                  <a:pt x="612775" y="63500"/>
                </a:cubicBezTo>
                <a:cubicBezTo>
                  <a:pt x="616042" y="62774"/>
                  <a:pt x="619125" y="61383"/>
                  <a:pt x="622300" y="60325"/>
                </a:cubicBezTo>
                <a:cubicBezTo>
                  <a:pt x="623358" y="57150"/>
                  <a:pt x="623850" y="53726"/>
                  <a:pt x="625475" y="50800"/>
                </a:cubicBezTo>
                <a:cubicBezTo>
                  <a:pt x="633172" y="36945"/>
                  <a:pt x="641061" y="24438"/>
                  <a:pt x="657225" y="19050"/>
                </a:cubicBezTo>
                <a:lnTo>
                  <a:pt x="676275" y="12700"/>
                </a:lnTo>
                <a:cubicBezTo>
                  <a:pt x="679450" y="13758"/>
                  <a:pt x="683187" y="13784"/>
                  <a:pt x="685800" y="15875"/>
                </a:cubicBezTo>
                <a:cubicBezTo>
                  <a:pt x="706316" y="32288"/>
                  <a:pt x="677734" y="20595"/>
                  <a:pt x="701675" y="28575"/>
                </a:cubicBezTo>
                <a:cubicBezTo>
                  <a:pt x="703792" y="31750"/>
                  <a:pt x="705045" y="35716"/>
                  <a:pt x="708025" y="38100"/>
                </a:cubicBezTo>
                <a:cubicBezTo>
                  <a:pt x="715616" y="44173"/>
                  <a:pt x="722222" y="40107"/>
                  <a:pt x="730250" y="38100"/>
                </a:cubicBezTo>
                <a:cubicBezTo>
                  <a:pt x="732367" y="34925"/>
                  <a:pt x="735050" y="32062"/>
                  <a:pt x="736600" y="28575"/>
                </a:cubicBezTo>
                <a:cubicBezTo>
                  <a:pt x="739318" y="22458"/>
                  <a:pt x="739237" y="15094"/>
                  <a:pt x="742950" y="9525"/>
                </a:cubicBezTo>
                <a:lnTo>
                  <a:pt x="749300" y="0"/>
                </a:lnTo>
                <a:cubicBezTo>
                  <a:pt x="753533" y="1058"/>
                  <a:pt x="758097" y="1224"/>
                  <a:pt x="762000" y="3175"/>
                </a:cubicBezTo>
                <a:cubicBezTo>
                  <a:pt x="768826" y="6588"/>
                  <a:pt x="773810" y="13462"/>
                  <a:pt x="781050" y="15875"/>
                </a:cubicBezTo>
                <a:cubicBezTo>
                  <a:pt x="787400" y="17992"/>
                  <a:pt x="794531" y="18512"/>
                  <a:pt x="800100" y="22225"/>
                </a:cubicBezTo>
                <a:cubicBezTo>
                  <a:pt x="803275" y="24342"/>
                  <a:pt x="806052" y="27235"/>
                  <a:pt x="809625" y="28575"/>
                </a:cubicBezTo>
                <a:cubicBezTo>
                  <a:pt x="814678" y="30470"/>
                  <a:pt x="820232" y="30579"/>
                  <a:pt x="825500" y="31750"/>
                </a:cubicBezTo>
                <a:cubicBezTo>
                  <a:pt x="829760" y="32697"/>
                  <a:pt x="833921" y="34069"/>
                  <a:pt x="838200" y="34925"/>
                </a:cubicBezTo>
                <a:cubicBezTo>
                  <a:pt x="866139" y="40513"/>
                  <a:pt x="848238" y="35096"/>
                  <a:pt x="866775" y="41275"/>
                </a:cubicBezTo>
                <a:lnTo>
                  <a:pt x="873125" y="60325"/>
                </a:lnTo>
                <a:cubicBezTo>
                  <a:pt x="874183" y="63500"/>
                  <a:pt x="874444" y="67065"/>
                  <a:pt x="876300" y="69850"/>
                </a:cubicBezTo>
                <a:lnTo>
                  <a:pt x="889000" y="88900"/>
                </a:lnTo>
                <a:cubicBezTo>
                  <a:pt x="891117" y="92075"/>
                  <a:pt x="894143" y="94805"/>
                  <a:pt x="895350" y="98425"/>
                </a:cubicBezTo>
                <a:lnTo>
                  <a:pt x="901700" y="117475"/>
                </a:lnTo>
                <a:cubicBezTo>
                  <a:pt x="904282" y="125222"/>
                  <a:pt x="905070" y="130370"/>
                  <a:pt x="911225" y="136525"/>
                </a:cubicBezTo>
                <a:cubicBezTo>
                  <a:pt x="913923" y="139223"/>
                  <a:pt x="917575" y="140758"/>
                  <a:pt x="920750" y="142875"/>
                </a:cubicBezTo>
                <a:cubicBezTo>
                  <a:pt x="928158" y="153988"/>
                  <a:pt x="930275" y="159808"/>
                  <a:pt x="946150" y="165100"/>
                </a:cubicBezTo>
                <a:cubicBezTo>
                  <a:pt x="949325" y="166158"/>
                  <a:pt x="952749" y="166650"/>
                  <a:pt x="955675" y="168275"/>
                </a:cubicBezTo>
                <a:cubicBezTo>
                  <a:pt x="962346" y="171981"/>
                  <a:pt x="974725" y="180975"/>
                  <a:pt x="974725" y="180975"/>
                </a:cubicBezTo>
                <a:cubicBezTo>
                  <a:pt x="976842" y="184150"/>
                  <a:pt x="978203" y="187987"/>
                  <a:pt x="981075" y="190500"/>
                </a:cubicBezTo>
                <a:cubicBezTo>
                  <a:pt x="986818" y="195526"/>
                  <a:pt x="1000125" y="203200"/>
                  <a:pt x="1000125" y="203200"/>
                </a:cubicBezTo>
                <a:cubicBezTo>
                  <a:pt x="1005513" y="219364"/>
                  <a:pt x="998970" y="208203"/>
                  <a:pt x="1012825" y="215900"/>
                </a:cubicBezTo>
                <a:cubicBezTo>
                  <a:pt x="1019496" y="219606"/>
                  <a:pt x="1031875" y="228600"/>
                  <a:pt x="1031875" y="228600"/>
                </a:cubicBezTo>
                <a:lnTo>
                  <a:pt x="1050925" y="257175"/>
                </a:lnTo>
                <a:lnTo>
                  <a:pt x="1057275" y="266700"/>
                </a:lnTo>
                <a:cubicBezTo>
                  <a:pt x="1064683" y="277813"/>
                  <a:pt x="1066800" y="283633"/>
                  <a:pt x="1082675" y="288925"/>
                </a:cubicBezTo>
                <a:cubicBezTo>
                  <a:pt x="1108965" y="297688"/>
                  <a:pt x="1096156" y="291562"/>
                  <a:pt x="1120775" y="307975"/>
                </a:cubicBezTo>
                <a:lnTo>
                  <a:pt x="1130300" y="314325"/>
                </a:lnTo>
                <a:cubicBezTo>
                  <a:pt x="1132417" y="317500"/>
                  <a:pt x="1133670" y="321466"/>
                  <a:pt x="1136650" y="323850"/>
                </a:cubicBezTo>
                <a:cubicBezTo>
                  <a:pt x="1139263" y="325941"/>
                  <a:pt x="1143182" y="325528"/>
                  <a:pt x="1146175" y="327025"/>
                </a:cubicBezTo>
                <a:cubicBezTo>
                  <a:pt x="1149588" y="328732"/>
                  <a:pt x="1152287" y="331668"/>
                  <a:pt x="1155700" y="333375"/>
                </a:cubicBezTo>
                <a:cubicBezTo>
                  <a:pt x="1158693" y="334872"/>
                  <a:pt x="1162232" y="335053"/>
                  <a:pt x="1165225" y="336550"/>
                </a:cubicBezTo>
                <a:cubicBezTo>
                  <a:pt x="1195414" y="351644"/>
                  <a:pt x="1144653" y="332868"/>
                  <a:pt x="1193800" y="349250"/>
                </a:cubicBezTo>
                <a:lnTo>
                  <a:pt x="1203325" y="352425"/>
                </a:lnTo>
                <a:cubicBezTo>
                  <a:pt x="1206500" y="353483"/>
                  <a:pt x="1210065" y="353744"/>
                  <a:pt x="1212850" y="355600"/>
                </a:cubicBezTo>
                <a:cubicBezTo>
                  <a:pt x="1221413" y="361308"/>
                  <a:pt x="1222041" y="362934"/>
                  <a:pt x="1231900" y="365125"/>
                </a:cubicBezTo>
                <a:cubicBezTo>
                  <a:pt x="1238184" y="366522"/>
                  <a:pt x="1244666" y="366903"/>
                  <a:pt x="1250950" y="368300"/>
                </a:cubicBezTo>
                <a:cubicBezTo>
                  <a:pt x="1254217" y="369026"/>
                  <a:pt x="1257208" y="370749"/>
                  <a:pt x="1260475" y="371475"/>
                </a:cubicBezTo>
                <a:cubicBezTo>
                  <a:pt x="1266759" y="372872"/>
                  <a:pt x="1273212" y="373387"/>
                  <a:pt x="1279525" y="374650"/>
                </a:cubicBezTo>
                <a:cubicBezTo>
                  <a:pt x="1283804" y="375506"/>
                  <a:pt x="1288045" y="376571"/>
                  <a:pt x="1292225" y="377825"/>
                </a:cubicBezTo>
                <a:cubicBezTo>
                  <a:pt x="1298636" y="379748"/>
                  <a:pt x="1304673" y="383075"/>
                  <a:pt x="1311275" y="384175"/>
                </a:cubicBezTo>
                <a:cubicBezTo>
                  <a:pt x="1317625" y="385233"/>
                  <a:pt x="1324080" y="385789"/>
                  <a:pt x="1330325" y="387350"/>
                </a:cubicBezTo>
                <a:cubicBezTo>
                  <a:pt x="1336819" y="388973"/>
                  <a:pt x="1349375" y="393700"/>
                  <a:pt x="1349375" y="393700"/>
                </a:cubicBezTo>
                <a:cubicBezTo>
                  <a:pt x="1363931" y="415535"/>
                  <a:pt x="1359662" y="405510"/>
                  <a:pt x="1365250" y="422275"/>
                </a:cubicBezTo>
                <a:cubicBezTo>
                  <a:pt x="1368259" y="443338"/>
                  <a:pt x="1371600" y="464407"/>
                  <a:pt x="1371600" y="485775"/>
                </a:cubicBez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FE10D00-16C5-414B-B84D-55705F662B28}"/>
              </a:ext>
            </a:extLst>
          </p:cNvPr>
          <p:cNvSpPr txBox="1"/>
          <p:nvPr/>
        </p:nvSpPr>
        <p:spPr>
          <a:xfrm rot="18113205">
            <a:off x="3543139" y="3164230"/>
            <a:ext cx="1371601"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Indus River</a:t>
            </a:r>
          </a:p>
        </p:txBody>
      </p:sp>
      <p:sp>
        <p:nvSpPr>
          <p:cNvPr id="3" name="Freeform 2">
            <a:extLst>
              <a:ext uri="{FF2B5EF4-FFF2-40B4-BE49-F238E27FC236}">
                <a16:creationId xmlns:a16="http://schemas.microsoft.com/office/drawing/2014/main" id="{F26BE63A-A7CA-4B4A-8843-2E2827FEED3A}"/>
              </a:ext>
            </a:extLst>
          </p:cNvPr>
          <p:cNvSpPr/>
          <p:nvPr/>
        </p:nvSpPr>
        <p:spPr>
          <a:xfrm>
            <a:off x="5108575" y="3276600"/>
            <a:ext cx="1301750" cy="860425"/>
          </a:xfrm>
          <a:custGeom>
            <a:avLst/>
            <a:gdLst>
              <a:gd name="connsiteX0" fmla="*/ 104775 w 1301750"/>
              <a:gd name="connsiteY0" fmla="*/ 0 h 860425"/>
              <a:gd name="connsiteX1" fmla="*/ 88900 w 1301750"/>
              <a:gd name="connsiteY1" fmla="*/ 6350 h 860425"/>
              <a:gd name="connsiteX2" fmla="*/ 76200 w 1301750"/>
              <a:gd name="connsiteY2" fmla="*/ 25400 h 860425"/>
              <a:gd name="connsiteX3" fmla="*/ 66675 w 1301750"/>
              <a:gd name="connsiteY3" fmla="*/ 44450 h 860425"/>
              <a:gd name="connsiteX4" fmla="*/ 57150 w 1301750"/>
              <a:gd name="connsiteY4" fmla="*/ 47625 h 860425"/>
              <a:gd name="connsiteX5" fmla="*/ 22225 w 1301750"/>
              <a:gd name="connsiteY5" fmla="*/ 50800 h 860425"/>
              <a:gd name="connsiteX6" fmla="*/ 15875 w 1301750"/>
              <a:gd name="connsiteY6" fmla="*/ 60325 h 860425"/>
              <a:gd name="connsiteX7" fmla="*/ 25400 w 1301750"/>
              <a:gd name="connsiteY7" fmla="*/ 66675 h 860425"/>
              <a:gd name="connsiteX8" fmla="*/ 34925 w 1301750"/>
              <a:gd name="connsiteY8" fmla="*/ 85725 h 860425"/>
              <a:gd name="connsiteX9" fmla="*/ 31750 w 1301750"/>
              <a:gd name="connsiteY9" fmla="*/ 95250 h 860425"/>
              <a:gd name="connsiteX10" fmla="*/ 19050 w 1301750"/>
              <a:gd name="connsiteY10" fmla="*/ 114300 h 860425"/>
              <a:gd name="connsiteX11" fmla="*/ 9525 w 1301750"/>
              <a:gd name="connsiteY11" fmla="*/ 149225 h 860425"/>
              <a:gd name="connsiteX12" fmla="*/ 6350 w 1301750"/>
              <a:gd name="connsiteY12" fmla="*/ 161925 h 860425"/>
              <a:gd name="connsiteX13" fmla="*/ 0 w 1301750"/>
              <a:gd name="connsiteY13" fmla="*/ 180975 h 860425"/>
              <a:gd name="connsiteX14" fmla="*/ 3175 w 1301750"/>
              <a:gd name="connsiteY14" fmla="*/ 241300 h 860425"/>
              <a:gd name="connsiteX15" fmla="*/ 9525 w 1301750"/>
              <a:gd name="connsiteY15" fmla="*/ 260350 h 860425"/>
              <a:gd name="connsiteX16" fmla="*/ 12700 w 1301750"/>
              <a:gd name="connsiteY16" fmla="*/ 269875 h 860425"/>
              <a:gd name="connsiteX17" fmla="*/ 19050 w 1301750"/>
              <a:gd name="connsiteY17" fmla="*/ 279400 h 860425"/>
              <a:gd name="connsiteX18" fmla="*/ 25400 w 1301750"/>
              <a:gd name="connsiteY18" fmla="*/ 298450 h 860425"/>
              <a:gd name="connsiteX19" fmla="*/ 28575 w 1301750"/>
              <a:gd name="connsiteY19" fmla="*/ 307975 h 860425"/>
              <a:gd name="connsiteX20" fmla="*/ 44450 w 1301750"/>
              <a:gd name="connsiteY20" fmla="*/ 327025 h 860425"/>
              <a:gd name="connsiteX21" fmla="*/ 47625 w 1301750"/>
              <a:gd name="connsiteY21" fmla="*/ 336550 h 860425"/>
              <a:gd name="connsiteX22" fmla="*/ 76200 w 1301750"/>
              <a:gd name="connsiteY22" fmla="*/ 358775 h 860425"/>
              <a:gd name="connsiteX23" fmla="*/ 85725 w 1301750"/>
              <a:gd name="connsiteY23" fmla="*/ 361950 h 860425"/>
              <a:gd name="connsiteX24" fmla="*/ 95250 w 1301750"/>
              <a:gd name="connsiteY24" fmla="*/ 368300 h 860425"/>
              <a:gd name="connsiteX25" fmla="*/ 104775 w 1301750"/>
              <a:gd name="connsiteY25" fmla="*/ 371475 h 860425"/>
              <a:gd name="connsiteX26" fmla="*/ 123825 w 1301750"/>
              <a:gd name="connsiteY26" fmla="*/ 381000 h 860425"/>
              <a:gd name="connsiteX27" fmla="*/ 130175 w 1301750"/>
              <a:gd name="connsiteY27" fmla="*/ 390525 h 860425"/>
              <a:gd name="connsiteX28" fmla="*/ 139700 w 1301750"/>
              <a:gd name="connsiteY28" fmla="*/ 396875 h 860425"/>
              <a:gd name="connsiteX29" fmla="*/ 152400 w 1301750"/>
              <a:gd name="connsiteY29" fmla="*/ 415925 h 860425"/>
              <a:gd name="connsiteX30" fmla="*/ 158750 w 1301750"/>
              <a:gd name="connsiteY30" fmla="*/ 425450 h 860425"/>
              <a:gd name="connsiteX31" fmla="*/ 168275 w 1301750"/>
              <a:gd name="connsiteY31" fmla="*/ 431800 h 860425"/>
              <a:gd name="connsiteX32" fmla="*/ 174625 w 1301750"/>
              <a:gd name="connsiteY32" fmla="*/ 441325 h 860425"/>
              <a:gd name="connsiteX33" fmla="*/ 184150 w 1301750"/>
              <a:gd name="connsiteY33" fmla="*/ 444500 h 860425"/>
              <a:gd name="connsiteX34" fmla="*/ 193675 w 1301750"/>
              <a:gd name="connsiteY34" fmla="*/ 450850 h 860425"/>
              <a:gd name="connsiteX35" fmla="*/ 203200 w 1301750"/>
              <a:gd name="connsiteY35" fmla="*/ 469900 h 860425"/>
              <a:gd name="connsiteX36" fmla="*/ 209550 w 1301750"/>
              <a:gd name="connsiteY36" fmla="*/ 492125 h 860425"/>
              <a:gd name="connsiteX37" fmla="*/ 219075 w 1301750"/>
              <a:gd name="connsiteY37" fmla="*/ 498475 h 860425"/>
              <a:gd name="connsiteX38" fmla="*/ 225425 w 1301750"/>
              <a:gd name="connsiteY38" fmla="*/ 508000 h 860425"/>
              <a:gd name="connsiteX39" fmla="*/ 234950 w 1301750"/>
              <a:gd name="connsiteY39" fmla="*/ 511175 h 860425"/>
              <a:gd name="connsiteX40" fmla="*/ 244475 w 1301750"/>
              <a:gd name="connsiteY40" fmla="*/ 517525 h 860425"/>
              <a:gd name="connsiteX41" fmla="*/ 250825 w 1301750"/>
              <a:gd name="connsiteY41" fmla="*/ 536575 h 860425"/>
              <a:gd name="connsiteX42" fmla="*/ 263525 w 1301750"/>
              <a:gd name="connsiteY42" fmla="*/ 555625 h 860425"/>
              <a:gd name="connsiteX43" fmla="*/ 273050 w 1301750"/>
              <a:gd name="connsiteY43" fmla="*/ 561975 h 860425"/>
              <a:gd name="connsiteX44" fmla="*/ 320675 w 1301750"/>
              <a:gd name="connsiteY44" fmla="*/ 571500 h 860425"/>
              <a:gd name="connsiteX45" fmla="*/ 317500 w 1301750"/>
              <a:gd name="connsiteY45" fmla="*/ 587375 h 860425"/>
              <a:gd name="connsiteX46" fmla="*/ 311150 w 1301750"/>
              <a:gd name="connsiteY46" fmla="*/ 596900 h 860425"/>
              <a:gd name="connsiteX47" fmla="*/ 320675 w 1301750"/>
              <a:gd name="connsiteY47" fmla="*/ 603250 h 860425"/>
              <a:gd name="connsiteX48" fmla="*/ 349250 w 1301750"/>
              <a:gd name="connsiteY48" fmla="*/ 603250 h 860425"/>
              <a:gd name="connsiteX49" fmla="*/ 352425 w 1301750"/>
              <a:gd name="connsiteY49" fmla="*/ 612775 h 860425"/>
              <a:gd name="connsiteX50" fmla="*/ 387350 w 1301750"/>
              <a:gd name="connsiteY50" fmla="*/ 628650 h 860425"/>
              <a:gd name="connsiteX51" fmla="*/ 400050 w 1301750"/>
              <a:gd name="connsiteY51" fmla="*/ 647700 h 860425"/>
              <a:gd name="connsiteX52" fmla="*/ 419100 w 1301750"/>
              <a:gd name="connsiteY52" fmla="*/ 660400 h 860425"/>
              <a:gd name="connsiteX53" fmla="*/ 476250 w 1301750"/>
              <a:gd name="connsiteY53" fmla="*/ 657225 h 860425"/>
              <a:gd name="connsiteX54" fmla="*/ 488950 w 1301750"/>
              <a:gd name="connsiteY54" fmla="*/ 641350 h 860425"/>
              <a:gd name="connsiteX55" fmla="*/ 508000 w 1301750"/>
              <a:gd name="connsiteY55" fmla="*/ 635000 h 860425"/>
              <a:gd name="connsiteX56" fmla="*/ 565150 w 1301750"/>
              <a:gd name="connsiteY56" fmla="*/ 635000 h 860425"/>
              <a:gd name="connsiteX57" fmla="*/ 568325 w 1301750"/>
              <a:gd name="connsiteY57" fmla="*/ 625475 h 860425"/>
              <a:gd name="connsiteX58" fmla="*/ 584200 w 1301750"/>
              <a:gd name="connsiteY58" fmla="*/ 612775 h 860425"/>
              <a:gd name="connsiteX59" fmla="*/ 596900 w 1301750"/>
              <a:gd name="connsiteY59" fmla="*/ 615950 h 860425"/>
              <a:gd name="connsiteX60" fmla="*/ 612775 w 1301750"/>
              <a:gd name="connsiteY60" fmla="*/ 603250 h 860425"/>
              <a:gd name="connsiteX61" fmla="*/ 622300 w 1301750"/>
              <a:gd name="connsiteY61" fmla="*/ 596900 h 860425"/>
              <a:gd name="connsiteX62" fmla="*/ 647700 w 1301750"/>
              <a:gd name="connsiteY62" fmla="*/ 593725 h 860425"/>
              <a:gd name="connsiteX63" fmla="*/ 692150 w 1301750"/>
              <a:gd name="connsiteY63" fmla="*/ 596900 h 860425"/>
              <a:gd name="connsiteX64" fmla="*/ 701675 w 1301750"/>
              <a:gd name="connsiteY64" fmla="*/ 600075 h 860425"/>
              <a:gd name="connsiteX65" fmla="*/ 714375 w 1301750"/>
              <a:gd name="connsiteY65" fmla="*/ 603250 h 860425"/>
              <a:gd name="connsiteX66" fmla="*/ 733425 w 1301750"/>
              <a:gd name="connsiteY66" fmla="*/ 609600 h 860425"/>
              <a:gd name="connsiteX67" fmla="*/ 752475 w 1301750"/>
              <a:gd name="connsiteY67" fmla="*/ 612775 h 860425"/>
              <a:gd name="connsiteX68" fmla="*/ 771525 w 1301750"/>
              <a:gd name="connsiteY68" fmla="*/ 619125 h 860425"/>
              <a:gd name="connsiteX69" fmla="*/ 781050 w 1301750"/>
              <a:gd name="connsiteY69" fmla="*/ 622300 h 860425"/>
              <a:gd name="connsiteX70" fmla="*/ 835025 w 1301750"/>
              <a:gd name="connsiteY70" fmla="*/ 628650 h 860425"/>
              <a:gd name="connsiteX71" fmla="*/ 882650 w 1301750"/>
              <a:gd name="connsiteY71" fmla="*/ 628650 h 860425"/>
              <a:gd name="connsiteX72" fmla="*/ 901700 w 1301750"/>
              <a:gd name="connsiteY72" fmla="*/ 622300 h 860425"/>
              <a:gd name="connsiteX73" fmla="*/ 923925 w 1301750"/>
              <a:gd name="connsiteY73" fmla="*/ 619125 h 860425"/>
              <a:gd name="connsiteX74" fmla="*/ 949325 w 1301750"/>
              <a:gd name="connsiteY74" fmla="*/ 622300 h 860425"/>
              <a:gd name="connsiteX75" fmla="*/ 968375 w 1301750"/>
              <a:gd name="connsiteY75" fmla="*/ 635000 h 860425"/>
              <a:gd name="connsiteX76" fmla="*/ 977900 w 1301750"/>
              <a:gd name="connsiteY76" fmla="*/ 641350 h 860425"/>
              <a:gd name="connsiteX77" fmla="*/ 996950 w 1301750"/>
              <a:gd name="connsiteY77" fmla="*/ 647700 h 860425"/>
              <a:gd name="connsiteX78" fmla="*/ 1006475 w 1301750"/>
              <a:gd name="connsiteY78" fmla="*/ 679450 h 860425"/>
              <a:gd name="connsiteX79" fmla="*/ 1016000 w 1301750"/>
              <a:gd name="connsiteY79" fmla="*/ 685800 h 860425"/>
              <a:gd name="connsiteX80" fmla="*/ 1031875 w 1301750"/>
              <a:gd name="connsiteY80" fmla="*/ 701675 h 860425"/>
              <a:gd name="connsiteX81" fmla="*/ 1038225 w 1301750"/>
              <a:gd name="connsiteY81" fmla="*/ 711200 h 860425"/>
              <a:gd name="connsiteX82" fmla="*/ 1057275 w 1301750"/>
              <a:gd name="connsiteY82" fmla="*/ 727075 h 860425"/>
              <a:gd name="connsiteX83" fmla="*/ 1073150 w 1301750"/>
              <a:gd name="connsiteY83" fmla="*/ 742950 h 860425"/>
              <a:gd name="connsiteX84" fmla="*/ 1082675 w 1301750"/>
              <a:gd name="connsiteY84" fmla="*/ 752475 h 860425"/>
              <a:gd name="connsiteX85" fmla="*/ 1092200 w 1301750"/>
              <a:gd name="connsiteY85" fmla="*/ 755650 h 860425"/>
              <a:gd name="connsiteX86" fmla="*/ 1111250 w 1301750"/>
              <a:gd name="connsiteY86" fmla="*/ 768350 h 860425"/>
              <a:gd name="connsiteX87" fmla="*/ 1139825 w 1301750"/>
              <a:gd name="connsiteY87" fmla="*/ 777875 h 860425"/>
              <a:gd name="connsiteX88" fmla="*/ 1149350 w 1301750"/>
              <a:gd name="connsiteY88" fmla="*/ 781050 h 860425"/>
              <a:gd name="connsiteX89" fmla="*/ 1162050 w 1301750"/>
              <a:gd name="connsiteY89" fmla="*/ 784225 h 860425"/>
              <a:gd name="connsiteX90" fmla="*/ 1181100 w 1301750"/>
              <a:gd name="connsiteY90" fmla="*/ 787400 h 860425"/>
              <a:gd name="connsiteX91" fmla="*/ 1190625 w 1301750"/>
              <a:gd name="connsiteY91" fmla="*/ 790575 h 860425"/>
              <a:gd name="connsiteX92" fmla="*/ 1203325 w 1301750"/>
              <a:gd name="connsiteY92" fmla="*/ 793750 h 860425"/>
              <a:gd name="connsiteX93" fmla="*/ 1231900 w 1301750"/>
              <a:gd name="connsiteY93" fmla="*/ 803275 h 860425"/>
              <a:gd name="connsiteX94" fmla="*/ 1241425 w 1301750"/>
              <a:gd name="connsiteY94" fmla="*/ 806450 h 860425"/>
              <a:gd name="connsiteX95" fmla="*/ 1260475 w 1301750"/>
              <a:gd name="connsiteY95" fmla="*/ 819150 h 860425"/>
              <a:gd name="connsiteX96" fmla="*/ 1270000 w 1301750"/>
              <a:gd name="connsiteY96" fmla="*/ 825500 h 860425"/>
              <a:gd name="connsiteX97" fmla="*/ 1276350 w 1301750"/>
              <a:gd name="connsiteY97" fmla="*/ 835025 h 860425"/>
              <a:gd name="connsiteX98" fmla="*/ 1285875 w 1301750"/>
              <a:gd name="connsiteY98" fmla="*/ 838200 h 860425"/>
              <a:gd name="connsiteX99" fmla="*/ 1298575 w 1301750"/>
              <a:gd name="connsiteY99" fmla="*/ 857250 h 860425"/>
              <a:gd name="connsiteX100" fmla="*/ 1301750 w 1301750"/>
              <a:gd name="connsiteY100" fmla="*/ 86042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301750" h="860425">
                <a:moveTo>
                  <a:pt x="104775" y="0"/>
                </a:moveTo>
                <a:cubicBezTo>
                  <a:pt x="99483" y="2117"/>
                  <a:pt x="93160" y="2564"/>
                  <a:pt x="88900" y="6350"/>
                </a:cubicBezTo>
                <a:cubicBezTo>
                  <a:pt x="83196" y="11420"/>
                  <a:pt x="78613" y="18160"/>
                  <a:pt x="76200" y="25400"/>
                </a:cubicBezTo>
                <a:cubicBezTo>
                  <a:pt x="74108" y="31675"/>
                  <a:pt x="72270" y="39974"/>
                  <a:pt x="66675" y="44450"/>
                </a:cubicBezTo>
                <a:cubicBezTo>
                  <a:pt x="64062" y="46541"/>
                  <a:pt x="60463" y="47152"/>
                  <a:pt x="57150" y="47625"/>
                </a:cubicBezTo>
                <a:cubicBezTo>
                  <a:pt x="45578" y="49278"/>
                  <a:pt x="33867" y="49742"/>
                  <a:pt x="22225" y="50800"/>
                </a:cubicBezTo>
                <a:cubicBezTo>
                  <a:pt x="20108" y="53975"/>
                  <a:pt x="15127" y="56583"/>
                  <a:pt x="15875" y="60325"/>
                </a:cubicBezTo>
                <a:cubicBezTo>
                  <a:pt x="16623" y="64067"/>
                  <a:pt x="22702" y="63977"/>
                  <a:pt x="25400" y="66675"/>
                </a:cubicBezTo>
                <a:cubicBezTo>
                  <a:pt x="31555" y="72830"/>
                  <a:pt x="32343" y="77978"/>
                  <a:pt x="34925" y="85725"/>
                </a:cubicBezTo>
                <a:cubicBezTo>
                  <a:pt x="33867" y="88900"/>
                  <a:pt x="33375" y="92324"/>
                  <a:pt x="31750" y="95250"/>
                </a:cubicBezTo>
                <a:cubicBezTo>
                  <a:pt x="28044" y="101921"/>
                  <a:pt x="21463" y="107060"/>
                  <a:pt x="19050" y="114300"/>
                </a:cubicBezTo>
                <a:cubicBezTo>
                  <a:pt x="9138" y="144036"/>
                  <a:pt x="15509" y="122299"/>
                  <a:pt x="9525" y="149225"/>
                </a:cubicBezTo>
                <a:cubicBezTo>
                  <a:pt x="8578" y="153485"/>
                  <a:pt x="7604" y="157745"/>
                  <a:pt x="6350" y="161925"/>
                </a:cubicBezTo>
                <a:cubicBezTo>
                  <a:pt x="4427" y="168336"/>
                  <a:pt x="0" y="180975"/>
                  <a:pt x="0" y="180975"/>
                </a:cubicBezTo>
                <a:cubicBezTo>
                  <a:pt x="1058" y="201083"/>
                  <a:pt x="776" y="221307"/>
                  <a:pt x="3175" y="241300"/>
                </a:cubicBezTo>
                <a:cubicBezTo>
                  <a:pt x="3972" y="247946"/>
                  <a:pt x="7408" y="254000"/>
                  <a:pt x="9525" y="260350"/>
                </a:cubicBezTo>
                <a:cubicBezTo>
                  <a:pt x="10583" y="263525"/>
                  <a:pt x="10844" y="267090"/>
                  <a:pt x="12700" y="269875"/>
                </a:cubicBezTo>
                <a:cubicBezTo>
                  <a:pt x="14817" y="273050"/>
                  <a:pt x="17500" y="275913"/>
                  <a:pt x="19050" y="279400"/>
                </a:cubicBezTo>
                <a:cubicBezTo>
                  <a:pt x="21768" y="285517"/>
                  <a:pt x="23283" y="292100"/>
                  <a:pt x="25400" y="298450"/>
                </a:cubicBezTo>
                <a:cubicBezTo>
                  <a:pt x="26458" y="301625"/>
                  <a:pt x="26208" y="305608"/>
                  <a:pt x="28575" y="307975"/>
                </a:cubicBezTo>
                <a:cubicBezTo>
                  <a:pt x="35597" y="314997"/>
                  <a:pt x="40030" y="318184"/>
                  <a:pt x="44450" y="327025"/>
                </a:cubicBezTo>
                <a:cubicBezTo>
                  <a:pt x="45947" y="330018"/>
                  <a:pt x="45769" y="333765"/>
                  <a:pt x="47625" y="336550"/>
                </a:cubicBezTo>
                <a:cubicBezTo>
                  <a:pt x="52321" y="343594"/>
                  <a:pt x="70794" y="356973"/>
                  <a:pt x="76200" y="358775"/>
                </a:cubicBezTo>
                <a:cubicBezTo>
                  <a:pt x="79375" y="359833"/>
                  <a:pt x="82732" y="360453"/>
                  <a:pt x="85725" y="361950"/>
                </a:cubicBezTo>
                <a:cubicBezTo>
                  <a:pt x="89138" y="363657"/>
                  <a:pt x="91837" y="366593"/>
                  <a:pt x="95250" y="368300"/>
                </a:cubicBezTo>
                <a:cubicBezTo>
                  <a:pt x="98243" y="369797"/>
                  <a:pt x="101782" y="369978"/>
                  <a:pt x="104775" y="371475"/>
                </a:cubicBezTo>
                <a:cubicBezTo>
                  <a:pt x="129394" y="383785"/>
                  <a:pt x="99884" y="373020"/>
                  <a:pt x="123825" y="381000"/>
                </a:cubicBezTo>
                <a:cubicBezTo>
                  <a:pt x="125942" y="384175"/>
                  <a:pt x="127477" y="387827"/>
                  <a:pt x="130175" y="390525"/>
                </a:cubicBezTo>
                <a:cubicBezTo>
                  <a:pt x="132873" y="393223"/>
                  <a:pt x="137187" y="394003"/>
                  <a:pt x="139700" y="396875"/>
                </a:cubicBezTo>
                <a:cubicBezTo>
                  <a:pt x="144726" y="402618"/>
                  <a:pt x="148167" y="409575"/>
                  <a:pt x="152400" y="415925"/>
                </a:cubicBezTo>
                <a:cubicBezTo>
                  <a:pt x="154517" y="419100"/>
                  <a:pt x="155575" y="423333"/>
                  <a:pt x="158750" y="425450"/>
                </a:cubicBezTo>
                <a:lnTo>
                  <a:pt x="168275" y="431800"/>
                </a:lnTo>
                <a:cubicBezTo>
                  <a:pt x="170392" y="434975"/>
                  <a:pt x="171645" y="438941"/>
                  <a:pt x="174625" y="441325"/>
                </a:cubicBezTo>
                <a:cubicBezTo>
                  <a:pt x="177238" y="443416"/>
                  <a:pt x="181157" y="443003"/>
                  <a:pt x="184150" y="444500"/>
                </a:cubicBezTo>
                <a:cubicBezTo>
                  <a:pt x="187563" y="446207"/>
                  <a:pt x="190500" y="448733"/>
                  <a:pt x="193675" y="450850"/>
                </a:cubicBezTo>
                <a:cubicBezTo>
                  <a:pt x="200632" y="461286"/>
                  <a:pt x="199914" y="458398"/>
                  <a:pt x="203200" y="469900"/>
                </a:cubicBezTo>
                <a:cubicBezTo>
                  <a:pt x="203454" y="470787"/>
                  <a:pt x="207858" y="490010"/>
                  <a:pt x="209550" y="492125"/>
                </a:cubicBezTo>
                <a:cubicBezTo>
                  <a:pt x="211934" y="495105"/>
                  <a:pt x="215900" y="496358"/>
                  <a:pt x="219075" y="498475"/>
                </a:cubicBezTo>
                <a:cubicBezTo>
                  <a:pt x="221192" y="501650"/>
                  <a:pt x="222445" y="505616"/>
                  <a:pt x="225425" y="508000"/>
                </a:cubicBezTo>
                <a:cubicBezTo>
                  <a:pt x="228038" y="510091"/>
                  <a:pt x="231957" y="509678"/>
                  <a:pt x="234950" y="511175"/>
                </a:cubicBezTo>
                <a:cubicBezTo>
                  <a:pt x="238363" y="512882"/>
                  <a:pt x="241300" y="515408"/>
                  <a:pt x="244475" y="517525"/>
                </a:cubicBezTo>
                <a:cubicBezTo>
                  <a:pt x="246592" y="523875"/>
                  <a:pt x="247112" y="531006"/>
                  <a:pt x="250825" y="536575"/>
                </a:cubicBezTo>
                <a:cubicBezTo>
                  <a:pt x="255058" y="542925"/>
                  <a:pt x="257175" y="551392"/>
                  <a:pt x="263525" y="555625"/>
                </a:cubicBezTo>
                <a:cubicBezTo>
                  <a:pt x="266700" y="557742"/>
                  <a:pt x="269563" y="560425"/>
                  <a:pt x="273050" y="561975"/>
                </a:cubicBezTo>
                <a:cubicBezTo>
                  <a:pt x="291811" y="570313"/>
                  <a:pt x="298878" y="569078"/>
                  <a:pt x="320675" y="571500"/>
                </a:cubicBezTo>
                <a:cubicBezTo>
                  <a:pt x="319617" y="576792"/>
                  <a:pt x="319395" y="582322"/>
                  <a:pt x="317500" y="587375"/>
                </a:cubicBezTo>
                <a:cubicBezTo>
                  <a:pt x="316160" y="590948"/>
                  <a:pt x="310402" y="593158"/>
                  <a:pt x="311150" y="596900"/>
                </a:cubicBezTo>
                <a:cubicBezTo>
                  <a:pt x="311898" y="600642"/>
                  <a:pt x="317500" y="601133"/>
                  <a:pt x="320675" y="603250"/>
                </a:cubicBezTo>
                <a:cubicBezTo>
                  <a:pt x="331109" y="599772"/>
                  <a:pt x="336898" y="596192"/>
                  <a:pt x="349250" y="603250"/>
                </a:cubicBezTo>
                <a:cubicBezTo>
                  <a:pt x="352156" y="604910"/>
                  <a:pt x="350058" y="610408"/>
                  <a:pt x="352425" y="612775"/>
                </a:cubicBezTo>
                <a:cubicBezTo>
                  <a:pt x="366157" y="626507"/>
                  <a:pt x="370927" y="625365"/>
                  <a:pt x="387350" y="628650"/>
                </a:cubicBezTo>
                <a:cubicBezTo>
                  <a:pt x="391583" y="635000"/>
                  <a:pt x="393700" y="643467"/>
                  <a:pt x="400050" y="647700"/>
                </a:cubicBezTo>
                <a:lnTo>
                  <a:pt x="419100" y="660400"/>
                </a:lnTo>
                <a:cubicBezTo>
                  <a:pt x="438150" y="659342"/>
                  <a:pt x="457362" y="659923"/>
                  <a:pt x="476250" y="657225"/>
                </a:cubicBezTo>
                <a:cubicBezTo>
                  <a:pt x="497259" y="654224"/>
                  <a:pt x="476938" y="649930"/>
                  <a:pt x="488950" y="641350"/>
                </a:cubicBezTo>
                <a:cubicBezTo>
                  <a:pt x="494397" y="637459"/>
                  <a:pt x="508000" y="635000"/>
                  <a:pt x="508000" y="635000"/>
                </a:cubicBezTo>
                <a:cubicBezTo>
                  <a:pt x="513819" y="635485"/>
                  <a:pt x="553077" y="641899"/>
                  <a:pt x="565150" y="635000"/>
                </a:cubicBezTo>
                <a:cubicBezTo>
                  <a:pt x="568056" y="633340"/>
                  <a:pt x="566828" y="628468"/>
                  <a:pt x="568325" y="625475"/>
                </a:cubicBezTo>
                <a:cubicBezTo>
                  <a:pt x="574070" y="613986"/>
                  <a:pt x="573214" y="616437"/>
                  <a:pt x="584200" y="612775"/>
                </a:cubicBezTo>
                <a:cubicBezTo>
                  <a:pt x="588433" y="613833"/>
                  <a:pt x="592536" y="615950"/>
                  <a:pt x="596900" y="615950"/>
                </a:cubicBezTo>
                <a:cubicBezTo>
                  <a:pt x="609262" y="615950"/>
                  <a:pt x="605461" y="610564"/>
                  <a:pt x="612775" y="603250"/>
                </a:cubicBezTo>
                <a:cubicBezTo>
                  <a:pt x="615473" y="600552"/>
                  <a:pt x="618619" y="597904"/>
                  <a:pt x="622300" y="596900"/>
                </a:cubicBezTo>
                <a:cubicBezTo>
                  <a:pt x="630532" y="594655"/>
                  <a:pt x="639233" y="594783"/>
                  <a:pt x="647700" y="593725"/>
                </a:cubicBezTo>
                <a:cubicBezTo>
                  <a:pt x="662517" y="594783"/>
                  <a:pt x="677397" y="595164"/>
                  <a:pt x="692150" y="596900"/>
                </a:cubicBezTo>
                <a:cubicBezTo>
                  <a:pt x="695474" y="597291"/>
                  <a:pt x="698457" y="599156"/>
                  <a:pt x="701675" y="600075"/>
                </a:cubicBezTo>
                <a:cubicBezTo>
                  <a:pt x="705871" y="601274"/>
                  <a:pt x="710195" y="601996"/>
                  <a:pt x="714375" y="603250"/>
                </a:cubicBezTo>
                <a:cubicBezTo>
                  <a:pt x="720786" y="605173"/>
                  <a:pt x="726823" y="608500"/>
                  <a:pt x="733425" y="609600"/>
                </a:cubicBezTo>
                <a:cubicBezTo>
                  <a:pt x="739775" y="610658"/>
                  <a:pt x="746230" y="611214"/>
                  <a:pt x="752475" y="612775"/>
                </a:cubicBezTo>
                <a:cubicBezTo>
                  <a:pt x="758969" y="614398"/>
                  <a:pt x="765175" y="617008"/>
                  <a:pt x="771525" y="619125"/>
                </a:cubicBezTo>
                <a:cubicBezTo>
                  <a:pt x="774700" y="620183"/>
                  <a:pt x="777749" y="621750"/>
                  <a:pt x="781050" y="622300"/>
                </a:cubicBezTo>
                <a:cubicBezTo>
                  <a:pt x="811631" y="627397"/>
                  <a:pt x="793689" y="624892"/>
                  <a:pt x="835025" y="628650"/>
                </a:cubicBezTo>
                <a:cubicBezTo>
                  <a:pt x="854826" y="635250"/>
                  <a:pt x="848121" y="634405"/>
                  <a:pt x="882650" y="628650"/>
                </a:cubicBezTo>
                <a:cubicBezTo>
                  <a:pt x="889252" y="627550"/>
                  <a:pt x="895074" y="623247"/>
                  <a:pt x="901700" y="622300"/>
                </a:cubicBezTo>
                <a:lnTo>
                  <a:pt x="923925" y="619125"/>
                </a:lnTo>
                <a:cubicBezTo>
                  <a:pt x="955725" y="608525"/>
                  <a:pt x="934057" y="608941"/>
                  <a:pt x="949325" y="622300"/>
                </a:cubicBezTo>
                <a:cubicBezTo>
                  <a:pt x="955068" y="627326"/>
                  <a:pt x="962025" y="630767"/>
                  <a:pt x="968375" y="635000"/>
                </a:cubicBezTo>
                <a:cubicBezTo>
                  <a:pt x="971550" y="637117"/>
                  <a:pt x="974280" y="640143"/>
                  <a:pt x="977900" y="641350"/>
                </a:cubicBezTo>
                <a:lnTo>
                  <a:pt x="996950" y="647700"/>
                </a:lnTo>
                <a:cubicBezTo>
                  <a:pt x="998221" y="652784"/>
                  <a:pt x="1004156" y="677904"/>
                  <a:pt x="1006475" y="679450"/>
                </a:cubicBezTo>
                <a:lnTo>
                  <a:pt x="1016000" y="685800"/>
                </a:lnTo>
                <a:cubicBezTo>
                  <a:pt x="1032933" y="711200"/>
                  <a:pt x="1010708" y="680508"/>
                  <a:pt x="1031875" y="701675"/>
                </a:cubicBezTo>
                <a:cubicBezTo>
                  <a:pt x="1034573" y="704373"/>
                  <a:pt x="1035782" y="708269"/>
                  <a:pt x="1038225" y="711200"/>
                </a:cubicBezTo>
                <a:cubicBezTo>
                  <a:pt x="1045865" y="720367"/>
                  <a:pt x="1047909" y="720831"/>
                  <a:pt x="1057275" y="727075"/>
                </a:cubicBezTo>
                <a:cubicBezTo>
                  <a:pt x="1068917" y="744538"/>
                  <a:pt x="1057275" y="729721"/>
                  <a:pt x="1073150" y="742950"/>
                </a:cubicBezTo>
                <a:cubicBezTo>
                  <a:pt x="1076599" y="745825"/>
                  <a:pt x="1078939" y="749984"/>
                  <a:pt x="1082675" y="752475"/>
                </a:cubicBezTo>
                <a:cubicBezTo>
                  <a:pt x="1085460" y="754331"/>
                  <a:pt x="1089274" y="754025"/>
                  <a:pt x="1092200" y="755650"/>
                </a:cubicBezTo>
                <a:cubicBezTo>
                  <a:pt x="1098871" y="759356"/>
                  <a:pt x="1104010" y="765937"/>
                  <a:pt x="1111250" y="768350"/>
                </a:cubicBezTo>
                <a:lnTo>
                  <a:pt x="1139825" y="777875"/>
                </a:lnTo>
                <a:cubicBezTo>
                  <a:pt x="1143000" y="778933"/>
                  <a:pt x="1146103" y="780238"/>
                  <a:pt x="1149350" y="781050"/>
                </a:cubicBezTo>
                <a:cubicBezTo>
                  <a:pt x="1153583" y="782108"/>
                  <a:pt x="1157771" y="783369"/>
                  <a:pt x="1162050" y="784225"/>
                </a:cubicBezTo>
                <a:cubicBezTo>
                  <a:pt x="1168363" y="785488"/>
                  <a:pt x="1174816" y="786003"/>
                  <a:pt x="1181100" y="787400"/>
                </a:cubicBezTo>
                <a:cubicBezTo>
                  <a:pt x="1184367" y="788126"/>
                  <a:pt x="1187407" y="789656"/>
                  <a:pt x="1190625" y="790575"/>
                </a:cubicBezTo>
                <a:cubicBezTo>
                  <a:pt x="1194821" y="791774"/>
                  <a:pt x="1199145" y="792496"/>
                  <a:pt x="1203325" y="793750"/>
                </a:cubicBezTo>
                <a:lnTo>
                  <a:pt x="1231900" y="803275"/>
                </a:lnTo>
                <a:cubicBezTo>
                  <a:pt x="1235075" y="804333"/>
                  <a:pt x="1238640" y="804594"/>
                  <a:pt x="1241425" y="806450"/>
                </a:cubicBezTo>
                <a:lnTo>
                  <a:pt x="1260475" y="819150"/>
                </a:lnTo>
                <a:lnTo>
                  <a:pt x="1270000" y="825500"/>
                </a:lnTo>
                <a:cubicBezTo>
                  <a:pt x="1272117" y="828675"/>
                  <a:pt x="1273370" y="832641"/>
                  <a:pt x="1276350" y="835025"/>
                </a:cubicBezTo>
                <a:cubicBezTo>
                  <a:pt x="1278963" y="837116"/>
                  <a:pt x="1283508" y="835833"/>
                  <a:pt x="1285875" y="838200"/>
                </a:cubicBezTo>
                <a:cubicBezTo>
                  <a:pt x="1291271" y="843596"/>
                  <a:pt x="1293179" y="851854"/>
                  <a:pt x="1298575" y="857250"/>
                </a:cubicBezTo>
                <a:lnTo>
                  <a:pt x="1301750" y="860425"/>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2A5AB2F-2866-184F-8F8A-A4121EB51430}"/>
              </a:ext>
            </a:extLst>
          </p:cNvPr>
          <p:cNvSpPr txBox="1"/>
          <p:nvPr/>
        </p:nvSpPr>
        <p:spPr>
          <a:xfrm rot="219902">
            <a:off x="5032257" y="3886479"/>
            <a:ext cx="1371601" cy="246221"/>
          </a:xfrm>
          <a:prstGeom prst="rect">
            <a:avLst/>
          </a:prstGeom>
          <a:noFill/>
        </p:spPr>
        <p:txBody>
          <a:bodyPr wrap="square" rtlCol="0">
            <a:spAutoFit/>
          </a:bodyPr>
          <a:lstStyle/>
          <a:p>
            <a:pPr algn="ctr"/>
            <a:r>
              <a:rPr lang="en-US" sz="1000" b="1" dirty="0">
                <a:solidFill>
                  <a:srgbClr val="0304B4"/>
                </a:solidFill>
                <a:latin typeface="Century Gothic" panose="020B0502020202020204" pitchFamily="34" charset="0"/>
              </a:rPr>
              <a:t>Ganges River</a:t>
            </a:r>
          </a:p>
        </p:txBody>
      </p:sp>
      <p:sp>
        <p:nvSpPr>
          <p:cNvPr id="18" name="Freeform 17">
            <a:extLst>
              <a:ext uri="{FF2B5EF4-FFF2-40B4-BE49-F238E27FC236}">
                <a16:creationId xmlns:a16="http://schemas.microsoft.com/office/drawing/2014/main" id="{5AA7BC3F-22CC-E947-A935-22C2FC83DCD8}"/>
              </a:ext>
            </a:extLst>
          </p:cNvPr>
          <p:cNvSpPr/>
          <p:nvPr/>
        </p:nvSpPr>
        <p:spPr>
          <a:xfrm>
            <a:off x="5521325" y="3311525"/>
            <a:ext cx="1320800" cy="768350"/>
          </a:xfrm>
          <a:custGeom>
            <a:avLst/>
            <a:gdLst>
              <a:gd name="connsiteX0" fmla="*/ 806450 w 1320800"/>
              <a:gd name="connsiteY0" fmla="*/ 768350 h 768350"/>
              <a:gd name="connsiteX1" fmla="*/ 790575 w 1320800"/>
              <a:gd name="connsiteY1" fmla="*/ 765175 h 768350"/>
              <a:gd name="connsiteX2" fmla="*/ 787400 w 1320800"/>
              <a:gd name="connsiteY2" fmla="*/ 742950 h 768350"/>
              <a:gd name="connsiteX3" fmla="*/ 781050 w 1320800"/>
              <a:gd name="connsiteY3" fmla="*/ 720725 h 768350"/>
              <a:gd name="connsiteX4" fmla="*/ 774700 w 1320800"/>
              <a:gd name="connsiteY4" fmla="*/ 695325 h 768350"/>
              <a:gd name="connsiteX5" fmla="*/ 768350 w 1320800"/>
              <a:gd name="connsiteY5" fmla="*/ 685800 h 768350"/>
              <a:gd name="connsiteX6" fmla="*/ 755650 w 1320800"/>
              <a:gd name="connsiteY6" fmla="*/ 641350 h 768350"/>
              <a:gd name="connsiteX7" fmla="*/ 752475 w 1320800"/>
              <a:gd name="connsiteY7" fmla="*/ 631825 h 768350"/>
              <a:gd name="connsiteX8" fmla="*/ 749300 w 1320800"/>
              <a:gd name="connsiteY8" fmla="*/ 603250 h 768350"/>
              <a:gd name="connsiteX9" fmla="*/ 746125 w 1320800"/>
              <a:gd name="connsiteY9" fmla="*/ 593725 h 768350"/>
              <a:gd name="connsiteX10" fmla="*/ 736600 w 1320800"/>
              <a:gd name="connsiteY10" fmla="*/ 587375 h 768350"/>
              <a:gd name="connsiteX11" fmla="*/ 739775 w 1320800"/>
              <a:gd name="connsiteY11" fmla="*/ 558800 h 768350"/>
              <a:gd name="connsiteX12" fmla="*/ 752475 w 1320800"/>
              <a:gd name="connsiteY12" fmla="*/ 520700 h 768350"/>
              <a:gd name="connsiteX13" fmla="*/ 755650 w 1320800"/>
              <a:gd name="connsiteY13" fmla="*/ 511175 h 768350"/>
              <a:gd name="connsiteX14" fmla="*/ 765175 w 1320800"/>
              <a:gd name="connsiteY14" fmla="*/ 504825 h 768350"/>
              <a:gd name="connsiteX15" fmla="*/ 781050 w 1320800"/>
              <a:gd name="connsiteY15" fmla="*/ 492125 h 768350"/>
              <a:gd name="connsiteX16" fmla="*/ 784225 w 1320800"/>
              <a:gd name="connsiteY16" fmla="*/ 482600 h 768350"/>
              <a:gd name="connsiteX17" fmla="*/ 793750 w 1320800"/>
              <a:gd name="connsiteY17" fmla="*/ 479425 h 768350"/>
              <a:gd name="connsiteX18" fmla="*/ 857250 w 1320800"/>
              <a:gd name="connsiteY18" fmla="*/ 476250 h 768350"/>
              <a:gd name="connsiteX19" fmla="*/ 866775 w 1320800"/>
              <a:gd name="connsiteY19" fmla="*/ 473075 h 768350"/>
              <a:gd name="connsiteX20" fmla="*/ 876300 w 1320800"/>
              <a:gd name="connsiteY20" fmla="*/ 466725 h 768350"/>
              <a:gd name="connsiteX21" fmla="*/ 942975 w 1320800"/>
              <a:gd name="connsiteY21" fmla="*/ 463550 h 768350"/>
              <a:gd name="connsiteX22" fmla="*/ 949325 w 1320800"/>
              <a:gd name="connsiteY22" fmla="*/ 454025 h 768350"/>
              <a:gd name="connsiteX23" fmla="*/ 977900 w 1320800"/>
              <a:gd name="connsiteY23" fmla="*/ 438150 h 768350"/>
              <a:gd name="connsiteX24" fmla="*/ 993775 w 1320800"/>
              <a:gd name="connsiteY24" fmla="*/ 425450 h 768350"/>
              <a:gd name="connsiteX25" fmla="*/ 1012825 w 1320800"/>
              <a:gd name="connsiteY25" fmla="*/ 412750 h 768350"/>
              <a:gd name="connsiteX26" fmla="*/ 1022350 w 1320800"/>
              <a:gd name="connsiteY26" fmla="*/ 406400 h 768350"/>
              <a:gd name="connsiteX27" fmla="*/ 1050925 w 1320800"/>
              <a:gd name="connsiteY27" fmla="*/ 396875 h 768350"/>
              <a:gd name="connsiteX28" fmla="*/ 1069975 w 1320800"/>
              <a:gd name="connsiteY28" fmla="*/ 387350 h 768350"/>
              <a:gd name="connsiteX29" fmla="*/ 1089025 w 1320800"/>
              <a:gd name="connsiteY29" fmla="*/ 381000 h 768350"/>
              <a:gd name="connsiteX30" fmla="*/ 1098550 w 1320800"/>
              <a:gd name="connsiteY30" fmla="*/ 377825 h 768350"/>
              <a:gd name="connsiteX31" fmla="*/ 1108075 w 1320800"/>
              <a:gd name="connsiteY31" fmla="*/ 371475 h 768350"/>
              <a:gd name="connsiteX32" fmla="*/ 1120775 w 1320800"/>
              <a:gd name="connsiteY32" fmla="*/ 368300 h 768350"/>
              <a:gd name="connsiteX33" fmla="*/ 1149350 w 1320800"/>
              <a:gd name="connsiteY33" fmla="*/ 358775 h 768350"/>
              <a:gd name="connsiteX34" fmla="*/ 1158875 w 1320800"/>
              <a:gd name="connsiteY34" fmla="*/ 355600 h 768350"/>
              <a:gd name="connsiteX35" fmla="*/ 1168400 w 1320800"/>
              <a:gd name="connsiteY35" fmla="*/ 352425 h 768350"/>
              <a:gd name="connsiteX36" fmla="*/ 1177925 w 1320800"/>
              <a:gd name="connsiteY36" fmla="*/ 346075 h 768350"/>
              <a:gd name="connsiteX37" fmla="*/ 1187450 w 1320800"/>
              <a:gd name="connsiteY37" fmla="*/ 327025 h 768350"/>
              <a:gd name="connsiteX38" fmla="*/ 1196975 w 1320800"/>
              <a:gd name="connsiteY38" fmla="*/ 317500 h 768350"/>
              <a:gd name="connsiteX39" fmla="*/ 1209675 w 1320800"/>
              <a:gd name="connsiteY39" fmla="*/ 298450 h 768350"/>
              <a:gd name="connsiteX40" fmla="*/ 1212850 w 1320800"/>
              <a:gd name="connsiteY40" fmla="*/ 288925 h 768350"/>
              <a:gd name="connsiteX41" fmla="*/ 1244600 w 1320800"/>
              <a:gd name="connsiteY41" fmla="*/ 257175 h 768350"/>
              <a:gd name="connsiteX42" fmla="*/ 1263650 w 1320800"/>
              <a:gd name="connsiteY42" fmla="*/ 247650 h 768350"/>
              <a:gd name="connsiteX43" fmla="*/ 1273175 w 1320800"/>
              <a:gd name="connsiteY43" fmla="*/ 244475 h 768350"/>
              <a:gd name="connsiteX44" fmla="*/ 1282700 w 1320800"/>
              <a:gd name="connsiteY44" fmla="*/ 238125 h 768350"/>
              <a:gd name="connsiteX45" fmla="*/ 1301750 w 1320800"/>
              <a:gd name="connsiteY45" fmla="*/ 231775 h 768350"/>
              <a:gd name="connsiteX46" fmla="*/ 1308100 w 1320800"/>
              <a:gd name="connsiteY46" fmla="*/ 222250 h 768350"/>
              <a:gd name="connsiteX47" fmla="*/ 1317625 w 1320800"/>
              <a:gd name="connsiteY47" fmla="*/ 215900 h 768350"/>
              <a:gd name="connsiteX48" fmla="*/ 1320800 w 1320800"/>
              <a:gd name="connsiteY48" fmla="*/ 206375 h 768350"/>
              <a:gd name="connsiteX49" fmla="*/ 1317625 w 1320800"/>
              <a:gd name="connsiteY49" fmla="*/ 190500 h 768350"/>
              <a:gd name="connsiteX50" fmla="*/ 1298575 w 1320800"/>
              <a:gd name="connsiteY50" fmla="*/ 177800 h 768350"/>
              <a:gd name="connsiteX51" fmla="*/ 1289050 w 1320800"/>
              <a:gd name="connsiteY51" fmla="*/ 171450 h 768350"/>
              <a:gd name="connsiteX52" fmla="*/ 1270000 w 1320800"/>
              <a:gd name="connsiteY52" fmla="*/ 165100 h 768350"/>
              <a:gd name="connsiteX53" fmla="*/ 1250950 w 1320800"/>
              <a:gd name="connsiteY53" fmla="*/ 152400 h 768350"/>
              <a:gd name="connsiteX54" fmla="*/ 1247775 w 1320800"/>
              <a:gd name="connsiteY54" fmla="*/ 142875 h 768350"/>
              <a:gd name="connsiteX55" fmla="*/ 1241425 w 1320800"/>
              <a:gd name="connsiteY55" fmla="*/ 133350 h 768350"/>
              <a:gd name="connsiteX56" fmla="*/ 1238250 w 1320800"/>
              <a:gd name="connsiteY56" fmla="*/ 120650 h 768350"/>
              <a:gd name="connsiteX57" fmla="*/ 1241425 w 1320800"/>
              <a:gd name="connsiteY57" fmla="*/ 92075 h 768350"/>
              <a:gd name="connsiteX58" fmla="*/ 1244600 w 1320800"/>
              <a:gd name="connsiteY58" fmla="*/ 82550 h 768350"/>
              <a:gd name="connsiteX59" fmla="*/ 1263650 w 1320800"/>
              <a:gd name="connsiteY59" fmla="*/ 76200 h 768350"/>
              <a:gd name="connsiteX60" fmla="*/ 1266825 w 1320800"/>
              <a:gd name="connsiteY60" fmla="*/ 66675 h 768350"/>
              <a:gd name="connsiteX61" fmla="*/ 1279525 w 1320800"/>
              <a:gd name="connsiteY61" fmla="*/ 47625 h 768350"/>
              <a:gd name="connsiteX62" fmla="*/ 1282700 w 1320800"/>
              <a:gd name="connsiteY62" fmla="*/ 38100 h 768350"/>
              <a:gd name="connsiteX63" fmla="*/ 1257300 w 1320800"/>
              <a:gd name="connsiteY63" fmla="*/ 6350 h 768350"/>
              <a:gd name="connsiteX64" fmla="*/ 1238250 w 1320800"/>
              <a:gd name="connsiteY64" fmla="*/ 0 h 768350"/>
              <a:gd name="connsiteX65" fmla="*/ 1212850 w 1320800"/>
              <a:gd name="connsiteY65" fmla="*/ 3175 h 768350"/>
              <a:gd name="connsiteX66" fmla="*/ 1206500 w 1320800"/>
              <a:gd name="connsiteY66" fmla="*/ 12700 h 768350"/>
              <a:gd name="connsiteX67" fmla="*/ 1196975 w 1320800"/>
              <a:gd name="connsiteY67" fmla="*/ 22225 h 768350"/>
              <a:gd name="connsiteX68" fmla="*/ 1181100 w 1320800"/>
              <a:gd name="connsiteY68" fmla="*/ 47625 h 768350"/>
              <a:gd name="connsiteX69" fmla="*/ 1155700 w 1320800"/>
              <a:gd name="connsiteY69" fmla="*/ 69850 h 768350"/>
              <a:gd name="connsiteX70" fmla="*/ 1146175 w 1320800"/>
              <a:gd name="connsiteY70" fmla="*/ 76200 h 768350"/>
              <a:gd name="connsiteX71" fmla="*/ 1136650 w 1320800"/>
              <a:gd name="connsiteY71" fmla="*/ 82550 h 768350"/>
              <a:gd name="connsiteX72" fmla="*/ 1117600 w 1320800"/>
              <a:gd name="connsiteY72" fmla="*/ 88900 h 768350"/>
              <a:gd name="connsiteX73" fmla="*/ 1035050 w 1320800"/>
              <a:gd name="connsiteY73" fmla="*/ 95250 h 768350"/>
              <a:gd name="connsiteX74" fmla="*/ 1000125 w 1320800"/>
              <a:gd name="connsiteY74" fmla="*/ 101600 h 768350"/>
              <a:gd name="connsiteX75" fmla="*/ 971550 w 1320800"/>
              <a:gd name="connsiteY75" fmla="*/ 107950 h 768350"/>
              <a:gd name="connsiteX76" fmla="*/ 952500 w 1320800"/>
              <a:gd name="connsiteY76" fmla="*/ 111125 h 768350"/>
              <a:gd name="connsiteX77" fmla="*/ 901700 w 1320800"/>
              <a:gd name="connsiteY77" fmla="*/ 120650 h 768350"/>
              <a:gd name="connsiteX78" fmla="*/ 863600 w 1320800"/>
              <a:gd name="connsiteY78" fmla="*/ 123825 h 768350"/>
              <a:gd name="connsiteX79" fmla="*/ 793750 w 1320800"/>
              <a:gd name="connsiteY79" fmla="*/ 123825 h 768350"/>
              <a:gd name="connsiteX80" fmla="*/ 784225 w 1320800"/>
              <a:gd name="connsiteY80" fmla="*/ 127000 h 768350"/>
              <a:gd name="connsiteX81" fmla="*/ 774700 w 1320800"/>
              <a:gd name="connsiteY81" fmla="*/ 133350 h 768350"/>
              <a:gd name="connsiteX82" fmla="*/ 749300 w 1320800"/>
              <a:gd name="connsiteY82" fmla="*/ 127000 h 768350"/>
              <a:gd name="connsiteX83" fmla="*/ 739775 w 1320800"/>
              <a:gd name="connsiteY83" fmla="*/ 120650 h 768350"/>
              <a:gd name="connsiteX84" fmla="*/ 720725 w 1320800"/>
              <a:gd name="connsiteY84" fmla="*/ 114300 h 768350"/>
              <a:gd name="connsiteX85" fmla="*/ 701675 w 1320800"/>
              <a:gd name="connsiteY85" fmla="*/ 117475 h 768350"/>
              <a:gd name="connsiteX86" fmla="*/ 685800 w 1320800"/>
              <a:gd name="connsiteY86" fmla="*/ 120650 h 768350"/>
              <a:gd name="connsiteX87" fmla="*/ 647700 w 1320800"/>
              <a:gd name="connsiteY87" fmla="*/ 123825 h 768350"/>
              <a:gd name="connsiteX88" fmla="*/ 561975 w 1320800"/>
              <a:gd name="connsiteY88" fmla="*/ 117475 h 768350"/>
              <a:gd name="connsiteX89" fmla="*/ 552450 w 1320800"/>
              <a:gd name="connsiteY89" fmla="*/ 114300 h 768350"/>
              <a:gd name="connsiteX90" fmla="*/ 539750 w 1320800"/>
              <a:gd name="connsiteY90" fmla="*/ 117475 h 768350"/>
              <a:gd name="connsiteX91" fmla="*/ 523875 w 1320800"/>
              <a:gd name="connsiteY91" fmla="*/ 133350 h 768350"/>
              <a:gd name="connsiteX92" fmla="*/ 514350 w 1320800"/>
              <a:gd name="connsiteY92" fmla="*/ 152400 h 768350"/>
              <a:gd name="connsiteX93" fmla="*/ 495300 w 1320800"/>
              <a:gd name="connsiteY93" fmla="*/ 158750 h 768350"/>
              <a:gd name="connsiteX94" fmla="*/ 485775 w 1320800"/>
              <a:gd name="connsiteY94" fmla="*/ 161925 h 768350"/>
              <a:gd name="connsiteX95" fmla="*/ 447675 w 1320800"/>
              <a:gd name="connsiteY95" fmla="*/ 158750 h 768350"/>
              <a:gd name="connsiteX96" fmla="*/ 428625 w 1320800"/>
              <a:gd name="connsiteY96" fmla="*/ 152400 h 768350"/>
              <a:gd name="connsiteX97" fmla="*/ 419100 w 1320800"/>
              <a:gd name="connsiteY97" fmla="*/ 149225 h 768350"/>
              <a:gd name="connsiteX98" fmla="*/ 279400 w 1320800"/>
              <a:gd name="connsiteY98" fmla="*/ 155575 h 768350"/>
              <a:gd name="connsiteX99" fmla="*/ 222250 w 1320800"/>
              <a:gd name="connsiteY99" fmla="*/ 152400 h 768350"/>
              <a:gd name="connsiteX100" fmla="*/ 206375 w 1320800"/>
              <a:gd name="connsiteY100" fmla="*/ 136525 h 768350"/>
              <a:gd name="connsiteX101" fmla="*/ 196850 w 1320800"/>
              <a:gd name="connsiteY101" fmla="*/ 130175 h 768350"/>
              <a:gd name="connsiteX102" fmla="*/ 180975 w 1320800"/>
              <a:gd name="connsiteY102" fmla="*/ 117475 h 768350"/>
              <a:gd name="connsiteX103" fmla="*/ 161925 w 1320800"/>
              <a:gd name="connsiteY103" fmla="*/ 104775 h 768350"/>
              <a:gd name="connsiteX104" fmla="*/ 152400 w 1320800"/>
              <a:gd name="connsiteY104" fmla="*/ 98425 h 768350"/>
              <a:gd name="connsiteX105" fmla="*/ 142875 w 1320800"/>
              <a:gd name="connsiteY105" fmla="*/ 95250 h 768350"/>
              <a:gd name="connsiteX106" fmla="*/ 133350 w 1320800"/>
              <a:gd name="connsiteY106" fmla="*/ 88900 h 768350"/>
              <a:gd name="connsiteX107" fmla="*/ 114300 w 1320800"/>
              <a:gd name="connsiteY107" fmla="*/ 82550 h 768350"/>
              <a:gd name="connsiteX108" fmla="*/ 98425 w 1320800"/>
              <a:gd name="connsiteY108" fmla="*/ 66675 h 768350"/>
              <a:gd name="connsiteX109" fmla="*/ 92075 w 1320800"/>
              <a:gd name="connsiteY109" fmla="*/ 57150 h 768350"/>
              <a:gd name="connsiteX110" fmla="*/ 73025 w 1320800"/>
              <a:gd name="connsiteY110" fmla="*/ 50800 h 768350"/>
              <a:gd name="connsiteX111" fmla="*/ 63500 w 1320800"/>
              <a:gd name="connsiteY111" fmla="*/ 47625 h 768350"/>
              <a:gd name="connsiteX112" fmla="*/ 34925 w 1320800"/>
              <a:gd name="connsiteY112" fmla="*/ 41275 h 768350"/>
              <a:gd name="connsiteX113" fmla="*/ 28575 w 1320800"/>
              <a:gd name="connsiteY113" fmla="*/ 22225 h 768350"/>
              <a:gd name="connsiteX114" fmla="*/ 9525 w 1320800"/>
              <a:gd name="connsiteY114" fmla="*/ 9525 h 768350"/>
              <a:gd name="connsiteX115" fmla="*/ 0 w 1320800"/>
              <a:gd name="connsiteY115" fmla="*/ 635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320800" h="768350">
                <a:moveTo>
                  <a:pt x="806450" y="768350"/>
                </a:moveTo>
                <a:cubicBezTo>
                  <a:pt x="801158" y="767292"/>
                  <a:pt x="793813" y="769492"/>
                  <a:pt x="790575" y="765175"/>
                </a:cubicBezTo>
                <a:cubicBezTo>
                  <a:pt x="786085" y="759188"/>
                  <a:pt x="788739" y="750313"/>
                  <a:pt x="787400" y="742950"/>
                </a:cubicBezTo>
                <a:cubicBezTo>
                  <a:pt x="783441" y="721174"/>
                  <a:pt x="785584" y="738860"/>
                  <a:pt x="781050" y="720725"/>
                </a:cubicBezTo>
                <a:cubicBezTo>
                  <a:pt x="779239" y="713479"/>
                  <a:pt x="778329" y="702583"/>
                  <a:pt x="774700" y="695325"/>
                </a:cubicBezTo>
                <a:cubicBezTo>
                  <a:pt x="772993" y="691912"/>
                  <a:pt x="770467" y="688975"/>
                  <a:pt x="768350" y="685800"/>
                </a:cubicBezTo>
                <a:cubicBezTo>
                  <a:pt x="760377" y="653906"/>
                  <a:pt x="764760" y="668679"/>
                  <a:pt x="755650" y="641350"/>
                </a:cubicBezTo>
                <a:lnTo>
                  <a:pt x="752475" y="631825"/>
                </a:lnTo>
                <a:cubicBezTo>
                  <a:pt x="751417" y="622300"/>
                  <a:pt x="750876" y="612703"/>
                  <a:pt x="749300" y="603250"/>
                </a:cubicBezTo>
                <a:cubicBezTo>
                  <a:pt x="748750" y="599949"/>
                  <a:pt x="748216" y="596338"/>
                  <a:pt x="746125" y="593725"/>
                </a:cubicBezTo>
                <a:cubicBezTo>
                  <a:pt x="743741" y="590745"/>
                  <a:pt x="739775" y="589492"/>
                  <a:pt x="736600" y="587375"/>
                </a:cubicBezTo>
                <a:cubicBezTo>
                  <a:pt x="731308" y="571500"/>
                  <a:pt x="732367" y="581025"/>
                  <a:pt x="739775" y="558800"/>
                </a:cubicBezTo>
                <a:lnTo>
                  <a:pt x="752475" y="520700"/>
                </a:lnTo>
                <a:cubicBezTo>
                  <a:pt x="753533" y="517525"/>
                  <a:pt x="752865" y="513031"/>
                  <a:pt x="755650" y="511175"/>
                </a:cubicBezTo>
                <a:lnTo>
                  <a:pt x="765175" y="504825"/>
                </a:lnTo>
                <a:cubicBezTo>
                  <a:pt x="793365" y="462540"/>
                  <a:pt x="750378" y="522797"/>
                  <a:pt x="781050" y="492125"/>
                </a:cubicBezTo>
                <a:cubicBezTo>
                  <a:pt x="783417" y="489758"/>
                  <a:pt x="781858" y="484967"/>
                  <a:pt x="784225" y="482600"/>
                </a:cubicBezTo>
                <a:cubicBezTo>
                  <a:pt x="786592" y="480233"/>
                  <a:pt x="790416" y="479715"/>
                  <a:pt x="793750" y="479425"/>
                </a:cubicBezTo>
                <a:cubicBezTo>
                  <a:pt x="814863" y="477589"/>
                  <a:pt x="836083" y="477308"/>
                  <a:pt x="857250" y="476250"/>
                </a:cubicBezTo>
                <a:cubicBezTo>
                  <a:pt x="860425" y="475192"/>
                  <a:pt x="863782" y="474572"/>
                  <a:pt x="866775" y="473075"/>
                </a:cubicBezTo>
                <a:cubicBezTo>
                  <a:pt x="870188" y="471368"/>
                  <a:pt x="872514" y="467198"/>
                  <a:pt x="876300" y="466725"/>
                </a:cubicBezTo>
                <a:cubicBezTo>
                  <a:pt x="898378" y="463965"/>
                  <a:pt x="920750" y="464608"/>
                  <a:pt x="942975" y="463550"/>
                </a:cubicBezTo>
                <a:cubicBezTo>
                  <a:pt x="945092" y="460375"/>
                  <a:pt x="946453" y="456538"/>
                  <a:pt x="949325" y="454025"/>
                </a:cubicBezTo>
                <a:cubicBezTo>
                  <a:pt x="962762" y="442268"/>
                  <a:pt x="964818" y="442511"/>
                  <a:pt x="977900" y="438150"/>
                </a:cubicBezTo>
                <a:cubicBezTo>
                  <a:pt x="989633" y="420551"/>
                  <a:pt x="977537" y="434471"/>
                  <a:pt x="993775" y="425450"/>
                </a:cubicBezTo>
                <a:cubicBezTo>
                  <a:pt x="1000446" y="421744"/>
                  <a:pt x="1006475" y="416983"/>
                  <a:pt x="1012825" y="412750"/>
                </a:cubicBezTo>
                <a:cubicBezTo>
                  <a:pt x="1016000" y="410633"/>
                  <a:pt x="1018730" y="407607"/>
                  <a:pt x="1022350" y="406400"/>
                </a:cubicBezTo>
                <a:lnTo>
                  <a:pt x="1050925" y="396875"/>
                </a:lnTo>
                <a:cubicBezTo>
                  <a:pt x="1085663" y="385296"/>
                  <a:pt x="1033046" y="403763"/>
                  <a:pt x="1069975" y="387350"/>
                </a:cubicBezTo>
                <a:cubicBezTo>
                  <a:pt x="1076092" y="384632"/>
                  <a:pt x="1082675" y="383117"/>
                  <a:pt x="1089025" y="381000"/>
                </a:cubicBezTo>
                <a:cubicBezTo>
                  <a:pt x="1092200" y="379942"/>
                  <a:pt x="1095765" y="379681"/>
                  <a:pt x="1098550" y="377825"/>
                </a:cubicBezTo>
                <a:cubicBezTo>
                  <a:pt x="1101725" y="375708"/>
                  <a:pt x="1104568" y="372978"/>
                  <a:pt x="1108075" y="371475"/>
                </a:cubicBezTo>
                <a:cubicBezTo>
                  <a:pt x="1112086" y="369756"/>
                  <a:pt x="1116595" y="369554"/>
                  <a:pt x="1120775" y="368300"/>
                </a:cubicBezTo>
                <a:lnTo>
                  <a:pt x="1149350" y="358775"/>
                </a:lnTo>
                <a:lnTo>
                  <a:pt x="1158875" y="355600"/>
                </a:lnTo>
                <a:cubicBezTo>
                  <a:pt x="1162050" y="354542"/>
                  <a:pt x="1165615" y="354281"/>
                  <a:pt x="1168400" y="352425"/>
                </a:cubicBezTo>
                <a:lnTo>
                  <a:pt x="1177925" y="346075"/>
                </a:lnTo>
                <a:cubicBezTo>
                  <a:pt x="1181107" y="336529"/>
                  <a:pt x="1180611" y="335231"/>
                  <a:pt x="1187450" y="327025"/>
                </a:cubicBezTo>
                <a:cubicBezTo>
                  <a:pt x="1190325" y="323576"/>
                  <a:pt x="1194218" y="321044"/>
                  <a:pt x="1196975" y="317500"/>
                </a:cubicBezTo>
                <a:cubicBezTo>
                  <a:pt x="1201660" y="311476"/>
                  <a:pt x="1207262" y="305690"/>
                  <a:pt x="1209675" y="298450"/>
                </a:cubicBezTo>
                <a:cubicBezTo>
                  <a:pt x="1210733" y="295275"/>
                  <a:pt x="1211225" y="291851"/>
                  <a:pt x="1212850" y="288925"/>
                </a:cubicBezTo>
                <a:cubicBezTo>
                  <a:pt x="1220547" y="275070"/>
                  <a:pt x="1228436" y="262563"/>
                  <a:pt x="1244600" y="257175"/>
                </a:cubicBezTo>
                <a:cubicBezTo>
                  <a:pt x="1268541" y="249195"/>
                  <a:pt x="1239031" y="259960"/>
                  <a:pt x="1263650" y="247650"/>
                </a:cubicBezTo>
                <a:cubicBezTo>
                  <a:pt x="1266643" y="246153"/>
                  <a:pt x="1270182" y="245972"/>
                  <a:pt x="1273175" y="244475"/>
                </a:cubicBezTo>
                <a:cubicBezTo>
                  <a:pt x="1276588" y="242768"/>
                  <a:pt x="1279213" y="239675"/>
                  <a:pt x="1282700" y="238125"/>
                </a:cubicBezTo>
                <a:cubicBezTo>
                  <a:pt x="1288817" y="235407"/>
                  <a:pt x="1301750" y="231775"/>
                  <a:pt x="1301750" y="231775"/>
                </a:cubicBezTo>
                <a:cubicBezTo>
                  <a:pt x="1303867" y="228600"/>
                  <a:pt x="1305402" y="224948"/>
                  <a:pt x="1308100" y="222250"/>
                </a:cubicBezTo>
                <a:cubicBezTo>
                  <a:pt x="1310798" y="219552"/>
                  <a:pt x="1315241" y="218880"/>
                  <a:pt x="1317625" y="215900"/>
                </a:cubicBezTo>
                <a:cubicBezTo>
                  <a:pt x="1319716" y="213287"/>
                  <a:pt x="1319742" y="209550"/>
                  <a:pt x="1320800" y="206375"/>
                </a:cubicBezTo>
                <a:cubicBezTo>
                  <a:pt x="1319742" y="201083"/>
                  <a:pt x="1320038" y="195327"/>
                  <a:pt x="1317625" y="190500"/>
                </a:cubicBezTo>
                <a:cubicBezTo>
                  <a:pt x="1311606" y="178463"/>
                  <a:pt x="1307982" y="182504"/>
                  <a:pt x="1298575" y="177800"/>
                </a:cubicBezTo>
                <a:cubicBezTo>
                  <a:pt x="1295162" y="176093"/>
                  <a:pt x="1292537" y="173000"/>
                  <a:pt x="1289050" y="171450"/>
                </a:cubicBezTo>
                <a:cubicBezTo>
                  <a:pt x="1282933" y="168732"/>
                  <a:pt x="1275569" y="168813"/>
                  <a:pt x="1270000" y="165100"/>
                </a:cubicBezTo>
                <a:lnTo>
                  <a:pt x="1250950" y="152400"/>
                </a:lnTo>
                <a:cubicBezTo>
                  <a:pt x="1249892" y="149225"/>
                  <a:pt x="1249272" y="145868"/>
                  <a:pt x="1247775" y="142875"/>
                </a:cubicBezTo>
                <a:cubicBezTo>
                  <a:pt x="1246068" y="139462"/>
                  <a:pt x="1242928" y="136857"/>
                  <a:pt x="1241425" y="133350"/>
                </a:cubicBezTo>
                <a:cubicBezTo>
                  <a:pt x="1239706" y="129339"/>
                  <a:pt x="1239308" y="124883"/>
                  <a:pt x="1238250" y="120650"/>
                </a:cubicBezTo>
                <a:cubicBezTo>
                  <a:pt x="1239308" y="111125"/>
                  <a:pt x="1239849" y="101528"/>
                  <a:pt x="1241425" y="92075"/>
                </a:cubicBezTo>
                <a:cubicBezTo>
                  <a:pt x="1241975" y="88774"/>
                  <a:pt x="1241877" y="84495"/>
                  <a:pt x="1244600" y="82550"/>
                </a:cubicBezTo>
                <a:cubicBezTo>
                  <a:pt x="1250047" y="78659"/>
                  <a:pt x="1263650" y="76200"/>
                  <a:pt x="1263650" y="76200"/>
                </a:cubicBezTo>
                <a:cubicBezTo>
                  <a:pt x="1264708" y="73025"/>
                  <a:pt x="1265200" y="69601"/>
                  <a:pt x="1266825" y="66675"/>
                </a:cubicBezTo>
                <a:cubicBezTo>
                  <a:pt x="1270531" y="60004"/>
                  <a:pt x="1277112" y="54865"/>
                  <a:pt x="1279525" y="47625"/>
                </a:cubicBezTo>
                <a:lnTo>
                  <a:pt x="1282700" y="38100"/>
                </a:lnTo>
                <a:cubicBezTo>
                  <a:pt x="1276636" y="19907"/>
                  <a:pt x="1278842" y="13531"/>
                  <a:pt x="1257300" y="6350"/>
                </a:cubicBezTo>
                <a:lnTo>
                  <a:pt x="1238250" y="0"/>
                </a:lnTo>
                <a:cubicBezTo>
                  <a:pt x="1229783" y="1058"/>
                  <a:pt x="1220772" y="6"/>
                  <a:pt x="1212850" y="3175"/>
                </a:cubicBezTo>
                <a:cubicBezTo>
                  <a:pt x="1209307" y="4592"/>
                  <a:pt x="1208943" y="9769"/>
                  <a:pt x="1206500" y="12700"/>
                </a:cubicBezTo>
                <a:cubicBezTo>
                  <a:pt x="1203625" y="16149"/>
                  <a:pt x="1200150" y="19050"/>
                  <a:pt x="1196975" y="22225"/>
                </a:cubicBezTo>
                <a:cubicBezTo>
                  <a:pt x="1189418" y="44895"/>
                  <a:pt x="1196194" y="37562"/>
                  <a:pt x="1181100" y="47625"/>
                </a:cubicBezTo>
                <a:cubicBezTo>
                  <a:pt x="1170517" y="63500"/>
                  <a:pt x="1177925" y="55033"/>
                  <a:pt x="1155700" y="69850"/>
                </a:cubicBezTo>
                <a:lnTo>
                  <a:pt x="1146175" y="76200"/>
                </a:lnTo>
                <a:cubicBezTo>
                  <a:pt x="1143000" y="78317"/>
                  <a:pt x="1140270" y="81343"/>
                  <a:pt x="1136650" y="82550"/>
                </a:cubicBezTo>
                <a:lnTo>
                  <a:pt x="1117600" y="88900"/>
                </a:lnTo>
                <a:cubicBezTo>
                  <a:pt x="1084961" y="99780"/>
                  <a:pt x="1111419" y="91930"/>
                  <a:pt x="1035050" y="95250"/>
                </a:cubicBezTo>
                <a:cubicBezTo>
                  <a:pt x="995836" y="103093"/>
                  <a:pt x="1044809" y="93476"/>
                  <a:pt x="1000125" y="101600"/>
                </a:cubicBezTo>
                <a:cubicBezTo>
                  <a:pt x="939129" y="112690"/>
                  <a:pt x="1022511" y="97758"/>
                  <a:pt x="971550" y="107950"/>
                </a:cubicBezTo>
                <a:cubicBezTo>
                  <a:pt x="965237" y="109213"/>
                  <a:pt x="958827" y="109939"/>
                  <a:pt x="952500" y="111125"/>
                </a:cubicBezTo>
                <a:cubicBezTo>
                  <a:pt x="944418" y="112640"/>
                  <a:pt x="913514" y="119337"/>
                  <a:pt x="901700" y="120650"/>
                </a:cubicBezTo>
                <a:cubicBezTo>
                  <a:pt x="889034" y="122057"/>
                  <a:pt x="876300" y="122767"/>
                  <a:pt x="863600" y="123825"/>
                </a:cubicBezTo>
                <a:cubicBezTo>
                  <a:pt x="826657" y="120983"/>
                  <a:pt x="826395" y="118384"/>
                  <a:pt x="793750" y="123825"/>
                </a:cubicBezTo>
                <a:cubicBezTo>
                  <a:pt x="790449" y="124375"/>
                  <a:pt x="787218" y="125503"/>
                  <a:pt x="784225" y="127000"/>
                </a:cubicBezTo>
                <a:cubicBezTo>
                  <a:pt x="780812" y="128707"/>
                  <a:pt x="777875" y="131233"/>
                  <a:pt x="774700" y="133350"/>
                </a:cubicBezTo>
                <a:cubicBezTo>
                  <a:pt x="768662" y="132142"/>
                  <a:pt x="755809" y="130254"/>
                  <a:pt x="749300" y="127000"/>
                </a:cubicBezTo>
                <a:cubicBezTo>
                  <a:pt x="745887" y="125293"/>
                  <a:pt x="743262" y="122200"/>
                  <a:pt x="739775" y="120650"/>
                </a:cubicBezTo>
                <a:cubicBezTo>
                  <a:pt x="733658" y="117932"/>
                  <a:pt x="720725" y="114300"/>
                  <a:pt x="720725" y="114300"/>
                </a:cubicBezTo>
                <a:lnTo>
                  <a:pt x="701675" y="117475"/>
                </a:lnTo>
                <a:cubicBezTo>
                  <a:pt x="696366" y="118440"/>
                  <a:pt x="691159" y="120019"/>
                  <a:pt x="685800" y="120650"/>
                </a:cubicBezTo>
                <a:cubicBezTo>
                  <a:pt x="673143" y="122139"/>
                  <a:pt x="660400" y="122767"/>
                  <a:pt x="647700" y="123825"/>
                </a:cubicBezTo>
                <a:cubicBezTo>
                  <a:pt x="619681" y="122491"/>
                  <a:pt x="589928" y="123687"/>
                  <a:pt x="561975" y="117475"/>
                </a:cubicBezTo>
                <a:cubicBezTo>
                  <a:pt x="558708" y="116749"/>
                  <a:pt x="555625" y="115358"/>
                  <a:pt x="552450" y="114300"/>
                </a:cubicBezTo>
                <a:cubicBezTo>
                  <a:pt x="548217" y="115358"/>
                  <a:pt x="543761" y="115756"/>
                  <a:pt x="539750" y="117475"/>
                </a:cubicBezTo>
                <a:cubicBezTo>
                  <a:pt x="531668" y="120939"/>
                  <a:pt x="527723" y="125653"/>
                  <a:pt x="523875" y="133350"/>
                </a:cubicBezTo>
                <a:cubicBezTo>
                  <a:pt x="520887" y="139326"/>
                  <a:pt x="520968" y="148264"/>
                  <a:pt x="514350" y="152400"/>
                </a:cubicBezTo>
                <a:cubicBezTo>
                  <a:pt x="508674" y="155948"/>
                  <a:pt x="501650" y="156633"/>
                  <a:pt x="495300" y="158750"/>
                </a:cubicBezTo>
                <a:lnTo>
                  <a:pt x="485775" y="161925"/>
                </a:lnTo>
                <a:cubicBezTo>
                  <a:pt x="473075" y="160867"/>
                  <a:pt x="460246" y="160845"/>
                  <a:pt x="447675" y="158750"/>
                </a:cubicBezTo>
                <a:cubicBezTo>
                  <a:pt x="441073" y="157650"/>
                  <a:pt x="434975" y="154517"/>
                  <a:pt x="428625" y="152400"/>
                </a:cubicBezTo>
                <a:lnTo>
                  <a:pt x="419100" y="149225"/>
                </a:lnTo>
                <a:lnTo>
                  <a:pt x="279400" y="155575"/>
                </a:lnTo>
                <a:cubicBezTo>
                  <a:pt x="260321" y="155575"/>
                  <a:pt x="241300" y="153458"/>
                  <a:pt x="222250" y="152400"/>
                </a:cubicBezTo>
                <a:cubicBezTo>
                  <a:pt x="196850" y="135467"/>
                  <a:pt x="227542" y="157692"/>
                  <a:pt x="206375" y="136525"/>
                </a:cubicBezTo>
                <a:cubicBezTo>
                  <a:pt x="203677" y="133827"/>
                  <a:pt x="200025" y="132292"/>
                  <a:pt x="196850" y="130175"/>
                </a:cubicBezTo>
                <a:cubicBezTo>
                  <a:pt x="185117" y="112576"/>
                  <a:pt x="197213" y="126496"/>
                  <a:pt x="180975" y="117475"/>
                </a:cubicBezTo>
                <a:cubicBezTo>
                  <a:pt x="174304" y="113769"/>
                  <a:pt x="168275" y="109008"/>
                  <a:pt x="161925" y="104775"/>
                </a:cubicBezTo>
                <a:cubicBezTo>
                  <a:pt x="158750" y="102658"/>
                  <a:pt x="156020" y="99632"/>
                  <a:pt x="152400" y="98425"/>
                </a:cubicBezTo>
                <a:cubicBezTo>
                  <a:pt x="149225" y="97367"/>
                  <a:pt x="145868" y="96747"/>
                  <a:pt x="142875" y="95250"/>
                </a:cubicBezTo>
                <a:cubicBezTo>
                  <a:pt x="139462" y="93543"/>
                  <a:pt x="136837" y="90450"/>
                  <a:pt x="133350" y="88900"/>
                </a:cubicBezTo>
                <a:cubicBezTo>
                  <a:pt x="127233" y="86182"/>
                  <a:pt x="114300" y="82550"/>
                  <a:pt x="114300" y="82550"/>
                </a:cubicBezTo>
                <a:cubicBezTo>
                  <a:pt x="97367" y="57150"/>
                  <a:pt x="119592" y="87842"/>
                  <a:pt x="98425" y="66675"/>
                </a:cubicBezTo>
                <a:cubicBezTo>
                  <a:pt x="95727" y="63977"/>
                  <a:pt x="95311" y="59172"/>
                  <a:pt x="92075" y="57150"/>
                </a:cubicBezTo>
                <a:cubicBezTo>
                  <a:pt x="86399" y="53602"/>
                  <a:pt x="79375" y="52917"/>
                  <a:pt x="73025" y="50800"/>
                </a:cubicBezTo>
                <a:cubicBezTo>
                  <a:pt x="69850" y="49742"/>
                  <a:pt x="66801" y="48175"/>
                  <a:pt x="63500" y="47625"/>
                </a:cubicBezTo>
                <a:cubicBezTo>
                  <a:pt x="41149" y="43900"/>
                  <a:pt x="50557" y="46486"/>
                  <a:pt x="34925" y="41275"/>
                </a:cubicBezTo>
                <a:cubicBezTo>
                  <a:pt x="32808" y="34925"/>
                  <a:pt x="34144" y="25938"/>
                  <a:pt x="28575" y="22225"/>
                </a:cubicBezTo>
                <a:cubicBezTo>
                  <a:pt x="22225" y="17992"/>
                  <a:pt x="16765" y="11938"/>
                  <a:pt x="9525" y="9525"/>
                </a:cubicBezTo>
                <a:lnTo>
                  <a:pt x="0" y="6350"/>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FD1C519-B824-5049-9B8B-44570A85AA06}"/>
              </a:ext>
            </a:extLst>
          </p:cNvPr>
          <p:cNvSpPr txBox="1"/>
          <p:nvPr/>
        </p:nvSpPr>
        <p:spPr>
          <a:xfrm>
            <a:off x="7102955" y="3546635"/>
            <a:ext cx="1371601" cy="461665"/>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Brahmaputra River</a:t>
            </a:r>
          </a:p>
        </p:txBody>
      </p:sp>
      <p:cxnSp>
        <p:nvCxnSpPr>
          <p:cNvPr id="20" name="Straight Arrow Connector 19">
            <a:extLst>
              <a:ext uri="{FF2B5EF4-FFF2-40B4-BE49-F238E27FC236}">
                <a16:creationId xmlns:a16="http://schemas.microsoft.com/office/drawing/2014/main" id="{DAC33027-89D8-E44E-A14F-0AF30378DBB9}"/>
              </a:ext>
            </a:extLst>
          </p:cNvPr>
          <p:cNvCxnSpPr>
            <a:cxnSpLocks/>
          </p:cNvCxnSpPr>
          <p:nvPr/>
        </p:nvCxnSpPr>
        <p:spPr>
          <a:xfrm>
            <a:off x="6610233" y="3706812"/>
            <a:ext cx="7086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1" name="Picture 20">
            <a:extLst>
              <a:ext uri="{FF2B5EF4-FFF2-40B4-BE49-F238E27FC236}">
                <a16:creationId xmlns:a16="http://schemas.microsoft.com/office/drawing/2014/main" id="{F9907B6D-5FE7-A84B-AF84-99431EA7C83B}"/>
              </a:ext>
            </a:extLst>
          </p:cNvPr>
          <p:cNvPicPr>
            <a:picLocks noChangeAspect="1"/>
          </p:cNvPicPr>
          <p:nvPr/>
        </p:nvPicPr>
        <p:blipFill>
          <a:blip r:embed="rId3"/>
          <a:stretch>
            <a:fillRect/>
          </a:stretch>
        </p:blipFill>
        <p:spPr>
          <a:xfrm rot="5400000">
            <a:off x="2712819" y="158518"/>
            <a:ext cx="1886131" cy="509260"/>
          </a:xfrm>
          <a:prstGeom prst="rect">
            <a:avLst/>
          </a:prstGeom>
        </p:spPr>
      </p:pic>
      <p:sp>
        <p:nvSpPr>
          <p:cNvPr id="22" name="TextBox 21">
            <a:extLst>
              <a:ext uri="{FF2B5EF4-FFF2-40B4-BE49-F238E27FC236}">
                <a16:creationId xmlns:a16="http://schemas.microsoft.com/office/drawing/2014/main" id="{8ED50F34-917F-6044-B3C1-481D80D81BA0}"/>
              </a:ext>
            </a:extLst>
          </p:cNvPr>
          <p:cNvSpPr txBox="1"/>
          <p:nvPr/>
        </p:nvSpPr>
        <p:spPr>
          <a:xfrm rot="5400000">
            <a:off x="2030651" y="598463"/>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Ural Mts.</a:t>
            </a:r>
          </a:p>
        </p:txBody>
      </p:sp>
      <p:pic>
        <p:nvPicPr>
          <p:cNvPr id="23" name="Picture 22">
            <a:extLst>
              <a:ext uri="{FF2B5EF4-FFF2-40B4-BE49-F238E27FC236}">
                <a16:creationId xmlns:a16="http://schemas.microsoft.com/office/drawing/2014/main" id="{0AF3322A-C459-C94B-AF62-8FE6F3CFD5AD}"/>
              </a:ext>
            </a:extLst>
          </p:cNvPr>
          <p:cNvPicPr>
            <a:picLocks noChangeAspect="1"/>
          </p:cNvPicPr>
          <p:nvPr/>
        </p:nvPicPr>
        <p:blipFill>
          <a:blip r:embed="rId3"/>
          <a:stretch>
            <a:fillRect/>
          </a:stretch>
        </p:blipFill>
        <p:spPr>
          <a:xfrm rot="21261954">
            <a:off x="4355874" y="2383208"/>
            <a:ext cx="958776" cy="302310"/>
          </a:xfrm>
          <a:prstGeom prst="rect">
            <a:avLst/>
          </a:prstGeom>
        </p:spPr>
      </p:pic>
      <p:sp>
        <p:nvSpPr>
          <p:cNvPr id="24" name="TextBox 23">
            <a:extLst>
              <a:ext uri="{FF2B5EF4-FFF2-40B4-BE49-F238E27FC236}">
                <a16:creationId xmlns:a16="http://schemas.microsoft.com/office/drawing/2014/main" id="{D1390A0C-4131-ED4D-A43D-983106CED051}"/>
              </a:ext>
            </a:extLst>
          </p:cNvPr>
          <p:cNvSpPr txBox="1"/>
          <p:nvPr/>
        </p:nvSpPr>
        <p:spPr>
          <a:xfrm rot="20419089">
            <a:off x="3377355" y="2162231"/>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Hindu Kush</a:t>
            </a:r>
          </a:p>
        </p:txBody>
      </p:sp>
      <p:pic>
        <p:nvPicPr>
          <p:cNvPr id="25" name="Picture 24">
            <a:extLst>
              <a:ext uri="{FF2B5EF4-FFF2-40B4-BE49-F238E27FC236}">
                <a16:creationId xmlns:a16="http://schemas.microsoft.com/office/drawing/2014/main" id="{2BCBC173-137E-B949-B250-D7665C2BE703}"/>
              </a:ext>
            </a:extLst>
          </p:cNvPr>
          <p:cNvPicPr>
            <a:picLocks noChangeAspect="1"/>
          </p:cNvPicPr>
          <p:nvPr/>
        </p:nvPicPr>
        <p:blipFill>
          <a:blip r:embed="rId3"/>
          <a:stretch>
            <a:fillRect/>
          </a:stretch>
        </p:blipFill>
        <p:spPr>
          <a:xfrm rot="2155047">
            <a:off x="4539493" y="3220992"/>
            <a:ext cx="1886131" cy="388910"/>
          </a:xfrm>
          <a:prstGeom prst="rect">
            <a:avLst/>
          </a:prstGeom>
        </p:spPr>
      </p:pic>
      <p:sp>
        <p:nvSpPr>
          <p:cNvPr id="26" name="TextBox 25">
            <a:extLst>
              <a:ext uri="{FF2B5EF4-FFF2-40B4-BE49-F238E27FC236}">
                <a16:creationId xmlns:a16="http://schemas.microsoft.com/office/drawing/2014/main" id="{F1D26134-5C10-D54E-8EC1-7A31E378D99F}"/>
              </a:ext>
            </a:extLst>
          </p:cNvPr>
          <p:cNvSpPr txBox="1"/>
          <p:nvPr/>
        </p:nvSpPr>
        <p:spPr>
          <a:xfrm rot="2160620">
            <a:off x="4355040" y="3122712"/>
            <a:ext cx="2791665" cy="307777"/>
          </a:xfrm>
          <a:prstGeom prst="rect">
            <a:avLst/>
          </a:prstGeom>
          <a:noFill/>
        </p:spPr>
        <p:txBody>
          <a:bodyPr wrap="square" rtlCol="0">
            <a:spAutoFit/>
          </a:bodyPr>
          <a:lstStyle/>
          <a:p>
            <a:pPr algn="ctr"/>
            <a:r>
              <a:rPr lang="en-US" sz="1400" b="1" dirty="0">
                <a:solidFill>
                  <a:srgbClr val="72330A"/>
                </a:solidFill>
                <a:latin typeface="Century Gothic" panose="020B0502020202020204" pitchFamily="34" charset="0"/>
              </a:rPr>
              <a:t>Himalayan Mts.</a:t>
            </a:r>
          </a:p>
        </p:txBody>
      </p:sp>
      <p:sp>
        <p:nvSpPr>
          <p:cNvPr id="27" name="TextBox 26">
            <a:extLst>
              <a:ext uri="{FF2B5EF4-FFF2-40B4-BE49-F238E27FC236}">
                <a16:creationId xmlns:a16="http://schemas.microsoft.com/office/drawing/2014/main" id="{5A38A17C-39D9-2B4C-A914-C9A34B2502B7}"/>
              </a:ext>
            </a:extLst>
          </p:cNvPr>
          <p:cNvSpPr txBox="1"/>
          <p:nvPr/>
        </p:nvSpPr>
        <p:spPr>
          <a:xfrm>
            <a:off x="5572155" y="2707998"/>
            <a:ext cx="915447" cy="461665"/>
          </a:xfrm>
          <a:prstGeom prst="rect">
            <a:avLst/>
          </a:prstGeom>
          <a:noFill/>
        </p:spPr>
        <p:txBody>
          <a:bodyPr wrap="square" rtlCol="0">
            <a:spAutoFit/>
          </a:bodyPr>
          <a:lstStyle/>
          <a:p>
            <a:pPr algn="ctr"/>
            <a:r>
              <a:rPr lang="en-US" sz="1200" b="1" dirty="0">
                <a:solidFill>
                  <a:schemeClr val="accent6">
                    <a:lumMod val="50000"/>
                  </a:schemeClr>
                </a:solidFill>
                <a:latin typeface="Century Gothic" panose="020B0502020202020204" pitchFamily="34" charset="0"/>
              </a:rPr>
              <a:t>Plateau of Tibet</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a:endCxn id="27" idx="1"/>
          </p:cNvCxnSpPr>
          <p:nvPr/>
        </p:nvCxnSpPr>
        <p:spPr>
          <a:xfrm flipV="1">
            <a:off x="1612900" y="2938831"/>
            <a:ext cx="3959255" cy="487788"/>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Tree>
    <p:extLst>
      <p:ext uri="{BB962C8B-B14F-4D97-AF65-F5344CB8AC3E}">
        <p14:creationId xmlns:p14="http://schemas.microsoft.com/office/powerpoint/2010/main" val="1961011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a:extLst>
              <a:ext uri="{FF2B5EF4-FFF2-40B4-BE49-F238E27FC236}">
                <a16:creationId xmlns:a16="http://schemas.microsoft.com/office/drawing/2014/main" id="{ECCB2875-00D4-C34D-A5FC-4F4BE9E9F8D0}"/>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t="11540" b="6480"/>
          <a:stretch/>
        </p:blipFill>
        <p:spPr bwMode="auto">
          <a:xfrm>
            <a:off x="0" y="0"/>
            <a:ext cx="9998075"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107996"/>
          </a:xfrm>
          <a:prstGeom prst="rect">
            <a:avLst/>
          </a:prstGeom>
          <a:solidFill>
            <a:srgbClr val="337273"/>
          </a:solidFill>
        </p:spPr>
        <p:txBody>
          <a:bodyPr wrap="square" rtlCol="0">
            <a:spAutoFit/>
          </a:bodyPr>
          <a:lstStyle/>
          <a:p>
            <a:r>
              <a:rPr lang="en-US" sz="6600" dirty="0">
                <a:solidFill>
                  <a:schemeClr val="bg1"/>
                </a:solidFill>
                <a:latin typeface="Gill Sans Ultra Bold" panose="020B0A02020104020203" pitchFamily="34" charset="77"/>
                <a:cs typeface="Aharoni" panose="02010803020104030203" pitchFamily="2" charset="-79"/>
              </a:rPr>
              <a:t>PLATEAU OF TIBET:</a:t>
            </a:r>
            <a:endParaRPr lang="en-US" sz="48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260397"/>
            <a:ext cx="9816292" cy="2353337"/>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Tibetan Plateau is known as ”the roof of the world” as it’s the highest and largest plateau on Earth</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Its elevation ranges from 10,000 to 16,000 feet tall and it covers approximately 970,000 square miles</a:t>
            </a:r>
          </a:p>
        </p:txBody>
      </p:sp>
    </p:spTree>
    <p:extLst>
      <p:ext uri="{BB962C8B-B14F-4D97-AF65-F5344CB8AC3E}">
        <p14:creationId xmlns:p14="http://schemas.microsoft.com/office/powerpoint/2010/main" val="799243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916410"/>
            <a:ext cx="6848476" cy="1015663"/>
          </a:xfrm>
          <a:prstGeom prst="rect">
            <a:avLst/>
          </a:prstGeom>
          <a:noFill/>
        </p:spPr>
        <p:txBody>
          <a:bodyPr vert="horz" wrap="square" rtlCol="0">
            <a:spAutoFit/>
          </a:bodyPr>
          <a:lstStyle/>
          <a:p>
            <a:pPr algn="ctr"/>
            <a:r>
              <a:rPr lang="en-US" sz="6000" b="1" dirty="0">
                <a:latin typeface="Century Gothic" panose="020B0502020202020204" pitchFamily="34" charset="0"/>
              </a:rPr>
              <a:t>DECCAN PLATEAU</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cxnSp>
        <p:nvCxnSpPr>
          <p:cNvPr id="13" name="Straight Arrow Connector 12">
            <a:extLst>
              <a:ext uri="{FF2B5EF4-FFF2-40B4-BE49-F238E27FC236}">
                <a16:creationId xmlns:a16="http://schemas.microsoft.com/office/drawing/2014/main" id="{A5A3E263-E679-4E49-815F-EE77E2125539}"/>
              </a:ext>
            </a:extLst>
          </p:cNvPr>
          <p:cNvCxnSpPr>
            <a:cxnSpLocks/>
          </p:cNvCxnSpPr>
          <p:nvPr/>
        </p:nvCxnSpPr>
        <p:spPr>
          <a:xfrm flipH="1">
            <a:off x="3538330" y="1560909"/>
            <a:ext cx="171541" cy="728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6B1F29C-7CA6-B849-AD4B-30A8FD8F6555}"/>
              </a:ext>
            </a:extLst>
          </p:cNvPr>
          <p:cNvSpPr txBox="1"/>
          <p:nvPr/>
        </p:nvSpPr>
        <p:spPr>
          <a:xfrm>
            <a:off x="2108812" y="2289855"/>
            <a:ext cx="2791665" cy="338554"/>
          </a:xfrm>
          <a:prstGeom prst="rect">
            <a:avLst/>
          </a:prstGeom>
          <a:noFill/>
        </p:spPr>
        <p:txBody>
          <a:bodyPr wrap="square" rtlCol="0">
            <a:spAutoFit/>
          </a:bodyPr>
          <a:lstStyle/>
          <a:p>
            <a:pPr algn="ctr"/>
            <a:r>
              <a:rPr lang="en-US" sz="1600" b="1" dirty="0">
                <a:solidFill>
                  <a:srgbClr val="0304B4"/>
                </a:solidFill>
                <a:latin typeface="Century Gothic" panose="020B0502020202020204" pitchFamily="34" charset="0"/>
              </a:rPr>
              <a:t>Aral Sea</a:t>
            </a:r>
          </a:p>
        </p:txBody>
      </p:sp>
      <p:sp>
        <p:nvSpPr>
          <p:cNvPr id="2" name="Freeform 1">
            <a:extLst>
              <a:ext uri="{FF2B5EF4-FFF2-40B4-BE49-F238E27FC236}">
                <a16:creationId xmlns:a16="http://schemas.microsoft.com/office/drawing/2014/main" id="{E1A40968-4AEA-0243-A2FB-30B9AEFE61F5}"/>
              </a:ext>
            </a:extLst>
          </p:cNvPr>
          <p:cNvSpPr/>
          <p:nvPr/>
        </p:nvSpPr>
        <p:spPr>
          <a:xfrm>
            <a:off x="4064000" y="2736850"/>
            <a:ext cx="1371600" cy="1273175"/>
          </a:xfrm>
          <a:custGeom>
            <a:avLst/>
            <a:gdLst>
              <a:gd name="connsiteX0" fmla="*/ 0 w 1371600"/>
              <a:gd name="connsiteY0" fmla="*/ 1273175 h 1273175"/>
              <a:gd name="connsiteX1" fmla="*/ 3175 w 1371600"/>
              <a:gd name="connsiteY1" fmla="*/ 1257300 h 1273175"/>
              <a:gd name="connsiteX2" fmla="*/ 12700 w 1371600"/>
              <a:gd name="connsiteY2" fmla="*/ 1250950 h 1273175"/>
              <a:gd name="connsiteX3" fmla="*/ 25400 w 1371600"/>
              <a:gd name="connsiteY3" fmla="*/ 1231900 h 1273175"/>
              <a:gd name="connsiteX4" fmla="*/ 34925 w 1371600"/>
              <a:gd name="connsiteY4" fmla="*/ 1200150 h 1273175"/>
              <a:gd name="connsiteX5" fmla="*/ 38100 w 1371600"/>
              <a:gd name="connsiteY5" fmla="*/ 1190625 h 1273175"/>
              <a:gd name="connsiteX6" fmla="*/ 60325 w 1371600"/>
              <a:gd name="connsiteY6" fmla="*/ 1181100 h 1273175"/>
              <a:gd name="connsiteX7" fmla="*/ 79375 w 1371600"/>
              <a:gd name="connsiteY7" fmla="*/ 1171575 h 1273175"/>
              <a:gd name="connsiteX8" fmla="*/ 79375 w 1371600"/>
              <a:gd name="connsiteY8" fmla="*/ 1130300 h 1273175"/>
              <a:gd name="connsiteX9" fmla="*/ 76200 w 1371600"/>
              <a:gd name="connsiteY9" fmla="*/ 1111250 h 1273175"/>
              <a:gd name="connsiteX10" fmla="*/ 69850 w 1371600"/>
              <a:gd name="connsiteY10" fmla="*/ 1079500 h 1273175"/>
              <a:gd name="connsiteX11" fmla="*/ 66675 w 1371600"/>
              <a:gd name="connsiteY11" fmla="*/ 1041400 h 1273175"/>
              <a:gd name="connsiteX12" fmla="*/ 57150 w 1371600"/>
              <a:gd name="connsiteY12" fmla="*/ 1022350 h 1273175"/>
              <a:gd name="connsiteX13" fmla="*/ 47625 w 1371600"/>
              <a:gd name="connsiteY13" fmla="*/ 990600 h 1273175"/>
              <a:gd name="connsiteX14" fmla="*/ 44450 w 1371600"/>
              <a:gd name="connsiteY14" fmla="*/ 981075 h 1273175"/>
              <a:gd name="connsiteX15" fmla="*/ 47625 w 1371600"/>
              <a:gd name="connsiteY15" fmla="*/ 958850 h 1273175"/>
              <a:gd name="connsiteX16" fmla="*/ 66675 w 1371600"/>
              <a:gd name="connsiteY16" fmla="*/ 946150 h 1273175"/>
              <a:gd name="connsiteX17" fmla="*/ 69850 w 1371600"/>
              <a:gd name="connsiteY17" fmla="*/ 936625 h 1273175"/>
              <a:gd name="connsiteX18" fmla="*/ 82550 w 1371600"/>
              <a:gd name="connsiteY18" fmla="*/ 933450 h 1273175"/>
              <a:gd name="connsiteX19" fmla="*/ 92075 w 1371600"/>
              <a:gd name="connsiteY19" fmla="*/ 927100 h 1273175"/>
              <a:gd name="connsiteX20" fmla="*/ 98425 w 1371600"/>
              <a:gd name="connsiteY20" fmla="*/ 908050 h 1273175"/>
              <a:gd name="connsiteX21" fmla="*/ 101600 w 1371600"/>
              <a:gd name="connsiteY21" fmla="*/ 879475 h 1273175"/>
              <a:gd name="connsiteX22" fmla="*/ 111125 w 1371600"/>
              <a:gd name="connsiteY22" fmla="*/ 869950 h 1273175"/>
              <a:gd name="connsiteX23" fmla="*/ 130175 w 1371600"/>
              <a:gd name="connsiteY23" fmla="*/ 863600 h 1273175"/>
              <a:gd name="connsiteX24" fmla="*/ 165100 w 1371600"/>
              <a:gd name="connsiteY24" fmla="*/ 857250 h 1273175"/>
              <a:gd name="connsiteX25" fmla="*/ 174625 w 1371600"/>
              <a:gd name="connsiteY25" fmla="*/ 850900 h 1273175"/>
              <a:gd name="connsiteX26" fmla="*/ 180975 w 1371600"/>
              <a:gd name="connsiteY26" fmla="*/ 841375 h 1273175"/>
              <a:gd name="connsiteX27" fmla="*/ 200025 w 1371600"/>
              <a:gd name="connsiteY27" fmla="*/ 828675 h 1273175"/>
              <a:gd name="connsiteX28" fmla="*/ 209550 w 1371600"/>
              <a:gd name="connsiteY28" fmla="*/ 822325 h 1273175"/>
              <a:gd name="connsiteX29" fmla="*/ 228600 w 1371600"/>
              <a:gd name="connsiteY29" fmla="*/ 793750 h 1273175"/>
              <a:gd name="connsiteX30" fmla="*/ 234950 w 1371600"/>
              <a:gd name="connsiteY30" fmla="*/ 784225 h 1273175"/>
              <a:gd name="connsiteX31" fmla="*/ 254000 w 1371600"/>
              <a:gd name="connsiteY31" fmla="*/ 777875 h 1273175"/>
              <a:gd name="connsiteX32" fmla="*/ 263525 w 1371600"/>
              <a:gd name="connsiteY32" fmla="*/ 771525 h 1273175"/>
              <a:gd name="connsiteX33" fmla="*/ 273050 w 1371600"/>
              <a:gd name="connsiteY33" fmla="*/ 768350 h 1273175"/>
              <a:gd name="connsiteX34" fmla="*/ 282575 w 1371600"/>
              <a:gd name="connsiteY34" fmla="*/ 762000 h 1273175"/>
              <a:gd name="connsiteX35" fmla="*/ 301625 w 1371600"/>
              <a:gd name="connsiteY35" fmla="*/ 752475 h 1273175"/>
              <a:gd name="connsiteX36" fmla="*/ 314325 w 1371600"/>
              <a:gd name="connsiteY36" fmla="*/ 733425 h 1273175"/>
              <a:gd name="connsiteX37" fmla="*/ 317500 w 1371600"/>
              <a:gd name="connsiteY37" fmla="*/ 720725 h 1273175"/>
              <a:gd name="connsiteX38" fmla="*/ 336550 w 1371600"/>
              <a:gd name="connsiteY38" fmla="*/ 711200 h 1273175"/>
              <a:gd name="connsiteX39" fmla="*/ 349250 w 1371600"/>
              <a:gd name="connsiteY39" fmla="*/ 727075 h 1273175"/>
              <a:gd name="connsiteX40" fmla="*/ 352425 w 1371600"/>
              <a:gd name="connsiteY40" fmla="*/ 717550 h 1273175"/>
              <a:gd name="connsiteX41" fmla="*/ 346075 w 1371600"/>
              <a:gd name="connsiteY41" fmla="*/ 698500 h 1273175"/>
              <a:gd name="connsiteX42" fmla="*/ 349250 w 1371600"/>
              <a:gd name="connsiteY42" fmla="*/ 663575 h 1273175"/>
              <a:gd name="connsiteX43" fmla="*/ 361950 w 1371600"/>
              <a:gd name="connsiteY43" fmla="*/ 635000 h 1273175"/>
              <a:gd name="connsiteX44" fmla="*/ 368300 w 1371600"/>
              <a:gd name="connsiteY44" fmla="*/ 615950 h 1273175"/>
              <a:gd name="connsiteX45" fmla="*/ 371475 w 1371600"/>
              <a:gd name="connsiteY45" fmla="*/ 606425 h 1273175"/>
              <a:gd name="connsiteX46" fmla="*/ 374650 w 1371600"/>
              <a:gd name="connsiteY46" fmla="*/ 596900 h 1273175"/>
              <a:gd name="connsiteX47" fmla="*/ 377825 w 1371600"/>
              <a:gd name="connsiteY47" fmla="*/ 457200 h 1273175"/>
              <a:gd name="connsiteX48" fmla="*/ 381000 w 1371600"/>
              <a:gd name="connsiteY48" fmla="*/ 447675 h 1273175"/>
              <a:gd name="connsiteX49" fmla="*/ 393700 w 1371600"/>
              <a:gd name="connsiteY49" fmla="*/ 428625 h 1273175"/>
              <a:gd name="connsiteX50" fmla="*/ 409575 w 1371600"/>
              <a:gd name="connsiteY50" fmla="*/ 400050 h 1273175"/>
              <a:gd name="connsiteX51" fmla="*/ 419100 w 1371600"/>
              <a:gd name="connsiteY51" fmla="*/ 393700 h 1273175"/>
              <a:gd name="connsiteX52" fmla="*/ 425450 w 1371600"/>
              <a:gd name="connsiteY52" fmla="*/ 374650 h 1273175"/>
              <a:gd name="connsiteX53" fmla="*/ 428625 w 1371600"/>
              <a:gd name="connsiteY53" fmla="*/ 365125 h 1273175"/>
              <a:gd name="connsiteX54" fmla="*/ 431800 w 1371600"/>
              <a:gd name="connsiteY54" fmla="*/ 349250 h 1273175"/>
              <a:gd name="connsiteX55" fmla="*/ 438150 w 1371600"/>
              <a:gd name="connsiteY55" fmla="*/ 311150 h 1273175"/>
              <a:gd name="connsiteX56" fmla="*/ 441325 w 1371600"/>
              <a:gd name="connsiteY56" fmla="*/ 301625 h 1273175"/>
              <a:gd name="connsiteX57" fmla="*/ 450850 w 1371600"/>
              <a:gd name="connsiteY57" fmla="*/ 295275 h 1273175"/>
              <a:gd name="connsiteX58" fmla="*/ 469900 w 1371600"/>
              <a:gd name="connsiteY58" fmla="*/ 279400 h 1273175"/>
              <a:gd name="connsiteX59" fmla="*/ 476250 w 1371600"/>
              <a:gd name="connsiteY59" fmla="*/ 269875 h 1273175"/>
              <a:gd name="connsiteX60" fmla="*/ 485775 w 1371600"/>
              <a:gd name="connsiteY60" fmla="*/ 250825 h 1273175"/>
              <a:gd name="connsiteX61" fmla="*/ 504825 w 1371600"/>
              <a:gd name="connsiteY61" fmla="*/ 238125 h 1273175"/>
              <a:gd name="connsiteX62" fmla="*/ 530225 w 1371600"/>
              <a:gd name="connsiteY62" fmla="*/ 200025 h 1273175"/>
              <a:gd name="connsiteX63" fmla="*/ 536575 w 1371600"/>
              <a:gd name="connsiteY63" fmla="*/ 190500 h 1273175"/>
              <a:gd name="connsiteX64" fmla="*/ 542925 w 1371600"/>
              <a:gd name="connsiteY64" fmla="*/ 180975 h 1273175"/>
              <a:gd name="connsiteX65" fmla="*/ 561975 w 1371600"/>
              <a:gd name="connsiteY65" fmla="*/ 168275 h 1273175"/>
              <a:gd name="connsiteX66" fmla="*/ 574675 w 1371600"/>
              <a:gd name="connsiteY66" fmla="*/ 149225 h 1273175"/>
              <a:gd name="connsiteX67" fmla="*/ 581025 w 1371600"/>
              <a:gd name="connsiteY67" fmla="*/ 82550 h 1273175"/>
              <a:gd name="connsiteX68" fmla="*/ 584200 w 1371600"/>
              <a:gd name="connsiteY68" fmla="*/ 73025 h 1273175"/>
              <a:gd name="connsiteX69" fmla="*/ 612775 w 1371600"/>
              <a:gd name="connsiteY69" fmla="*/ 63500 h 1273175"/>
              <a:gd name="connsiteX70" fmla="*/ 622300 w 1371600"/>
              <a:gd name="connsiteY70" fmla="*/ 60325 h 1273175"/>
              <a:gd name="connsiteX71" fmla="*/ 625475 w 1371600"/>
              <a:gd name="connsiteY71" fmla="*/ 50800 h 1273175"/>
              <a:gd name="connsiteX72" fmla="*/ 657225 w 1371600"/>
              <a:gd name="connsiteY72" fmla="*/ 19050 h 1273175"/>
              <a:gd name="connsiteX73" fmla="*/ 676275 w 1371600"/>
              <a:gd name="connsiteY73" fmla="*/ 12700 h 1273175"/>
              <a:gd name="connsiteX74" fmla="*/ 685800 w 1371600"/>
              <a:gd name="connsiteY74" fmla="*/ 15875 h 1273175"/>
              <a:gd name="connsiteX75" fmla="*/ 701675 w 1371600"/>
              <a:gd name="connsiteY75" fmla="*/ 28575 h 1273175"/>
              <a:gd name="connsiteX76" fmla="*/ 708025 w 1371600"/>
              <a:gd name="connsiteY76" fmla="*/ 38100 h 1273175"/>
              <a:gd name="connsiteX77" fmla="*/ 730250 w 1371600"/>
              <a:gd name="connsiteY77" fmla="*/ 38100 h 1273175"/>
              <a:gd name="connsiteX78" fmla="*/ 736600 w 1371600"/>
              <a:gd name="connsiteY78" fmla="*/ 28575 h 1273175"/>
              <a:gd name="connsiteX79" fmla="*/ 742950 w 1371600"/>
              <a:gd name="connsiteY79" fmla="*/ 9525 h 1273175"/>
              <a:gd name="connsiteX80" fmla="*/ 749300 w 1371600"/>
              <a:gd name="connsiteY80" fmla="*/ 0 h 1273175"/>
              <a:gd name="connsiteX81" fmla="*/ 762000 w 1371600"/>
              <a:gd name="connsiteY81" fmla="*/ 3175 h 1273175"/>
              <a:gd name="connsiteX82" fmla="*/ 781050 w 1371600"/>
              <a:gd name="connsiteY82" fmla="*/ 15875 h 1273175"/>
              <a:gd name="connsiteX83" fmla="*/ 800100 w 1371600"/>
              <a:gd name="connsiteY83" fmla="*/ 22225 h 1273175"/>
              <a:gd name="connsiteX84" fmla="*/ 809625 w 1371600"/>
              <a:gd name="connsiteY84" fmla="*/ 28575 h 1273175"/>
              <a:gd name="connsiteX85" fmla="*/ 825500 w 1371600"/>
              <a:gd name="connsiteY85" fmla="*/ 31750 h 1273175"/>
              <a:gd name="connsiteX86" fmla="*/ 838200 w 1371600"/>
              <a:gd name="connsiteY86" fmla="*/ 34925 h 1273175"/>
              <a:gd name="connsiteX87" fmla="*/ 866775 w 1371600"/>
              <a:gd name="connsiteY87" fmla="*/ 41275 h 1273175"/>
              <a:gd name="connsiteX88" fmla="*/ 873125 w 1371600"/>
              <a:gd name="connsiteY88" fmla="*/ 60325 h 1273175"/>
              <a:gd name="connsiteX89" fmla="*/ 876300 w 1371600"/>
              <a:gd name="connsiteY89" fmla="*/ 69850 h 1273175"/>
              <a:gd name="connsiteX90" fmla="*/ 889000 w 1371600"/>
              <a:gd name="connsiteY90" fmla="*/ 88900 h 1273175"/>
              <a:gd name="connsiteX91" fmla="*/ 895350 w 1371600"/>
              <a:gd name="connsiteY91" fmla="*/ 98425 h 1273175"/>
              <a:gd name="connsiteX92" fmla="*/ 901700 w 1371600"/>
              <a:gd name="connsiteY92" fmla="*/ 117475 h 1273175"/>
              <a:gd name="connsiteX93" fmla="*/ 911225 w 1371600"/>
              <a:gd name="connsiteY93" fmla="*/ 136525 h 1273175"/>
              <a:gd name="connsiteX94" fmla="*/ 920750 w 1371600"/>
              <a:gd name="connsiteY94" fmla="*/ 142875 h 1273175"/>
              <a:gd name="connsiteX95" fmla="*/ 946150 w 1371600"/>
              <a:gd name="connsiteY95" fmla="*/ 165100 h 1273175"/>
              <a:gd name="connsiteX96" fmla="*/ 955675 w 1371600"/>
              <a:gd name="connsiteY96" fmla="*/ 168275 h 1273175"/>
              <a:gd name="connsiteX97" fmla="*/ 974725 w 1371600"/>
              <a:gd name="connsiteY97" fmla="*/ 180975 h 1273175"/>
              <a:gd name="connsiteX98" fmla="*/ 981075 w 1371600"/>
              <a:gd name="connsiteY98" fmla="*/ 190500 h 1273175"/>
              <a:gd name="connsiteX99" fmla="*/ 1000125 w 1371600"/>
              <a:gd name="connsiteY99" fmla="*/ 203200 h 1273175"/>
              <a:gd name="connsiteX100" fmla="*/ 1012825 w 1371600"/>
              <a:gd name="connsiteY100" fmla="*/ 215900 h 1273175"/>
              <a:gd name="connsiteX101" fmla="*/ 1031875 w 1371600"/>
              <a:gd name="connsiteY101" fmla="*/ 228600 h 1273175"/>
              <a:gd name="connsiteX102" fmla="*/ 1050925 w 1371600"/>
              <a:gd name="connsiteY102" fmla="*/ 257175 h 1273175"/>
              <a:gd name="connsiteX103" fmla="*/ 1057275 w 1371600"/>
              <a:gd name="connsiteY103" fmla="*/ 266700 h 1273175"/>
              <a:gd name="connsiteX104" fmla="*/ 1082675 w 1371600"/>
              <a:gd name="connsiteY104" fmla="*/ 288925 h 1273175"/>
              <a:gd name="connsiteX105" fmla="*/ 1120775 w 1371600"/>
              <a:gd name="connsiteY105" fmla="*/ 307975 h 1273175"/>
              <a:gd name="connsiteX106" fmla="*/ 1130300 w 1371600"/>
              <a:gd name="connsiteY106" fmla="*/ 314325 h 1273175"/>
              <a:gd name="connsiteX107" fmla="*/ 1136650 w 1371600"/>
              <a:gd name="connsiteY107" fmla="*/ 323850 h 1273175"/>
              <a:gd name="connsiteX108" fmla="*/ 1146175 w 1371600"/>
              <a:gd name="connsiteY108" fmla="*/ 327025 h 1273175"/>
              <a:gd name="connsiteX109" fmla="*/ 1155700 w 1371600"/>
              <a:gd name="connsiteY109" fmla="*/ 333375 h 1273175"/>
              <a:gd name="connsiteX110" fmla="*/ 1165225 w 1371600"/>
              <a:gd name="connsiteY110" fmla="*/ 336550 h 1273175"/>
              <a:gd name="connsiteX111" fmla="*/ 1193800 w 1371600"/>
              <a:gd name="connsiteY111" fmla="*/ 349250 h 1273175"/>
              <a:gd name="connsiteX112" fmla="*/ 1203325 w 1371600"/>
              <a:gd name="connsiteY112" fmla="*/ 352425 h 1273175"/>
              <a:gd name="connsiteX113" fmla="*/ 1212850 w 1371600"/>
              <a:gd name="connsiteY113" fmla="*/ 355600 h 1273175"/>
              <a:gd name="connsiteX114" fmla="*/ 1231900 w 1371600"/>
              <a:gd name="connsiteY114" fmla="*/ 365125 h 1273175"/>
              <a:gd name="connsiteX115" fmla="*/ 1250950 w 1371600"/>
              <a:gd name="connsiteY115" fmla="*/ 368300 h 1273175"/>
              <a:gd name="connsiteX116" fmla="*/ 1260475 w 1371600"/>
              <a:gd name="connsiteY116" fmla="*/ 371475 h 1273175"/>
              <a:gd name="connsiteX117" fmla="*/ 1279525 w 1371600"/>
              <a:gd name="connsiteY117" fmla="*/ 374650 h 1273175"/>
              <a:gd name="connsiteX118" fmla="*/ 1292225 w 1371600"/>
              <a:gd name="connsiteY118" fmla="*/ 377825 h 1273175"/>
              <a:gd name="connsiteX119" fmla="*/ 1311275 w 1371600"/>
              <a:gd name="connsiteY119" fmla="*/ 384175 h 1273175"/>
              <a:gd name="connsiteX120" fmla="*/ 1330325 w 1371600"/>
              <a:gd name="connsiteY120" fmla="*/ 387350 h 1273175"/>
              <a:gd name="connsiteX121" fmla="*/ 1349375 w 1371600"/>
              <a:gd name="connsiteY121" fmla="*/ 393700 h 1273175"/>
              <a:gd name="connsiteX122" fmla="*/ 1365250 w 1371600"/>
              <a:gd name="connsiteY122" fmla="*/ 422275 h 1273175"/>
              <a:gd name="connsiteX123" fmla="*/ 1371600 w 1371600"/>
              <a:gd name="connsiteY123" fmla="*/ 485775 h 12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371600" h="1273175">
                <a:moveTo>
                  <a:pt x="0" y="1273175"/>
                </a:moveTo>
                <a:cubicBezTo>
                  <a:pt x="1058" y="1267883"/>
                  <a:pt x="498" y="1261985"/>
                  <a:pt x="3175" y="1257300"/>
                </a:cubicBezTo>
                <a:cubicBezTo>
                  <a:pt x="5068" y="1253987"/>
                  <a:pt x="10187" y="1253822"/>
                  <a:pt x="12700" y="1250950"/>
                </a:cubicBezTo>
                <a:cubicBezTo>
                  <a:pt x="17726" y="1245207"/>
                  <a:pt x="22987" y="1239140"/>
                  <a:pt x="25400" y="1231900"/>
                </a:cubicBezTo>
                <a:cubicBezTo>
                  <a:pt x="40490" y="1186629"/>
                  <a:pt x="25328" y="1233739"/>
                  <a:pt x="34925" y="1200150"/>
                </a:cubicBezTo>
                <a:cubicBezTo>
                  <a:pt x="35844" y="1196932"/>
                  <a:pt x="36009" y="1193238"/>
                  <a:pt x="38100" y="1190625"/>
                </a:cubicBezTo>
                <a:cubicBezTo>
                  <a:pt x="43829" y="1183464"/>
                  <a:pt x="52416" y="1183360"/>
                  <a:pt x="60325" y="1181100"/>
                </a:cubicBezTo>
                <a:cubicBezTo>
                  <a:pt x="71827" y="1177814"/>
                  <a:pt x="68939" y="1178532"/>
                  <a:pt x="79375" y="1171575"/>
                </a:cubicBezTo>
                <a:cubicBezTo>
                  <a:pt x="85713" y="1152562"/>
                  <a:pt x="83521" y="1163467"/>
                  <a:pt x="79375" y="1130300"/>
                </a:cubicBezTo>
                <a:cubicBezTo>
                  <a:pt x="78577" y="1123912"/>
                  <a:pt x="77179" y="1117613"/>
                  <a:pt x="76200" y="1111250"/>
                </a:cubicBezTo>
                <a:cubicBezTo>
                  <a:pt x="72031" y="1084148"/>
                  <a:pt x="75625" y="1096824"/>
                  <a:pt x="69850" y="1079500"/>
                </a:cubicBezTo>
                <a:cubicBezTo>
                  <a:pt x="68792" y="1066800"/>
                  <a:pt x="68359" y="1054032"/>
                  <a:pt x="66675" y="1041400"/>
                </a:cubicBezTo>
                <a:cubicBezTo>
                  <a:pt x="65021" y="1028994"/>
                  <a:pt x="62247" y="1033817"/>
                  <a:pt x="57150" y="1022350"/>
                </a:cubicBezTo>
                <a:cubicBezTo>
                  <a:pt x="51114" y="1008769"/>
                  <a:pt x="51319" y="1003530"/>
                  <a:pt x="47625" y="990600"/>
                </a:cubicBezTo>
                <a:cubicBezTo>
                  <a:pt x="46706" y="987382"/>
                  <a:pt x="45508" y="984250"/>
                  <a:pt x="44450" y="981075"/>
                </a:cubicBezTo>
                <a:cubicBezTo>
                  <a:pt x="45508" y="973667"/>
                  <a:pt x="43607" y="965164"/>
                  <a:pt x="47625" y="958850"/>
                </a:cubicBezTo>
                <a:cubicBezTo>
                  <a:pt x="51722" y="952411"/>
                  <a:pt x="66675" y="946150"/>
                  <a:pt x="66675" y="946150"/>
                </a:cubicBezTo>
                <a:cubicBezTo>
                  <a:pt x="67733" y="942975"/>
                  <a:pt x="67237" y="938716"/>
                  <a:pt x="69850" y="936625"/>
                </a:cubicBezTo>
                <a:cubicBezTo>
                  <a:pt x="73257" y="933899"/>
                  <a:pt x="78539" y="935169"/>
                  <a:pt x="82550" y="933450"/>
                </a:cubicBezTo>
                <a:cubicBezTo>
                  <a:pt x="86057" y="931947"/>
                  <a:pt x="88900" y="929217"/>
                  <a:pt x="92075" y="927100"/>
                </a:cubicBezTo>
                <a:cubicBezTo>
                  <a:pt x="94192" y="920750"/>
                  <a:pt x="97686" y="914703"/>
                  <a:pt x="98425" y="908050"/>
                </a:cubicBezTo>
                <a:cubicBezTo>
                  <a:pt x="99483" y="898525"/>
                  <a:pt x="98569" y="888567"/>
                  <a:pt x="101600" y="879475"/>
                </a:cubicBezTo>
                <a:cubicBezTo>
                  <a:pt x="103020" y="875215"/>
                  <a:pt x="107200" y="872131"/>
                  <a:pt x="111125" y="869950"/>
                </a:cubicBezTo>
                <a:cubicBezTo>
                  <a:pt x="116976" y="866699"/>
                  <a:pt x="123611" y="864913"/>
                  <a:pt x="130175" y="863600"/>
                </a:cubicBezTo>
                <a:cubicBezTo>
                  <a:pt x="152363" y="859162"/>
                  <a:pt x="140727" y="861312"/>
                  <a:pt x="165100" y="857250"/>
                </a:cubicBezTo>
                <a:cubicBezTo>
                  <a:pt x="168275" y="855133"/>
                  <a:pt x="171927" y="853598"/>
                  <a:pt x="174625" y="850900"/>
                </a:cubicBezTo>
                <a:cubicBezTo>
                  <a:pt x="177323" y="848202"/>
                  <a:pt x="178103" y="843888"/>
                  <a:pt x="180975" y="841375"/>
                </a:cubicBezTo>
                <a:cubicBezTo>
                  <a:pt x="186718" y="836349"/>
                  <a:pt x="193675" y="832908"/>
                  <a:pt x="200025" y="828675"/>
                </a:cubicBezTo>
                <a:lnTo>
                  <a:pt x="209550" y="822325"/>
                </a:lnTo>
                <a:lnTo>
                  <a:pt x="228600" y="793750"/>
                </a:lnTo>
                <a:cubicBezTo>
                  <a:pt x="230717" y="790575"/>
                  <a:pt x="231330" y="785432"/>
                  <a:pt x="234950" y="784225"/>
                </a:cubicBezTo>
                <a:cubicBezTo>
                  <a:pt x="241300" y="782108"/>
                  <a:pt x="248431" y="781588"/>
                  <a:pt x="254000" y="777875"/>
                </a:cubicBezTo>
                <a:cubicBezTo>
                  <a:pt x="257175" y="775758"/>
                  <a:pt x="260112" y="773232"/>
                  <a:pt x="263525" y="771525"/>
                </a:cubicBezTo>
                <a:cubicBezTo>
                  <a:pt x="266518" y="770028"/>
                  <a:pt x="270057" y="769847"/>
                  <a:pt x="273050" y="768350"/>
                </a:cubicBezTo>
                <a:cubicBezTo>
                  <a:pt x="276463" y="766643"/>
                  <a:pt x="279162" y="763707"/>
                  <a:pt x="282575" y="762000"/>
                </a:cubicBezTo>
                <a:cubicBezTo>
                  <a:pt x="308865" y="748855"/>
                  <a:pt x="274328" y="770673"/>
                  <a:pt x="301625" y="752475"/>
                </a:cubicBezTo>
                <a:cubicBezTo>
                  <a:pt x="305858" y="746125"/>
                  <a:pt x="312474" y="740829"/>
                  <a:pt x="314325" y="733425"/>
                </a:cubicBezTo>
                <a:cubicBezTo>
                  <a:pt x="315383" y="729192"/>
                  <a:pt x="315079" y="724356"/>
                  <a:pt x="317500" y="720725"/>
                </a:cubicBezTo>
                <a:cubicBezTo>
                  <a:pt x="321017" y="715449"/>
                  <a:pt x="331117" y="713011"/>
                  <a:pt x="336550" y="711200"/>
                </a:cubicBezTo>
                <a:cubicBezTo>
                  <a:pt x="337887" y="715210"/>
                  <a:pt x="340412" y="729284"/>
                  <a:pt x="349250" y="727075"/>
                </a:cubicBezTo>
                <a:cubicBezTo>
                  <a:pt x="352497" y="726263"/>
                  <a:pt x="351367" y="720725"/>
                  <a:pt x="352425" y="717550"/>
                </a:cubicBezTo>
                <a:cubicBezTo>
                  <a:pt x="350308" y="711200"/>
                  <a:pt x="345469" y="705166"/>
                  <a:pt x="346075" y="698500"/>
                </a:cubicBezTo>
                <a:cubicBezTo>
                  <a:pt x="347133" y="686858"/>
                  <a:pt x="347219" y="675087"/>
                  <a:pt x="349250" y="663575"/>
                </a:cubicBezTo>
                <a:cubicBezTo>
                  <a:pt x="354783" y="632219"/>
                  <a:pt x="353041" y="655046"/>
                  <a:pt x="361950" y="635000"/>
                </a:cubicBezTo>
                <a:cubicBezTo>
                  <a:pt x="364668" y="628883"/>
                  <a:pt x="366183" y="622300"/>
                  <a:pt x="368300" y="615950"/>
                </a:cubicBezTo>
                <a:lnTo>
                  <a:pt x="371475" y="606425"/>
                </a:lnTo>
                <a:lnTo>
                  <a:pt x="374650" y="596900"/>
                </a:lnTo>
                <a:cubicBezTo>
                  <a:pt x="375708" y="550333"/>
                  <a:pt x="375845" y="503737"/>
                  <a:pt x="377825" y="457200"/>
                </a:cubicBezTo>
                <a:cubicBezTo>
                  <a:pt x="377967" y="453856"/>
                  <a:pt x="379375" y="450601"/>
                  <a:pt x="381000" y="447675"/>
                </a:cubicBezTo>
                <a:cubicBezTo>
                  <a:pt x="384706" y="441004"/>
                  <a:pt x="391287" y="435865"/>
                  <a:pt x="393700" y="428625"/>
                </a:cubicBezTo>
                <a:cubicBezTo>
                  <a:pt x="397009" y="418699"/>
                  <a:pt x="400217" y="406288"/>
                  <a:pt x="409575" y="400050"/>
                </a:cubicBezTo>
                <a:lnTo>
                  <a:pt x="419100" y="393700"/>
                </a:lnTo>
                <a:lnTo>
                  <a:pt x="425450" y="374650"/>
                </a:lnTo>
                <a:cubicBezTo>
                  <a:pt x="426508" y="371475"/>
                  <a:pt x="427969" y="368407"/>
                  <a:pt x="428625" y="365125"/>
                </a:cubicBezTo>
                <a:cubicBezTo>
                  <a:pt x="429683" y="359833"/>
                  <a:pt x="430862" y="354564"/>
                  <a:pt x="431800" y="349250"/>
                </a:cubicBezTo>
                <a:cubicBezTo>
                  <a:pt x="434038" y="336571"/>
                  <a:pt x="434079" y="323364"/>
                  <a:pt x="438150" y="311150"/>
                </a:cubicBezTo>
                <a:cubicBezTo>
                  <a:pt x="439208" y="307975"/>
                  <a:pt x="439234" y="304238"/>
                  <a:pt x="441325" y="301625"/>
                </a:cubicBezTo>
                <a:cubicBezTo>
                  <a:pt x="443709" y="298645"/>
                  <a:pt x="447919" y="297718"/>
                  <a:pt x="450850" y="295275"/>
                </a:cubicBezTo>
                <a:cubicBezTo>
                  <a:pt x="475296" y="274903"/>
                  <a:pt x="446251" y="295166"/>
                  <a:pt x="469900" y="279400"/>
                </a:cubicBezTo>
                <a:cubicBezTo>
                  <a:pt x="472017" y="276225"/>
                  <a:pt x="474543" y="273288"/>
                  <a:pt x="476250" y="269875"/>
                </a:cubicBezTo>
                <a:cubicBezTo>
                  <a:pt x="480528" y="261319"/>
                  <a:pt x="477687" y="257902"/>
                  <a:pt x="485775" y="250825"/>
                </a:cubicBezTo>
                <a:cubicBezTo>
                  <a:pt x="491518" y="245799"/>
                  <a:pt x="504825" y="238125"/>
                  <a:pt x="504825" y="238125"/>
                </a:cubicBezTo>
                <a:lnTo>
                  <a:pt x="530225" y="200025"/>
                </a:lnTo>
                <a:lnTo>
                  <a:pt x="536575" y="190500"/>
                </a:lnTo>
                <a:cubicBezTo>
                  <a:pt x="538692" y="187325"/>
                  <a:pt x="539750" y="183092"/>
                  <a:pt x="542925" y="180975"/>
                </a:cubicBezTo>
                <a:lnTo>
                  <a:pt x="561975" y="168275"/>
                </a:lnTo>
                <a:cubicBezTo>
                  <a:pt x="566208" y="161925"/>
                  <a:pt x="573951" y="156822"/>
                  <a:pt x="574675" y="149225"/>
                </a:cubicBezTo>
                <a:cubicBezTo>
                  <a:pt x="576792" y="127000"/>
                  <a:pt x="573965" y="103730"/>
                  <a:pt x="581025" y="82550"/>
                </a:cubicBezTo>
                <a:cubicBezTo>
                  <a:pt x="582083" y="79375"/>
                  <a:pt x="582109" y="75638"/>
                  <a:pt x="584200" y="73025"/>
                </a:cubicBezTo>
                <a:cubicBezTo>
                  <a:pt x="591366" y="64067"/>
                  <a:pt x="602977" y="65677"/>
                  <a:pt x="612775" y="63500"/>
                </a:cubicBezTo>
                <a:cubicBezTo>
                  <a:pt x="616042" y="62774"/>
                  <a:pt x="619125" y="61383"/>
                  <a:pt x="622300" y="60325"/>
                </a:cubicBezTo>
                <a:cubicBezTo>
                  <a:pt x="623358" y="57150"/>
                  <a:pt x="623850" y="53726"/>
                  <a:pt x="625475" y="50800"/>
                </a:cubicBezTo>
                <a:cubicBezTo>
                  <a:pt x="633172" y="36945"/>
                  <a:pt x="641061" y="24438"/>
                  <a:pt x="657225" y="19050"/>
                </a:cubicBezTo>
                <a:lnTo>
                  <a:pt x="676275" y="12700"/>
                </a:lnTo>
                <a:cubicBezTo>
                  <a:pt x="679450" y="13758"/>
                  <a:pt x="683187" y="13784"/>
                  <a:pt x="685800" y="15875"/>
                </a:cubicBezTo>
                <a:cubicBezTo>
                  <a:pt x="706316" y="32288"/>
                  <a:pt x="677734" y="20595"/>
                  <a:pt x="701675" y="28575"/>
                </a:cubicBezTo>
                <a:cubicBezTo>
                  <a:pt x="703792" y="31750"/>
                  <a:pt x="705045" y="35716"/>
                  <a:pt x="708025" y="38100"/>
                </a:cubicBezTo>
                <a:cubicBezTo>
                  <a:pt x="715616" y="44173"/>
                  <a:pt x="722222" y="40107"/>
                  <a:pt x="730250" y="38100"/>
                </a:cubicBezTo>
                <a:cubicBezTo>
                  <a:pt x="732367" y="34925"/>
                  <a:pt x="735050" y="32062"/>
                  <a:pt x="736600" y="28575"/>
                </a:cubicBezTo>
                <a:cubicBezTo>
                  <a:pt x="739318" y="22458"/>
                  <a:pt x="739237" y="15094"/>
                  <a:pt x="742950" y="9525"/>
                </a:cubicBezTo>
                <a:lnTo>
                  <a:pt x="749300" y="0"/>
                </a:lnTo>
                <a:cubicBezTo>
                  <a:pt x="753533" y="1058"/>
                  <a:pt x="758097" y="1224"/>
                  <a:pt x="762000" y="3175"/>
                </a:cubicBezTo>
                <a:cubicBezTo>
                  <a:pt x="768826" y="6588"/>
                  <a:pt x="773810" y="13462"/>
                  <a:pt x="781050" y="15875"/>
                </a:cubicBezTo>
                <a:cubicBezTo>
                  <a:pt x="787400" y="17992"/>
                  <a:pt x="794531" y="18512"/>
                  <a:pt x="800100" y="22225"/>
                </a:cubicBezTo>
                <a:cubicBezTo>
                  <a:pt x="803275" y="24342"/>
                  <a:pt x="806052" y="27235"/>
                  <a:pt x="809625" y="28575"/>
                </a:cubicBezTo>
                <a:cubicBezTo>
                  <a:pt x="814678" y="30470"/>
                  <a:pt x="820232" y="30579"/>
                  <a:pt x="825500" y="31750"/>
                </a:cubicBezTo>
                <a:cubicBezTo>
                  <a:pt x="829760" y="32697"/>
                  <a:pt x="833921" y="34069"/>
                  <a:pt x="838200" y="34925"/>
                </a:cubicBezTo>
                <a:cubicBezTo>
                  <a:pt x="866139" y="40513"/>
                  <a:pt x="848238" y="35096"/>
                  <a:pt x="866775" y="41275"/>
                </a:cubicBezTo>
                <a:lnTo>
                  <a:pt x="873125" y="60325"/>
                </a:lnTo>
                <a:cubicBezTo>
                  <a:pt x="874183" y="63500"/>
                  <a:pt x="874444" y="67065"/>
                  <a:pt x="876300" y="69850"/>
                </a:cubicBezTo>
                <a:lnTo>
                  <a:pt x="889000" y="88900"/>
                </a:lnTo>
                <a:cubicBezTo>
                  <a:pt x="891117" y="92075"/>
                  <a:pt x="894143" y="94805"/>
                  <a:pt x="895350" y="98425"/>
                </a:cubicBezTo>
                <a:lnTo>
                  <a:pt x="901700" y="117475"/>
                </a:lnTo>
                <a:cubicBezTo>
                  <a:pt x="904282" y="125222"/>
                  <a:pt x="905070" y="130370"/>
                  <a:pt x="911225" y="136525"/>
                </a:cubicBezTo>
                <a:cubicBezTo>
                  <a:pt x="913923" y="139223"/>
                  <a:pt x="917575" y="140758"/>
                  <a:pt x="920750" y="142875"/>
                </a:cubicBezTo>
                <a:cubicBezTo>
                  <a:pt x="928158" y="153988"/>
                  <a:pt x="930275" y="159808"/>
                  <a:pt x="946150" y="165100"/>
                </a:cubicBezTo>
                <a:cubicBezTo>
                  <a:pt x="949325" y="166158"/>
                  <a:pt x="952749" y="166650"/>
                  <a:pt x="955675" y="168275"/>
                </a:cubicBezTo>
                <a:cubicBezTo>
                  <a:pt x="962346" y="171981"/>
                  <a:pt x="974725" y="180975"/>
                  <a:pt x="974725" y="180975"/>
                </a:cubicBezTo>
                <a:cubicBezTo>
                  <a:pt x="976842" y="184150"/>
                  <a:pt x="978203" y="187987"/>
                  <a:pt x="981075" y="190500"/>
                </a:cubicBezTo>
                <a:cubicBezTo>
                  <a:pt x="986818" y="195526"/>
                  <a:pt x="1000125" y="203200"/>
                  <a:pt x="1000125" y="203200"/>
                </a:cubicBezTo>
                <a:cubicBezTo>
                  <a:pt x="1005513" y="219364"/>
                  <a:pt x="998970" y="208203"/>
                  <a:pt x="1012825" y="215900"/>
                </a:cubicBezTo>
                <a:cubicBezTo>
                  <a:pt x="1019496" y="219606"/>
                  <a:pt x="1031875" y="228600"/>
                  <a:pt x="1031875" y="228600"/>
                </a:cubicBezTo>
                <a:lnTo>
                  <a:pt x="1050925" y="257175"/>
                </a:lnTo>
                <a:lnTo>
                  <a:pt x="1057275" y="266700"/>
                </a:lnTo>
                <a:cubicBezTo>
                  <a:pt x="1064683" y="277813"/>
                  <a:pt x="1066800" y="283633"/>
                  <a:pt x="1082675" y="288925"/>
                </a:cubicBezTo>
                <a:cubicBezTo>
                  <a:pt x="1108965" y="297688"/>
                  <a:pt x="1096156" y="291562"/>
                  <a:pt x="1120775" y="307975"/>
                </a:cubicBezTo>
                <a:lnTo>
                  <a:pt x="1130300" y="314325"/>
                </a:lnTo>
                <a:cubicBezTo>
                  <a:pt x="1132417" y="317500"/>
                  <a:pt x="1133670" y="321466"/>
                  <a:pt x="1136650" y="323850"/>
                </a:cubicBezTo>
                <a:cubicBezTo>
                  <a:pt x="1139263" y="325941"/>
                  <a:pt x="1143182" y="325528"/>
                  <a:pt x="1146175" y="327025"/>
                </a:cubicBezTo>
                <a:cubicBezTo>
                  <a:pt x="1149588" y="328732"/>
                  <a:pt x="1152287" y="331668"/>
                  <a:pt x="1155700" y="333375"/>
                </a:cubicBezTo>
                <a:cubicBezTo>
                  <a:pt x="1158693" y="334872"/>
                  <a:pt x="1162232" y="335053"/>
                  <a:pt x="1165225" y="336550"/>
                </a:cubicBezTo>
                <a:cubicBezTo>
                  <a:pt x="1195414" y="351644"/>
                  <a:pt x="1144653" y="332868"/>
                  <a:pt x="1193800" y="349250"/>
                </a:cubicBezTo>
                <a:lnTo>
                  <a:pt x="1203325" y="352425"/>
                </a:lnTo>
                <a:cubicBezTo>
                  <a:pt x="1206500" y="353483"/>
                  <a:pt x="1210065" y="353744"/>
                  <a:pt x="1212850" y="355600"/>
                </a:cubicBezTo>
                <a:cubicBezTo>
                  <a:pt x="1221413" y="361308"/>
                  <a:pt x="1222041" y="362934"/>
                  <a:pt x="1231900" y="365125"/>
                </a:cubicBezTo>
                <a:cubicBezTo>
                  <a:pt x="1238184" y="366522"/>
                  <a:pt x="1244666" y="366903"/>
                  <a:pt x="1250950" y="368300"/>
                </a:cubicBezTo>
                <a:cubicBezTo>
                  <a:pt x="1254217" y="369026"/>
                  <a:pt x="1257208" y="370749"/>
                  <a:pt x="1260475" y="371475"/>
                </a:cubicBezTo>
                <a:cubicBezTo>
                  <a:pt x="1266759" y="372872"/>
                  <a:pt x="1273212" y="373387"/>
                  <a:pt x="1279525" y="374650"/>
                </a:cubicBezTo>
                <a:cubicBezTo>
                  <a:pt x="1283804" y="375506"/>
                  <a:pt x="1288045" y="376571"/>
                  <a:pt x="1292225" y="377825"/>
                </a:cubicBezTo>
                <a:cubicBezTo>
                  <a:pt x="1298636" y="379748"/>
                  <a:pt x="1304673" y="383075"/>
                  <a:pt x="1311275" y="384175"/>
                </a:cubicBezTo>
                <a:cubicBezTo>
                  <a:pt x="1317625" y="385233"/>
                  <a:pt x="1324080" y="385789"/>
                  <a:pt x="1330325" y="387350"/>
                </a:cubicBezTo>
                <a:cubicBezTo>
                  <a:pt x="1336819" y="388973"/>
                  <a:pt x="1349375" y="393700"/>
                  <a:pt x="1349375" y="393700"/>
                </a:cubicBezTo>
                <a:cubicBezTo>
                  <a:pt x="1363931" y="415535"/>
                  <a:pt x="1359662" y="405510"/>
                  <a:pt x="1365250" y="422275"/>
                </a:cubicBezTo>
                <a:cubicBezTo>
                  <a:pt x="1368259" y="443338"/>
                  <a:pt x="1371600" y="464407"/>
                  <a:pt x="1371600" y="485775"/>
                </a:cubicBez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FE10D00-16C5-414B-B84D-55705F662B28}"/>
              </a:ext>
            </a:extLst>
          </p:cNvPr>
          <p:cNvSpPr txBox="1"/>
          <p:nvPr/>
        </p:nvSpPr>
        <p:spPr>
          <a:xfrm rot="18113205">
            <a:off x="3543139" y="3164230"/>
            <a:ext cx="1371601"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Indus River</a:t>
            </a:r>
          </a:p>
        </p:txBody>
      </p:sp>
      <p:sp>
        <p:nvSpPr>
          <p:cNvPr id="3" name="Freeform 2">
            <a:extLst>
              <a:ext uri="{FF2B5EF4-FFF2-40B4-BE49-F238E27FC236}">
                <a16:creationId xmlns:a16="http://schemas.microsoft.com/office/drawing/2014/main" id="{F26BE63A-A7CA-4B4A-8843-2E2827FEED3A}"/>
              </a:ext>
            </a:extLst>
          </p:cNvPr>
          <p:cNvSpPr/>
          <p:nvPr/>
        </p:nvSpPr>
        <p:spPr>
          <a:xfrm>
            <a:off x="5108575" y="3276600"/>
            <a:ext cx="1301750" cy="860425"/>
          </a:xfrm>
          <a:custGeom>
            <a:avLst/>
            <a:gdLst>
              <a:gd name="connsiteX0" fmla="*/ 104775 w 1301750"/>
              <a:gd name="connsiteY0" fmla="*/ 0 h 860425"/>
              <a:gd name="connsiteX1" fmla="*/ 88900 w 1301750"/>
              <a:gd name="connsiteY1" fmla="*/ 6350 h 860425"/>
              <a:gd name="connsiteX2" fmla="*/ 76200 w 1301750"/>
              <a:gd name="connsiteY2" fmla="*/ 25400 h 860425"/>
              <a:gd name="connsiteX3" fmla="*/ 66675 w 1301750"/>
              <a:gd name="connsiteY3" fmla="*/ 44450 h 860425"/>
              <a:gd name="connsiteX4" fmla="*/ 57150 w 1301750"/>
              <a:gd name="connsiteY4" fmla="*/ 47625 h 860425"/>
              <a:gd name="connsiteX5" fmla="*/ 22225 w 1301750"/>
              <a:gd name="connsiteY5" fmla="*/ 50800 h 860425"/>
              <a:gd name="connsiteX6" fmla="*/ 15875 w 1301750"/>
              <a:gd name="connsiteY6" fmla="*/ 60325 h 860425"/>
              <a:gd name="connsiteX7" fmla="*/ 25400 w 1301750"/>
              <a:gd name="connsiteY7" fmla="*/ 66675 h 860425"/>
              <a:gd name="connsiteX8" fmla="*/ 34925 w 1301750"/>
              <a:gd name="connsiteY8" fmla="*/ 85725 h 860425"/>
              <a:gd name="connsiteX9" fmla="*/ 31750 w 1301750"/>
              <a:gd name="connsiteY9" fmla="*/ 95250 h 860425"/>
              <a:gd name="connsiteX10" fmla="*/ 19050 w 1301750"/>
              <a:gd name="connsiteY10" fmla="*/ 114300 h 860425"/>
              <a:gd name="connsiteX11" fmla="*/ 9525 w 1301750"/>
              <a:gd name="connsiteY11" fmla="*/ 149225 h 860425"/>
              <a:gd name="connsiteX12" fmla="*/ 6350 w 1301750"/>
              <a:gd name="connsiteY12" fmla="*/ 161925 h 860425"/>
              <a:gd name="connsiteX13" fmla="*/ 0 w 1301750"/>
              <a:gd name="connsiteY13" fmla="*/ 180975 h 860425"/>
              <a:gd name="connsiteX14" fmla="*/ 3175 w 1301750"/>
              <a:gd name="connsiteY14" fmla="*/ 241300 h 860425"/>
              <a:gd name="connsiteX15" fmla="*/ 9525 w 1301750"/>
              <a:gd name="connsiteY15" fmla="*/ 260350 h 860425"/>
              <a:gd name="connsiteX16" fmla="*/ 12700 w 1301750"/>
              <a:gd name="connsiteY16" fmla="*/ 269875 h 860425"/>
              <a:gd name="connsiteX17" fmla="*/ 19050 w 1301750"/>
              <a:gd name="connsiteY17" fmla="*/ 279400 h 860425"/>
              <a:gd name="connsiteX18" fmla="*/ 25400 w 1301750"/>
              <a:gd name="connsiteY18" fmla="*/ 298450 h 860425"/>
              <a:gd name="connsiteX19" fmla="*/ 28575 w 1301750"/>
              <a:gd name="connsiteY19" fmla="*/ 307975 h 860425"/>
              <a:gd name="connsiteX20" fmla="*/ 44450 w 1301750"/>
              <a:gd name="connsiteY20" fmla="*/ 327025 h 860425"/>
              <a:gd name="connsiteX21" fmla="*/ 47625 w 1301750"/>
              <a:gd name="connsiteY21" fmla="*/ 336550 h 860425"/>
              <a:gd name="connsiteX22" fmla="*/ 76200 w 1301750"/>
              <a:gd name="connsiteY22" fmla="*/ 358775 h 860425"/>
              <a:gd name="connsiteX23" fmla="*/ 85725 w 1301750"/>
              <a:gd name="connsiteY23" fmla="*/ 361950 h 860425"/>
              <a:gd name="connsiteX24" fmla="*/ 95250 w 1301750"/>
              <a:gd name="connsiteY24" fmla="*/ 368300 h 860425"/>
              <a:gd name="connsiteX25" fmla="*/ 104775 w 1301750"/>
              <a:gd name="connsiteY25" fmla="*/ 371475 h 860425"/>
              <a:gd name="connsiteX26" fmla="*/ 123825 w 1301750"/>
              <a:gd name="connsiteY26" fmla="*/ 381000 h 860425"/>
              <a:gd name="connsiteX27" fmla="*/ 130175 w 1301750"/>
              <a:gd name="connsiteY27" fmla="*/ 390525 h 860425"/>
              <a:gd name="connsiteX28" fmla="*/ 139700 w 1301750"/>
              <a:gd name="connsiteY28" fmla="*/ 396875 h 860425"/>
              <a:gd name="connsiteX29" fmla="*/ 152400 w 1301750"/>
              <a:gd name="connsiteY29" fmla="*/ 415925 h 860425"/>
              <a:gd name="connsiteX30" fmla="*/ 158750 w 1301750"/>
              <a:gd name="connsiteY30" fmla="*/ 425450 h 860425"/>
              <a:gd name="connsiteX31" fmla="*/ 168275 w 1301750"/>
              <a:gd name="connsiteY31" fmla="*/ 431800 h 860425"/>
              <a:gd name="connsiteX32" fmla="*/ 174625 w 1301750"/>
              <a:gd name="connsiteY32" fmla="*/ 441325 h 860425"/>
              <a:gd name="connsiteX33" fmla="*/ 184150 w 1301750"/>
              <a:gd name="connsiteY33" fmla="*/ 444500 h 860425"/>
              <a:gd name="connsiteX34" fmla="*/ 193675 w 1301750"/>
              <a:gd name="connsiteY34" fmla="*/ 450850 h 860425"/>
              <a:gd name="connsiteX35" fmla="*/ 203200 w 1301750"/>
              <a:gd name="connsiteY35" fmla="*/ 469900 h 860425"/>
              <a:gd name="connsiteX36" fmla="*/ 209550 w 1301750"/>
              <a:gd name="connsiteY36" fmla="*/ 492125 h 860425"/>
              <a:gd name="connsiteX37" fmla="*/ 219075 w 1301750"/>
              <a:gd name="connsiteY37" fmla="*/ 498475 h 860425"/>
              <a:gd name="connsiteX38" fmla="*/ 225425 w 1301750"/>
              <a:gd name="connsiteY38" fmla="*/ 508000 h 860425"/>
              <a:gd name="connsiteX39" fmla="*/ 234950 w 1301750"/>
              <a:gd name="connsiteY39" fmla="*/ 511175 h 860425"/>
              <a:gd name="connsiteX40" fmla="*/ 244475 w 1301750"/>
              <a:gd name="connsiteY40" fmla="*/ 517525 h 860425"/>
              <a:gd name="connsiteX41" fmla="*/ 250825 w 1301750"/>
              <a:gd name="connsiteY41" fmla="*/ 536575 h 860425"/>
              <a:gd name="connsiteX42" fmla="*/ 263525 w 1301750"/>
              <a:gd name="connsiteY42" fmla="*/ 555625 h 860425"/>
              <a:gd name="connsiteX43" fmla="*/ 273050 w 1301750"/>
              <a:gd name="connsiteY43" fmla="*/ 561975 h 860425"/>
              <a:gd name="connsiteX44" fmla="*/ 320675 w 1301750"/>
              <a:gd name="connsiteY44" fmla="*/ 571500 h 860425"/>
              <a:gd name="connsiteX45" fmla="*/ 317500 w 1301750"/>
              <a:gd name="connsiteY45" fmla="*/ 587375 h 860425"/>
              <a:gd name="connsiteX46" fmla="*/ 311150 w 1301750"/>
              <a:gd name="connsiteY46" fmla="*/ 596900 h 860425"/>
              <a:gd name="connsiteX47" fmla="*/ 320675 w 1301750"/>
              <a:gd name="connsiteY47" fmla="*/ 603250 h 860425"/>
              <a:gd name="connsiteX48" fmla="*/ 349250 w 1301750"/>
              <a:gd name="connsiteY48" fmla="*/ 603250 h 860425"/>
              <a:gd name="connsiteX49" fmla="*/ 352425 w 1301750"/>
              <a:gd name="connsiteY49" fmla="*/ 612775 h 860425"/>
              <a:gd name="connsiteX50" fmla="*/ 387350 w 1301750"/>
              <a:gd name="connsiteY50" fmla="*/ 628650 h 860425"/>
              <a:gd name="connsiteX51" fmla="*/ 400050 w 1301750"/>
              <a:gd name="connsiteY51" fmla="*/ 647700 h 860425"/>
              <a:gd name="connsiteX52" fmla="*/ 419100 w 1301750"/>
              <a:gd name="connsiteY52" fmla="*/ 660400 h 860425"/>
              <a:gd name="connsiteX53" fmla="*/ 476250 w 1301750"/>
              <a:gd name="connsiteY53" fmla="*/ 657225 h 860425"/>
              <a:gd name="connsiteX54" fmla="*/ 488950 w 1301750"/>
              <a:gd name="connsiteY54" fmla="*/ 641350 h 860425"/>
              <a:gd name="connsiteX55" fmla="*/ 508000 w 1301750"/>
              <a:gd name="connsiteY55" fmla="*/ 635000 h 860425"/>
              <a:gd name="connsiteX56" fmla="*/ 565150 w 1301750"/>
              <a:gd name="connsiteY56" fmla="*/ 635000 h 860425"/>
              <a:gd name="connsiteX57" fmla="*/ 568325 w 1301750"/>
              <a:gd name="connsiteY57" fmla="*/ 625475 h 860425"/>
              <a:gd name="connsiteX58" fmla="*/ 584200 w 1301750"/>
              <a:gd name="connsiteY58" fmla="*/ 612775 h 860425"/>
              <a:gd name="connsiteX59" fmla="*/ 596900 w 1301750"/>
              <a:gd name="connsiteY59" fmla="*/ 615950 h 860425"/>
              <a:gd name="connsiteX60" fmla="*/ 612775 w 1301750"/>
              <a:gd name="connsiteY60" fmla="*/ 603250 h 860425"/>
              <a:gd name="connsiteX61" fmla="*/ 622300 w 1301750"/>
              <a:gd name="connsiteY61" fmla="*/ 596900 h 860425"/>
              <a:gd name="connsiteX62" fmla="*/ 647700 w 1301750"/>
              <a:gd name="connsiteY62" fmla="*/ 593725 h 860425"/>
              <a:gd name="connsiteX63" fmla="*/ 692150 w 1301750"/>
              <a:gd name="connsiteY63" fmla="*/ 596900 h 860425"/>
              <a:gd name="connsiteX64" fmla="*/ 701675 w 1301750"/>
              <a:gd name="connsiteY64" fmla="*/ 600075 h 860425"/>
              <a:gd name="connsiteX65" fmla="*/ 714375 w 1301750"/>
              <a:gd name="connsiteY65" fmla="*/ 603250 h 860425"/>
              <a:gd name="connsiteX66" fmla="*/ 733425 w 1301750"/>
              <a:gd name="connsiteY66" fmla="*/ 609600 h 860425"/>
              <a:gd name="connsiteX67" fmla="*/ 752475 w 1301750"/>
              <a:gd name="connsiteY67" fmla="*/ 612775 h 860425"/>
              <a:gd name="connsiteX68" fmla="*/ 771525 w 1301750"/>
              <a:gd name="connsiteY68" fmla="*/ 619125 h 860425"/>
              <a:gd name="connsiteX69" fmla="*/ 781050 w 1301750"/>
              <a:gd name="connsiteY69" fmla="*/ 622300 h 860425"/>
              <a:gd name="connsiteX70" fmla="*/ 835025 w 1301750"/>
              <a:gd name="connsiteY70" fmla="*/ 628650 h 860425"/>
              <a:gd name="connsiteX71" fmla="*/ 882650 w 1301750"/>
              <a:gd name="connsiteY71" fmla="*/ 628650 h 860425"/>
              <a:gd name="connsiteX72" fmla="*/ 901700 w 1301750"/>
              <a:gd name="connsiteY72" fmla="*/ 622300 h 860425"/>
              <a:gd name="connsiteX73" fmla="*/ 923925 w 1301750"/>
              <a:gd name="connsiteY73" fmla="*/ 619125 h 860425"/>
              <a:gd name="connsiteX74" fmla="*/ 949325 w 1301750"/>
              <a:gd name="connsiteY74" fmla="*/ 622300 h 860425"/>
              <a:gd name="connsiteX75" fmla="*/ 968375 w 1301750"/>
              <a:gd name="connsiteY75" fmla="*/ 635000 h 860425"/>
              <a:gd name="connsiteX76" fmla="*/ 977900 w 1301750"/>
              <a:gd name="connsiteY76" fmla="*/ 641350 h 860425"/>
              <a:gd name="connsiteX77" fmla="*/ 996950 w 1301750"/>
              <a:gd name="connsiteY77" fmla="*/ 647700 h 860425"/>
              <a:gd name="connsiteX78" fmla="*/ 1006475 w 1301750"/>
              <a:gd name="connsiteY78" fmla="*/ 679450 h 860425"/>
              <a:gd name="connsiteX79" fmla="*/ 1016000 w 1301750"/>
              <a:gd name="connsiteY79" fmla="*/ 685800 h 860425"/>
              <a:gd name="connsiteX80" fmla="*/ 1031875 w 1301750"/>
              <a:gd name="connsiteY80" fmla="*/ 701675 h 860425"/>
              <a:gd name="connsiteX81" fmla="*/ 1038225 w 1301750"/>
              <a:gd name="connsiteY81" fmla="*/ 711200 h 860425"/>
              <a:gd name="connsiteX82" fmla="*/ 1057275 w 1301750"/>
              <a:gd name="connsiteY82" fmla="*/ 727075 h 860425"/>
              <a:gd name="connsiteX83" fmla="*/ 1073150 w 1301750"/>
              <a:gd name="connsiteY83" fmla="*/ 742950 h 860425"/>
              <a:gd name="connsiteX84" fmla="*/ 1082675 w 1301750"/>
              <a:gd name="connsiteY84" fmla="*/ 752475 h 860425"/>
              <a:gd name="connsiteX85" fmla="*/ 1092200 w 1301750"/>
              <a:gd name="connsiteY85" fmla="*/ 755650 h 860425"/>
              <a:gd name="connsiteX86" fmla="*/ 1111250 w 1301750"/>
              <a:gd name="connsiteY86" fmla="*/ 768350 h 860425"/>
              <a:gd name="connsiteX87" fmla="*/ 1139825 w 1301750"/>
              <a:gd name="connsiteY87" fmla="*/ 777875 h 860425"/>
              <a:gd name="connsiteX88" fmla="*/ 1149350 w 1301750"/>
              <a:gd name="connsiteY88" fmla="*/ 781050 h 860425"/>
              <a:gd name="connsiteX89" fmla="*/ 1162050 w 1301750"/>
              <a:gd name="connsiteY89" fmla="*/ 784225 h 860425"/>
              <a:gd name="connsiteX90" fmla="*/ 1181100 w 1301750"/>
              <a:gd name="connsiteY90" fmla="*/ 787400 h 860425"/>
              <a:gd name="connsiteX91" fmla="*/ 1190625 w 1301750"/>
              <a:gd name="connsiteY91" fmla="*/ 790575 h 860425"/>
              <a:gd name="connsiteX92" fmla="*/ 1203325 w 1301750"/>
              <a:gd name="connsiteY92" fmla="*/ 793750 h 860425"/>
              <a:gd name="connsiteX93" fmla="*/ 1231900 w 1301750"/>
              <a:gd name="connsiteY93" fmla="*/ 803275 h 860425"/>
              <a:gd name="connsiteX94" fmla="*/ 1241425 w 1301750"/>
              <a:gd name="connsiteY94" fmla="*/ 806450 h 860425"/>
              <a:gd name="connsiteX95" fmla="*/ 1260475 w 1301750"/>
              <a:gd name="connsiteY95" fmla="*/ 819150 h 860425"/>
              <a:gd name="connsiteX96" fmla="*/ 1270000 w 1301750"/>
              <a:gd name="connsiteY96" fmla="*/ 825500 h 860425"/>
              <a:gd name="connsiteX97" fmla="*/ 1276350 w 1301750"/>
              <a:gd name="connsiteY97" fmla="*/ 835025 h 860425"/>
              <a:gd name="connsiteX98" fmla="*/ 1285875 w 1301750"/>
              <a:gd name="connsiteY98" fmla="*/ 838200 h 860425"/>
              <a:gd name="connsiteX99" fmla="*/ 1298575 w 1301750"/>
              <a:gd name="connsiteY99" fmla="*/ 857250 h 860425"/>
              <a:gd name="connsiteX100" fmla="*/ 1301750 w 1301750"/>
              <a:gd name="connsiteY100" fmla="*/ 86042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301750" h="860425">
                <a:moveTo>
                  <a:pt x="104775" y="0"/>
                </a:moveTo>
                <a:cubicBezTo>
                  <a:pt x="99483" y="2117"/>
                  <a:pt x="93160" y="2564"/>
                  <a:pt x="88900" y="6350"/>
                </a:cubicBezTo>
                <a:cubicBezTo>
                  <a:pt x="83196" y="11420"/>
                  <a:pt x="78613" y="18160"/>
                  <a:pt x="76200" y="25400"/>
                </a:cubicBezTo>
                <a:cubicBezTo>
                  <a:pt x="74108" y="31675"/>
                  <a:pt x="72270" y="39974"/>
                  <a:pt x="66675" y="44450"/>
                </a:cubicBezTo>
                <a:cubicBezTo>
                  <a:pt x="64062" y="46541"/>
                  <a:pt x="60463" y="47152"/>
                  <a:pt x="57150" y="47625"/>
                </a:cubicBezTo>
                <a:cubicBezTo>
                  <a:pt x="45578" y="49278"/>
                  <a:pt x="33867" y="49742"/>
                  <a:pt x="22225" y="50800"/>
                </a:cubicBezTo>
                <a:cubicBezTo>
                  <a:pt x="20108" y="53975"/>
                  <a:pt x="15127" y="56583"/>
                  <a:pt x="15875" y="60325"/>
                </a:cubicBezTo>
                <a:cubicBezTo>
                  <a:pt x="16623" y="64067"/>
                  <a:pt x="22702" y="63977"/>
                  <a:pt x="25400" y="66675"/>
                </a:cubicBezTo>
                <a:cubicBezTo>
                  <a:pt x="31555" y="72830"/>
                  <a:pt x="32343" y="77978"/>
                  <a:pt x="34925" y="85725"/>
                </a:cubicBezTo>
                <a:cubicBezTo>
                  <a:pt x="33867" y="88900"/>
                  <a:pt x="33375" y="92324"/>
                  <a:pt x="31750" y="95250"/>
                </a:cubicBezTo>
                <a:cubicBezTo>
                  <a:pt x="28044" y="101921"/>
                  <a:pt x="21463" y="107060"/>
                  <a:pt x="19050" y="114300"/>
                </a:cubicBezTo>
                <a:cubicBezTo>
                  <a:pt x="9138" y="144036"/>
                  <a:pt x="15509" y="122299"/>
                  <a:pt x="9525" y="149225"/>
                </a:cubicBezTo>
                <a:cubicBezTo>
                  <a:pt x="8578" y="153485"/>
                  <a:pt x="7604" y="157745"/>
                  <a:pt x="6350" y="161925"/>
                </a:cubicBezTo>
                <a:cubicBezTo>
                  <a:pt x="4427" y="168336"/>
                  <a:pt x="0" y="180975"/>
                  <a:pt x="0" y="180975"/>
                </a:cubicBezTo>
                <a:cubicBezTo>
                  <a:pt x="1058" y="201083"/>
                  <a:pt x="776" y="221307"/>
                  <a:pt x="3175" y="241300"/>
                </a:cubicBezTo>
                <a:cubicBezTo>
                  <a:pt x="3972" y="247946"/>
                  <a:pt x="7408" y="254000"/>
                  <a:pt x="9525" y="260350"/>
                </a:cubicBezTo>
                <a:cubicBezTo>
                  <a:pt x="10583" y="263525"/>
                  <a:pt x="10844" y="267090"/>
                  <a:pt x="12700" y="269875"/>
                </a:cubicBezTo>
                <a:cubicBezTo>
                  <a:pt x="14817" y="273050"/>
                  <a:pt x="17500" y="275913"/>
                  <a:pt x="19050" y="279400"/>
                </a:cubicBezTo>
                <a:cubicBezTo>
                  <a:pt x="21768" y="285517"/>
                  <a:pt x="23283" y="292100"/>
                  <a:pt x="25400" y="298450"/>
                </a:cubicBezTo>
                <a:cubicBezTo>
                  <a:pt x="26458" y="301625"/>
                  <a:pt x="26208" y="305608"/>
                  <a:pt x="28575" y="307975"/>
                </a:cubicBezTo>
                <a:cubicBezTo>
                  <a:pt x="35597" y="314997"/>
                  <a:pt x="40030" y="318184"/>
                  <a:pt x="44450" y="327025"/>
                </a:cubicBezTo>
                <a:cubicBezTo>
                  <a:pt x="45947" y="330018"/>
                  <a:pt x="45769" y="333765"/>
                  <a:pt x="47625" y="336550"/>
                </a:cubicBezTo>
                <a:cubicBezTo>
                  <a:pt x="52321" y="343594"/>
                  <a:pt x="70794" y="356973"/>
                  <a:pt x="76200" y="358775"/>
                </a:cubicBezTo>
                <a:cubicBezTo>
                  <a:pt x="79375" y="359833"/>
                  <a:pt x="82732" y="360453"/>
                  <a:pt x="85725" y="361950"/>
                </a:cubicBezTo>
                <a:cubicBezTo>
                  <a:pt x="89138" y="363657"/>
                  <a:pt x="91837" y="366593"/>
                  <a:pt x="95250" y="368300"/>
                </a:cubicBezTo>
                <a:cubicBezTo>
                  <a:pt x="98243" y="369797"/>
                  <a:pt x="101782" y="369978"/>
                  <a:pt x="104775" y="371475"/>
                </a:cubicBezTo>
                <a:cubicBezTo>
                  <a:pt x="129394" y="383785"/>
                  <a:pt x="99884" y="373020"/>
                  <a:pt x="123825" y="381000"/>
                </a:cubicBezTo>
                <a:cubicBezTo>
                  <a:pt x="125942" y="384175"/>
                  <a:pt x="127477" y="387827"/>
                  <a:pt x="130175" y="390525"/>
                </a:cubicBezTo>
                <a:cubicBezTo>
                  <a:pt x="132873" y="393223"/>
                  <a:pt x="137187" y="394003"/>
                  <a:pt x="139700" y="396875"/>
                </a:cubicBezTo>
                <a:cubicBezTo>
                  <a:pt x="144726" y="402618"/>
                  <a:pt x="148167" y="409575"/>
                  <a:pt x="152400" y="415925"/>
                </a:cubicBezTo>
                <a:cubicBezTo>
                  <a:pt x="154517" y="419100"/>
                  <a:pt x="155575" y="423333"/>
                  <a:pt x="158750" y="425450"/>
                </a:cubicBezTo>
                <a:lnTo>
                  <a:pt x="168275" y="431800"/>
                </a:lnTo>
                <a:cubicBezTo>
                  <a:pt x="170392" y="434975"/>
                  <a:pt x="171645" y="438941"/>
                  <a:pt x="174625" y="441325"/>
                </a:cubicBezTo>
                <a:cubicBezTo>
                  <a:pt x="177238" y="443416"/>
                  <a:pt x="181157" y="443003"/>
                  <a:pt x="184150" y="444500"/>
                </a:cubicBezTo>
                <a:cubicBezTo>
                  <a:pt x="187563" y="446207"/>
                  <a:pt x="190500" y="448733"/>
                  <a:pt x="193675" y="450850"/>
                </a:cubicBezTo>
                <a:cubicBezTo>
                  <a:pt x="200632" y="461286"/>
                  <a:pt x="199914" y="458398"/>
                  <a:pt x="203200" y="469900"/>
                </a:cubicBezTo>
                <a:cubicBezTo>
                  <a:pt x="203454" y="470787"/>
                  <a:pt x="207858" y="490010"/>
                  <a:pt x="209550" y="492125"/>
                </a:cubicBezTo>
                <a:cubicBezTo>
                  <a:pt x="211934" y="495105"/>
                  <a:pt x="215900" y="496358"/>
                  <a:pt x="219075" y="498475"/>
                </a:cubicBezTo>
                <a:cubicBezTo>
                  <a:pt x="221192" y="501650"/>
                  <a:pt x="222445" y="505616"/>
                  <a:pt x="225425" y="508000"/>
                </a:cubicBezTo>
                <a:cubicBezTo>
                  <a:pt x="228038" y="510091"/>
                  <a:pt x="231957" y="509678"/>
                  <a:pt x="234950" y="511175"/>
                </a:cubicBezTo>
                <a:cubicBezTo>
                  <a:pt x="238363" y="512882"/>
                  <a:pt x="241300" y="515408"/>
                  <a:pt x="244475" y="517525"/>
                </a:cubicBezTo>
                <a:cubicBezTo>
                  <a:pt x="246592" y="523875"/>
                  <a:pt x="247112" y="531006"/>
                  <a:pt x="250825" y="536575"/>
                </a:cubicBezTo>
                <a:cubicBezTo>
                  <a:pt x="255058" y="542925"/>
                  <a:pt x="257175" y="551392"/>
                  <a:pt x="263525" y="555625"/>
                </a:cubicBezTo>
                <a:cubicBezTo>
                  <a:pt x="266700" y="557742"/>
                  <a:pt x="269563" y="560425"/>
                  <a:pt x="273050" y="561975"/>
                </a:cubicBezTo>
                <a:cubicBezTo>
                  <a:pt x="291811" y="570313"/>
                  <a:pt x="298878" y="569078"/>
                  <a:pt x="320675" y="571500"/>
                </a:cubicBezTo>
                <a:cubicBezTo>
                  <a:pt x="319617" y="576792"/>
                  <a:pt x="319395" y="582322"/>
                  <a:pt x="317500" y="587375"/>
                </a:cubicBezTo>
                <a:cubicBezTo>
                  <a:pt x="316160" y="590948"/>
                  <a:pt x="310402" y="593158"/>
                  <a:pt x="311150" y="596900"/>
                </a:cubicBezTo>
                <a:cubicBezTo>
                  <a:pt x="311898" y="600642"/>
                  <a:pt x="317500" y="601133"/>
                  <a:pt x="320675" y="603250"/>
                </a:cubicBezTo>
                <a:cubicBezTo>
                  <a:pt x="331109" y="599772"/>
                  <a:pt x="336898" y="596192"/>
                  <a:pt x="349250" y="603250"/>
                </a:cubicBezTo>
                <a:cubicBezTo>
                  <a:pt x="352156" y="604910"/>
                  <a:pt x="350058" y="610408"/>
                  <a:pt x="352425" y="612775"/>
                </a:cubicBezTo>
                <a:cubicBezTo>
                  <a:pt x="366157" y="626507"/>
                  <a:pt x="370927" y="625365"/>
                  <a:pt x="387350" y="628650"/>
                </a:cubicBezTo>
                <a:cubicBezTo>
                  <a:pt x="391583" y="635000"/>
                  <a:pt x="393700" y="643467"/>
                  <a:pt x="400050" y="647700"/>
                </a:cubicBezTo>
                <a:lnTo>
                  <a:pt x="419100" y="660400"/>
                </a:lnTo>
                <a:cubicBezTo>
                  <a:pt x="438150" y="659342"/>
                  <a:pt x="457362" y="659923"/>
                  <a:pt x="476250" y="657225"/>
                </a:cubicBezTo>
                <a:cubicBezTo>
                  <a:pt x="497259" y="654224"/>
                  <a:pt x="476938" y="649930"/>
                  <a:pt x="488950" y="641350"/>
                </a:cubicBezTo>
                <a:cubicBezTo>
                  <a:pt x="494397" y="637459"/>
                  <a:pt x="508000" y="635000"/>
                  <a:pt x="508000" y="635000"/>
                </a:cubicBezTo>
                <a:cubicBezTo>
                  <a:pt x="513819" y="635485"/>
                  <a:pt x="553077" y="641899"/>
                  <a:pt x="565150" y="635000"/>
                </a:cubicBezTo>
                <a:cubicBezTo>
                  <a:pt x="568056" y="633340"/>
                  <a:pt x="566828" y="628468"/>
                  <a:pt x="568325" y="625475"/>
                </a:cubicBezTo>
                <a:cubicBezTo>
                  <a:pt x="574070" y="613986"/>
                  <a:pt x="573214" y="616437"/>
                  <a:pt x="584200" y="612775"/>
                </a:cubicBezTo>
                <a:cubicBezTo>
                  <a:pt x="588433" y="613833"/>
                  <a:pt x="592536" y="615950"/>
                  <a:pt x="596900" y="615950"/>
                </a:cubicBezTo>
                <a:cubicBezTo>
                  <a:pt x="609262" y="615950"/>
                  <a:pt x="605461" y="610564"/>
                  <a:pt x="612775" y="603250"/>
                </a:cubicBezTo>
                <a:cubicBezTo>
                  <a:pt x="615473" y="600552"/>
                  <a:pt x="618619" y="597904"/>
                  <a:pt x="622300" y="596900"/>
                </a:cubicBezTo>
                <a:cubicBezTo>
                  <a:pt x="630532" y="594655"/>
                  <a:pt x="639233" y="594783"/>
                  <a:pt x="647700" y="593725"/>
                </a:cubicBezTo>
                <a:cubicBezTo>
                  <a:pt x="662517" y="594783"/>
                  <a:pt x="677397" y="595164"/>
                  <a:pt x="692150" y="596900"/>
                </a:cubicBezTo>
                <a:cubicBezTo>
                  <a:pt x="695474" y="597291"/>
                  <a:pt x="698457" y="599156"/>
                  <a:pt x="701675" y="600075"/>
                </a:cubicBezTo>
                <a:cubicBezTo>
                  <a:pt x="705871" y="601274"/>
                  <a:pt x="710195" y="601996"/>
                  <a:pt x="714375" y="603250"/>
                </a:cubicBezTo>
                <a:cubicBezTo>
                  <a:pt x="720786" y="605173"/>
                  <a:pt x="726823" y="608500"/>
                  <a:pt x="733425" y="609600"/>
                </a:cubicBezTo>
                <a:cubicBezTo>
                  <a:pt x="739775" y="610658"/>
                  <a:pt x="746230" y="611214"/>
                  <a:pt x="752475" y="612775"/>
                </a:cubicBezTo>
                <a:cubicBezTo>
                  <a:pt x="758969" y="614398"/>
                  <a:pt x="765175" y="617008"/>
                  <a:pt x="771525" y="619125"/>
                </a:cubicBezTo>
                <a:cubicBezTo>
                  <a:pt x="774700" y="620183"/>
                  <a:pt x="777749" y="621750"/>
                  <a:pt x="781050" y="622300"/>
                </a:cubicBezTo>
                <a:cubicBezTo>
                  <a:pt x="811631" y="627397"/>
                  <a:pt x="793689" y="624892"/>
                  <a:pt x="835025" y="628650"/>
                </a:cubicBezTo>
                <a:cubicBezTo>
                  <a:pt x="854826" y="635250"/>
                  <a:pt x="848121" y="634405"/>
                  <a:pt x="882650" y="628650"/>
                </a:cubicBezTo>
                <a:cubicBezTo>
                  <a:pt x="889252" y="627550"/>
                  <a:pt x="895074" y="623247"/>
                  <a:pt x="901700" y="622300"/>
                </a:cubicBezTo>
                <a:lnTo>
                  <a:pt x="923925" y="619125"/>
                </a:lnTo>
                <a:cubicBezTo>
                  <a:pt x="955725" y="608525"/>
                  <a:pt x="934057" y="608941"/>
                  <a:pt x="949325" y="622300"/>
                </a:cubicBezTo>
                <a:cubicBezTo>
                  <a:pt x="955068" y="627326"/>
                  <a:pt x="962025" y="630767"/>
                  <a:pt x="968375" y="635000"/>
                </a:cubicBezTo>
                <a:cubicBezTo>
                  <a:pt x="971550" y="637117"/>
                  <a:pt x="974280" y="640143"/>
                  <a:pt x="977900" y="641350"/>
                </a:cubicBezTo>
                <a:lnTo>
                  <a:pt x="996950" y="647700"/>
                </a:lnTo>
                <a:cubicBezTo>
                  <a:pt x="998221" y="652784"/>
                  <a:pt x="1004156" y="677904"/>
                  <a:pt x="1006475" y="679450"/>
                </a:cubicBezTo>
                <a:lnTo>
                  <a:pt x="1016000" y="685800"/>
                </a:lnTo>
                <a:cubicBezTo>
                  <a:pt x="1032933" y="711200"/>
                  <a:pt x="1010708" y="680508"/>
                  <a:pt x="1031875" y="701675"/>
                </a:cubicBezTo>
                <a:cubicBezTo>
                  <a:pt x="1034573" y="704373"/>
                  <a:pt x="1035782" y="708269"/>
                  <a:pt x="1038225" y="711200"/>
                </a:cubicBezTo>
                <a:cubicBezTo>
                  <a:pt x="1045865" y="720367"/>
                  <a:pt x="1047909" y="720831"/>
                  <a:pt x="1057275" y="727075"/>
                </a:cubicBezTo>
                <a:cubicBezTo>
                  <a:pt x="1068917" y="744538"/>
                  <a:pt x="1057275" y="729721"/>
                  <a:pt x="1073150" y="742950"/>
                </a:cubicBezTo>
                <a:cubicBezTo>
                  <a:pt x="1076599" y="745825"/>
                  <a:pt x="1078939" y="749984"/>
                  <a:pt x="1082675" y="752475"/>
                </a:cubicBezTo>
                <a:cubicBezTo>
                  <a:pt x="1085460" y="754331"/>
                  <a:pt x="1089274" y="754025"/>
                  <a:pt x="1092200" y="755650"/>
                </a:cubicBezTo>
                <a:cubicBezTo>
                  <a:pt x="1098871" y="759356"/>
                  <a:pt x="1104010" y="765937"/>
                  <a:pt x="1111250" y="768350"/>
                </a:cubicBezTo>
                <a:lnTo>
                  <a:pt x="1139825" y="777875"/>
                </a:lnTo>
                <a:cubicBezTo>
                  <a:pt x="1143000" y="778933"/>
                  <a:pt x="1146103" y="780238"/>
                  <a:pt x="1149350" y="781050"/>
                </a:cubicBezTo>
                <a:cubicBezTo>
                  <a:pt x="1153583" y="782108"/>
                  <a:pt x="1157771" y="783369"/>
                  <a:pt x="1162050" y="784225"/>
                </a:cubicBezTo>
                <a:cubicBezTo>
                  <a:pt x="1168363" y="785488"/>
                  <a:pt x="1174816" y="786003"/>
                  <a:pt x="1181100" y="787400"/>
                </a:cubicBezTo>
                <a:cubicBezTo>
                  <a:pt x="1184367" y="788126"/>
                  <a:pt x="1187407" y="789656"/>
                  <a:pt x="1190625" y="790575"/>
                </a:cubicBezTo>
                <a:cubicBezTo>
                  <a:pt x="1194821" y="791774"/>
                  <a:pt x="1199145" y="792496"/>
                  <a:pt x="1203325" y="793750"/>
                </a:cubicBezTo>
                <a:lnTo>
                  <a:pt x="1231900" y="803275"/>
                </a:lnTo>
                <a:cubicBezTo>
                  <a:pt x="1235075" y="804333"/>
                  <a:pt x="1238640" y="804594"/>
                  <a:pt x="1241425" y="806450"/>
                </a:cubicBezTo>
                <a:lnTo>
                  <a:pt x="1260475" y="819150"/>
                </a:lnTo>
                <a:lnTo>
                  <a:pt x="1270000" y="825500"/>
                </a:lnTo>
                <a:cubicBezTo>
                  <a:pt x="1272117" y="828675"/>
                  <a:pt x="1273370" y="832641"/>
                  <a:pt x="1276350" y="835025"/>
                </a:cubicBezTo>
                <a:cubicBezTo>
                  <a:pt x="1278963" y="837116"/>
                  <a:pt x="1283508" y="835833"/>
                  <a:pt x="1285875" y="838200"/>
                </a:cubicBezTo>
                <a:cubicBezTo>
                  <a:pt x="1291271" y="843596"/>
                  <a:pt x="1293179" y="851854"/>
                  <a:pt x="1298575" y="857250"/>
                </a:cubicBezTo>
                <a:lnTo>
                  <a:pt x="1301750" y="860425"/>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2A5AB2F-2866-184F-8F8A-A4121EB51430}"/>
              </a:ext>
            </a:extLst>
          </p:cNvPr>
          <p:cNvSpPr txBox="1"/>
          <p:nvPr/>
        </p:nvSpPr>
        <p:spPr>
          <a:xfrm rot="219902">
            <a:off x="5032257" y="3886479"/>
            <a:ext cx="1371601" cy="246221"/>
          </a:xfrm>
          <a:prstGeom prst="rect">
            <a:avLst/>
          </a:prstGeom>
          <a:noFill/>
        </p:spPr>
        <p:txBody>
          <a:bodyPr wrap="square" rtlCol="0">
            <a:spAutoFit/>
          </a:bodyPr>
          <a:lstStyle/>
          <a:p>
            <a:pPr algn="ctr"/>
            <a:r>
              <a:rPr lang="en-US" sz="1000" b="1" dirty="0">
                <a:solidFill>
                  <a:srgbClr val="0304B4"/>
                </a:solidFill>
                <a:latin typeface="Century Gothic" panose="020B0502020202020204" pitchFamily="34" charset="0"/>
              </a:rPr>
              <a:t>Ganges River</a:t>
            </a:r>
          </a:p>
        </p:txBody>
      </p:sp>
      <p:sp>
        <p:nvSpPr>
          <p:cNvPr id="18" name="Freeform 17">
            <a:extLst>
              <a:ext uri="{FF2B5EF4-FFF2-40B4-BE49-F238E27FC236}">
                <a16:creationId xmlns:a16="http://schemas.microsoft.com/office/drawing/2014/main" id="{5AA7BC3F-22CC-E947-A935-22C2FC83DCD8}"/>
              </a:ext>
            </a:extLst>
          </p:cNvPr>
          <p:cNvSpPr/>
          <p:nvPr/>
        </p:nvSpPr>
        <p:spPr>
          <a:xfrm>
            <a:off x="5521325" y="3311525"/>
            <a:ext cx="1320800" cy="768350"/>
          </a:xfrm>
          <a:custGeom>
            <a:avLst/>
            <a:gdLst>
              <a:gd name="connsiteX0" fmla="*/ 806450 w 1320800"/>
              <a:gd name="connsiteY0" fmla="*/ 768350 h 768350"/>
              <a:gd name="connsiteX1" fmla="*/ 790575 w 1320800"/>
              <a:gd name="connsiteY1" fmla="*/ 765175 h 768350"/>
              <a:gd name="connsiteX2" fmla="*/ 787400 w 1320800"/>
              <a:gd name="connsiteY2" fmla="*/ 742950 h 768350"/>
              <a:gd name="connsiteX3" fmla="*/ 781050 w 1320800"/>
              <a:gd name="connsiteY3" fmla="*/ 720725 h 768350"/>
              <a:gd name="connsiteX4" fmla="*/ 774700 w 1320800"/>
              <a:gd name="connsiteY4" fmla="*/ 695325 h 768350"/>
              <a:gd name="connsiteX5" fmla="*/ 768350 w 1320800"/>
              <a:gd name="connsiteY5" fmla="*/ 685800 h 768350"/>
              <a:gd name="connsiteX6" fmla="*/ 755650 w 1320800"/>
              <a:gd name="connsiteY6" fmla="*/ 641350 h 768350"/>
              <a:gd name="connsiteX7" fmla="*/ 752475 w 1320800"/>
              <a:gd name="connsiteY7" fmla="*/ 631825 h 768350"/>
              <a:gd name="connsiteX8" fmla="*/ 749300 w 1320800"/>
              <a:gd name="connsiteY8" fmla="*/ 603250 h 768350"/>
              <a:gd name="connsiteX9" fmla="*/ 746125 w 1320800"/>
              <a:gd name="connsiteY9" fmla="*/ 593725 h 768350"/>
              <a:gd name="connsiteX10" fmla="*/ 736600 w 1320800"/>
              <a:gd name="connsiteY10" fmla="*/ 587375 h 768350"/>
              <a:gd name="connsiteX11" fmla="*/ 739775 w 1320800"/>
              <a:gd name="connsiteY11" fmla="*/ 558800 h 768350"/>
              <a:gd name="connsiteX12" fmla="*/ 752475 w 1320800"/>
              <a:gd name="connsiteY12" fmla="*/ 520700 h 768350"/>
              <a:gd name="connsiteX13" fmla="*/ 755650 w 1320800"/>
              <a:gd name="connsiteY13" fmla="*/ 511175 h 768350"/>
              <a:gd name="connsiteX14" fmla="*/ 765175 w 1320800"/>
              <a:gd name="connsiteY14" fmla="*/ 504825 h 768350"/>
              <a:gd name="connsiteX15" fmla="*/ 781050 w 1320800"/>
              <a:gd name="connsiteY15" fmla="*/ 492125 h 768350"/>
              <a:gd name="connsiteX16" fmla="*/ 784225 w 1320800"/>
              <a:gd name="connsiteY16" fmla="*/ 482600 h 768350"/>
              <a:gd name="connsiteX17" fmla="*/ 793750 w 1320800"/>
              <a:gd name="connsiteY17" fmla="*/ 479425 h 768350"/>
              <a:gd name="connsiteX18" fmla="*/ 857250 w 1320800"/>
              <a:gd name="connsiteY18" fmla="*/ 476250 h 768350"/>
              <a:gd name="connsiteX19" fmla="*/ 866775 w 1320800"/>
              <a:gd name="connsiteY19" fmla="*/ 473075 h 768350"/>
              <a:gd name="connsiteX20" fmla="*/ 876300 w 1320800"/>
              <a:gd name="connsiteY20" fmla="*/ 466725 h 768350"/>
              <a:gd name="connsiteX21" fmla="*/ 942975 w 1320800"/>
              <a:gd name="connsiteY21" fmla="*/ 463550 h 768350"/>
              <a:gd name="connsiteX22" fmla="*/ 949325 w 1320800"/>
              <a:gd name="connsiteY22" fmla="*/ 454025 h 768350"/>
              <a:gd name="connsiteX23" fmla="*/ 977900 w 1320800"/>
              <a:gd name="connsiteY23" fmla="*/ 438150 h 768350"/>
              <a:gd name="connsiteX24" fmla="*/ 993775 w 1320800"/>
              <a:gd name="connsiteY24" fmla="*/ 425450 h 768350"/>
              <a:gd name="connsiteX25" fmla="*/ 1012825 w 1320800"/>
              <a:gd name="connsiteY25" fmla="*/ 412750 h 768350"/>
              <a:gd name="connsiteX26" fmla="*/ 1022350 w 1320800"/>
              <a:gd name="connsiteY26" fmla="*/ 406400 h 768350"/>
              <a:gd name="connsiteX27" fmla="*/ 1050925 w 1320800"/>
              <a:gd name="connsiteY27" fmla="*/ 396875 h 768350"/>
              <a:gd name="connsiteX28" fmla="*/ 1069975 w 1320800"/>
              <a:gd name="connsiteY28" fmla="*/ 387350 h 768350"/>
              <a:gd name="connsiteX29" fmla="*/ 1089025 w 1320800"/>
              <a:gd name="connsiteY29" fmla="*/ 381000 h 768350"/>
              <a:gd name="connsiteX30" fmla="*/ 1098550 w 1320800"/>
              <a:gd name="connsiteY30" fmla="*/ 377825 h 768350"/>
              <a:gd name="connsiteX31" fmla="*/ 1108075 w 1320800"/>
              <a:gd name="connsiteY31" fmla="*/ 371475 h 768350"/>
              <a:gd name="connsiteX32" fmla="*/ 1120775 w 1320800"/>
              <a:gd name="connsiteY32" fmla="*/ 368300 h 768350"/>
              <a:gd name="connsiteX33" fmla="*/ 1149350 w 1320800"/>
              <a:gd name="connsiteY33" fmla="*/ 358775 h 768350"/>
              <a:gd name="connsiteX34" fmla="*/ 1158875 w 1320800"/>
              <a:gd name="connsiteY34" fmla="*/ 355600 h 768350"/>
              <a:gd name="connsiteX35" fmla="*/ 1168400 w 1320800"/>
              <a:gd name="connsiteY35" fmla="*/ 352425 h 768350"/>
              <a:gd name="connsiteX36" fmla="*/ 1177925 w 1320800"/>
              <a:gd name="connsiteY36" fmla="*/ 346075 h 768350"/>
              <a:gd name="connsiteX37" fmla="*/ 1187450 w 1320800"/>
              <a:gd name="connsiteY37" fmla="*/ 327025 h 768350"/>
              <a:gd name="connsiteX38" fmla="*/ 1196975 w 1320800"/>
              <a:gd name="connsiteY38" fmla="*/ 317500 h 768350"/>
              <a:gd name="connsiteX39" fmla="*/ 1209675 w 1320800"/>
              <a:gd name="connsiteY39" fmla="*/ 298450 h 768350"/>
              <a:gd name="connsiteX40" fmla="*/ 1212850 w 1320800"/>
              <a:gd name="connsiteY40" fmla="*/ 288925 h 768350"/>
              <a:gd name="connsiteX41" fmla="*/ 1244600 w 1320800"/>
              <a:gd name="connsiteY41" fmla="*/ 257175 h 768350"/>
              <a:gd name="connsiteX42" fmla="*/ 1263650 w 1320800"/>
              <a:gd name="connsiteY42" fmla="*/ 247650 h 768350"/>
              <a:gd name="connsiteX43" fmla="*/ 1273175 w 1320800"/>
              <a:gd name="connsiteY43" fmla="*/ 244475 h 768350"/>
              <a:gd name="connsiteX44" fmla="*/ 1282700 w 1320800"/>
              <a:gd name="connsiteY44" fmla="*/ 238125 h 768350"/>
              <a:gd name="connsiteX45" fmla="*/ 1301750 w 1320800"/>
              <a:gd name="connsiteY45" fmla="*/ 231775 h 768350"/>
              <a:gd name="connsiteX46" fmla="*/ 1308100 w 1320800"/>
              <a:gd name="connsiteY46" fmla="*/ 222250 h 768350"/>
              <a:gd name="connsiteX47" fmla="*/ 1317625 w 1320800"/>
              <a:gd name="connsiteY47" fmla="*/ 215900 h 768350"/>
              <a:gd name="connsiteX48" fmla="*/ 1320800 w 1320800"/>
              <a:gd name="connsiteY48" fmla="*/ 206375 h 768350"/>
              <a:gd name="connsiteX49" fmla="*/ 1317625 w 1320800"/>
              <a:gd name="connsiteY49" fmla="*/ 190500 h 768350"/>
              <a:gd name="connsiteX50" fmla="*/ 1298575 w 1320800"/>
              <a:gd name="connsiteY50" fmla="*/ 177800 h 768350"/>
              <a:gd name="connsiteX51" fmla="*/ 1289050 w 1320800"/>
              <a:gd name="connsiteY51" fmla="*/ 171450 h 768350"/>
              <a:gd name="connsiteX52" fmla="*/ 1270000 w 1320800"/>
              <a:gd name="connsiteY52" fmla="*/ 165100 h 768350"/>
              <a:gd name="connsiteX53" fmla="*/ 1250950 w 1320800"/>
              <a:gd name="connsiteY53" fmla="*/ 152400 h 768350"/>
              <a:gd name="connsiteX54" fmla="*/ 1247775 w 1320800"/>
              <a:gd name="connsiteY54" fmla="*/ 142875 h 768350"/>
              <a:gd name="connsiteX55" fmla="*/ 1241425 w 1320800"/>
              <a:gd name="connsiteY55" fmla="*/ 133350 h 768350"/>
              <a:gd name="connsiteX56" fmla="*/ 1238250 w 1320800"/>
              <a:gd name="connsiteY56" fmla="*/ 120650 h 768350"/>
              <a:gd name="connsiteX57" fmla="*/ 1241425 w 1320800"/>
              <a:gd name="connsiteY57" fmla="*/ 92075 h 768350"/>
              <a:gd name="connsiteX58" fmla="*/ 1244600 w 1320800"/>
              <a:gd name="connsiteY58" fmla="*/ 82550 h 768350"/>
              <a:gd name="connsiteX59" fmla="*/ 1263650 w 1320800"/>
              <a:gd name="connsiteY59" fmla="*/ 76200 h 768350"/>
              <a:gd name="connsiteX60" fmla="*/ 1266825 w 1320800"/>
              <a:gd name="connsiteY60" fmla="*/ 66675 h 768350"/>
              <a:gd name="connsiteX61" fmla="*/ 1279525 w 1320800"/>
              <a:gd name="connsiteY61" fmla="*/ 47625 h 768350"/>
              <a:gd name="connsiteX62" fmla="*/ 1282700 w 1320800"/>
              <a:gd name="connsiteY62" fmla="*/ 38100 h 768350"/>
              <a:gd name="connsiteX63" fmla="*/ 1257300 w 1320800"/>
              <a:gd name="connsiteY63" fmla="*/ 6350 h 768350"/>
              <a:gd name="connsiteX64" fmla="*/ 1238250 w 1320800"/>
              <a:gd name="connsiteY64" fmla="*/ 0 h 768350"/>
              <a:gd name="connsiteX65" fmla="*/ 1212850 w 1320800"/>
              <a:gd name="connsiteY65" fmla="*/ 3175 h 768350"/>
              <a:gd name="connsiteX66" fmla="*/ 1206500 w 1320800"/>
              <a:gd name="connsiteY66" fmla="*/ 12700 h 768350"/>
              <a:gd name="connsiteX67" fmla="*/ 1196975 w 1320800"/>
              <a:gd name="connsiteY67" fmla="*/ 22225 h 768350"/>
              <a:gd name="connsiteX68" fmla="*/ 1181100 w 1320800"/>
              <a:gd name="connsiteY68" fmla="*/ 47625 h 768350"/>
              <a:gd name="connsiteX69" fmla="*/ 1155700 w 1320800"/>
              <a:gd name="connsiteY69" fmla="*/ 69850 h 768350"/>
              <a:gd name="connsiteX70" fmla="*/ 1146175 w 1320800"/>
              <a:gd name="connsiteY70" fmla="*/ 76200 h 768350"/>
              <a:gd name="connsiteX71" fmla="*/ 1136650 w 1320800"/>
              <a:gd name="connsiteY71" fmla="*/ 82550 h 768350"/>
              <a:gd name="connsiteX72" fmla="*/ 1117600 w 1320800"/>
              <a:gd name="connsiteY72" fmla="*/ 88900 h 768350"/>
              <a:gd name="connsiteX73" fmla="*/ 1035050 w 1320800"/>
              <a:gd name="connsiteY73" fmla="*/ 95250 h 768350"/>
              <a:gd name="connsiteX74" fmla="*/ 1000125 w 1320800"/>
              <a:gd name="connsiteY74" fmla="*/ 101600 h 768350"/>
              <a:gd name="connsiteX75" fmla="*/ 971550 w 1320800"/>
              <a:gd name="connsiteY75" fmla="*/ 107950 h 768350"/>
              <a:gd name="connsiteX76" fmla="*/ 952500 w 1320800"/>
              <a:gd name="connsiteY76" fmla="*/ 111125 h 768350"/>
              <a:gd name="connsiteX77" fmla="*/ 901700 w 1320800"/>
              <a:gd name="connsiteY77" fmla="*/ 120650 h 768350"/>
              <a:gd name="connsiteX78" fmla="*/ 863600 w 1320800"/>
              <a:gd name="connsiteY78" fmla="*/ 123825 h 768350"/>
              <a:gd name="connsiteX79" fmla="*/ 793750 w 1320800"/>
              <a:gd name="connsiteY79" fmla="*/ 123825 h 768350"/>
              <a:gd name="connsiteX80" fmla="*/ 784225 w 1320800"/>
              <a:gd name="connsiteY80" fmla="*/ 127000 h 768350"/>
              <a:gd name="connsiteX81" fmla="*/ 774700 w 1320800"/>
              <a:gd name="connsiteY81" fmla="*/ 133350 h 768350"/>
              <a:gd name="connsiteX82" fmla="*/ 749300 w 1320800"/>
              <a:gd name="connsiteY82" fmla="*/ 127000 h 768350"/>
              <a:gd name="connsiteX83" fmla="*/ 739775 w 1320800"/>
              <a:gd name="connsiteY83" fmla="*/ 120650 h 768350"/>
              <a:gd name="connsiteX84" fmla="*/ 720725 w 1320800"/>
              <a:gd name="connsiteY84" fmla="*/ 114300 h 768350"/>
              <a:gd name="connsiteX85" fmla="*/ 701675 w 1320800"/>
              <a:gd name="connsiteY85" fmla="*/ 117475 h 768350"/>
              <a:gd name="connsiteX86" fmla="*/ 685800 w 1320800"/>
              <a:gd name="connsiteY86" fmla="*/ 120650 h 768350"/>
              <a:gd name="connsiteX87" fmla="*/ 647700 w 1320800"/>
              <a:gd name="connsiteY87" fmla="*/ 123825 h 768350"/>
              <a:gd name="connsiteX88" fmla="*/ 561975 w 1320800"/>
              <a:gd name="connsiteY88" fmla="*/ 117475 h 768350"/>
              <a:gd name="connsiteX89" fmla="*/ 552450 w 1320800"/>
              <a:gd name="connsiteY89" fmla="*/ 114300 h 768350"/>
              <a:gd name="connsiteX90" fmla="*/ 539750 w 1320800"/>
              <a:gd name="connsiteY90" fmla="*/ 117475 h 768350"/>
              <a:gd name="connsiteX91" fmla="*/ 523875 w 1320800"/>
              <a:gd name="connsiteY91" fmla="*/ 133350 h 768350"/>
              <a:gd name="connsiteX92" fmla="*/ 514350 w 1320800"/>
              <a:gd name="connsiteY92" fmla="*/ 152400 h 768350"/>
              <a:gd name="connsiteX93" fmla="*/ 495300 w 1320800"/>
              <a:gd name="connsiteY93" fmla="*/ 158750 h 768350"/>
              <a:gd name="connsiteX94" fmla="*/ 485775 w 1320800"/>
              <a:gd name="connsiteY94" fmla="*/ 161925 h 768350"/>
              <a:gd name="connsiteX95" fmla="*/ 447675 w 1320800"/>
              <a:gd name="connsiteY95" fmla="*/ 158750 h 768350"/>
              <a:gd name="connsiteX96" fmla="*/ 428625 w 1320800"/>
              <a:gd name="connsiteY96" fmla="*/ 152400 h 768350"/>
              <a:gd name="connsiteX97" fmla="*/ 419100 w 1320800"/>
              <a:gd name="connsiteY97" fmla="*/ 149225 h 768350"/>
              <a:gd name="connsiteX98" fmla="*/ 279400 w 1320800"/>
              <a:gd name="connsiteY98" fmla="*/ 155575 h 768350"/>
              <a:gd name="connsiteX99" fmla="*/ 222250 w 1320800"/>
              <a:gd name="connsiteY99" fmla="*/ 152400 h 768350"/>
              <a:gd name="connsiteX100" fmla="*/ 206375 w 1320800"/>
              <a:gd name="connsiteY100" fmla="*/ 136525 h 768350"/>
              <a:gd name="connsiteX101" fmla="*/ 196850 w 1320800"/>
              <a:gd name="connsiteY101" fmla="*/ 130175 h 768350"/>
              <a:gd name="connsiteX102" fmla="*/ 180975 w 1320800"/>
              <a:gd name="connsiteY102" fmla="*/ 117475 h 768350"/>
              <a:gd name="connsiteX103" fmla="*/ 161925 w 1320800"/>
              <a:gd name="connsiteY103" fmla="*/ 104775 h 768350"/>
              <a:gd name="connsiteX104" fmla="*/ 152400 w 1320800"/>
              <a:gd name="connsiteY104" fmla="*/ 98425 h 768350"/>
              <a:gd name="connsiteX105" fmla="*/ 142875 w 1320800"/>
              <a:gd name="connsiteY105" fmla="*/ 95250 h 768350"/>
              <a:gd name="connsiteX106" fmla="*/ 133350 w 1320800"/>
              <a:gd name="connsiteY106" fmla="*/ 88900 h 768350"/>
              <a:gd name="connsiteX107" fmla="*/ 114300 w 1320800"/>
              <a:gd name="connsiteY107" fmla="*/ 82550 h 768350"/>
              <a:gd name="connsiteX108" fmla="*/ 98425 w 1320800"/>
              <a:gd name="connsiteY108" fmla="*/ 66675 h 768350"/>
              <a:gd name="connsiteX109" fmla="*/ 92075 w 1320800"/>
              <a:gd name="connsiteY109" fmla="*/ 57150 h 768350"/>
              <a:gd name="connsiteX110" fmla="*/ 73025 w 1320800"/>
              <a:gd name="connsiteY110" fmla="*/ 50800 h 768350"/>
              <a:gd name="connsiteX111" fmla="*/ 63500 w 1320800"/>
              <a:gd name="connsiteY111" fmla="*/ 47625 h 768350"/>
              <a:gd name="connsiteX112" fmla="*/ 34925 w 1320800"/>
              <a:gd name="connsiteY112" fmla="*/ 41275 h 768350"/>
              <a:gd name="connsiteX113" fmla="*/ 28575 w 1320800"/>
              <a:gd name="connsiteY113" fmla="*/ 22225 h 768350"/>
              <a:gd name="connsiteX114" fmla="*/ 9525 w 1320800"/>
              <a:gd name="connsiteY114" fmla="*/ 9525 h 768350"/>
              <a:gd name="connsiteX115" fmla="*/ 0 w 1320800"/>
              <a:gd name="connsiteY115" fmla="*/ 635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320800" h="768350">
                <a:moveTo>
                  <a:pt x="806450" y="768350"/>
                </a:moveTo>
                <a:cubicBezTo>
                  <a:pt x="801158" y="767292"/>
                  <a:pt x="793813" y="769492"/>
                  <a:pt x="790575" y="765175"/>
                </a:cubicBezTo>
                <a:cubicBezTo>
                  <a:pt x="786085" y="759188"/>
                  <a:pt x="788739" y="750313"/>
                  <a:pt x="787400" y="742950"/>
                </a:cubicBezTo>
                <a:cubicBezTo>
                  <a:pt x="783441" y="721174"/>
                  <a:pt x="785584" y="738860"/>
                  <a:pt x="781050" y="720725"/>
                </a:cubicBezTo>
                <a:cubicBezTo>
                  <a:pt x="779239" y="713479"/>
                  <a:pt x="778329" y="702583"/>
                  <a:pt x="774700" y="695325"/>
                </a:cubicBezTo>
                <a:cubicBezTo>
                  <a:pt x="772993" y="691912"/>
                  <a:pt x="770467" y="688975"/>
                  <a:pt x="768350" y="685800"/>
                </a:cubicBezTo>
                <a:cubicBezTo>
                  <a:pt x="760377" y="653906"/>
                  <a:pt x="764760" y="668679"/>
                  <a:pt x="755650" y="641350"/>
                </a:cubicBezTo>
                <a:lnTo>
                  <a:pt x="752475" y="631825"/>
                </a:lnTo>
                <a:cubicBezTo>
                  <a:pt x="751417" y="622300"/>
                  <a:pt x="750876" y="612703"/>
                  <a:pt x="749300" y="603250"/>
                </a:cubicBezTo>
                <a:cubicBezTo>
                  <a:pt x="748750" y="599949"/>
                  <a:pt x="748216" y="596338"/>
                  <a:pt x="746125" y="593725"/>
                </a:cubicBezTo>
                <a:cubicBezTo>
                  <a:pt x="743741" y="590745"/>
                  <a:pt x="739775" y="589492"/>
                  <a:pt x="736600" y="587375"/>
                </a:cubicBezTo>
                <a:cubicBezTo>
                  <a:pt x="731308" y="571500"/>
                  <a:pt x="732367" y="581025"/>
                  <a:pt x="739775" y="558800"/>
                </a:cubicBezTo>
                <a:lnTo>
                  <a:pt x="752475" y="520700"/>
                </a:lnTo>
                <a:cubicBezTo>
                  <a:pt x="753533" y="517525"/>
                  <a:pt x="752865" y="513031"/>
                  <a:pt x="755650" y="511175"/>
                </a:cubicBezTo>
                <a:lnTo>
                  <a:pt x="765175" y="504825"/>
                </a:lnTo>
                <a:cubicBezTo>
                  <a:pt x="793365" y="462540"/>
                  <a:pt x="750378" y="522797"/>
                  <a:pt x="781050" y="492125"/>
                </a:cubicBezTo>
                <a:cubicBezTo>
                  <a:pt x="783417" y="489758"/>
                  <a:pt x="781858" y="484967"/>
                  <a:pt x="784225" y="482600"/>
                </a:cubicBezTo>
                <a:cubicBezTo>
                  <a:pt x="786592" y="480233"/>
                  <a:pt x="790416" y="479715"/>
                  <a:pt x="793750" y="479425"/>
                </a:cubicBezTo>
                <a:cubicBezTo>
                  <a:pt x="814863" y="477589"/>
                  <a:pt x="836083" y="477308"/>
                  <a:pt x="857250" y="476250"/>
                </a:cubicBezTo>
                <a:cubicBezTo>
                  <a:pt x="860425" y="475192"/>
                  <a:pt x="863782" y="474572"/>
                  <a:pt x="866775" y="473075"/>
                </a:cubicBezTo>
                <a:cubicBezTo>
                  <a:pt x="870188" y="471368"/>
                  <a:pt x="872514" y="467198"/>
                  <a:pt x="876300" y="466725"/>
                </a:cubicBezTo>
                <a:cubicBezTo>
                  <a:pt x="898378" y="463965"/>
                  <a:pt x="920750" y="464608"/>
                  <a:pt x="942975" y="463550"/>
                </a:cubicBezTo>
                <a:cubicBezTo>
                  <a:pt x="945092" y="460375"/>
                  <a:pt x="946453" y="456538"/>
                  <a:pt x="949325" y="454025"/>
                </a:cubicBezTo>
                <a:cubicBezTo>
                  <a:pt x="962762" y="442268"/>
                  <a:pt x="964818" y="442511"/>
                  <a:pt x="977900" y="438150"/>
                </a:cubicBezTo>
                <a:cubicBezTo>
                  <a:pt x="989633" y="420551"/>
                  <a:pt x="977537" y="434471"/>
                  <a:pt x="993775" y="425450"/>
                </a:cubicBezTo>
                <a:cubicBezTo>
                  <a:pt x="1000446" y="421744"/>
                  <a:pt x="1006475" y="416983"/>
                  <a:pt x="1012825" y="412750"/>
                </a:cubicBezTo>
                <a:cubicBezTo>
                  <a:pt x="1016000" y="410633"/>
                  <a:pt x="1018730" y="407607"/>
                  <a:pt x="1022350" y="406400"/>
                </a:cubicBezTo>
                <a:lnTo>
                  <a:pt x="1050925" y="396875"/>
                </a:lnTo>
                <a:cubicBezTo>
                  <a:pt x="1085663" y="385296"/>
                  <a:pt x="1033046" y="403763"/>
                  <a:pt x="1069975" y="387350"/>
                </a:cubicBezTo>
                <a:cubicBezTo>
                  <a:pt x="1076092" y="384632"/>
                  <a:pt x="1082675" y="383117"/>
                  <a:pt x="1089025" y="381000"/>
                </a:cubicBezTo>
                <a:cubicBezTo>
                  <a:pt x="1092200" y="379942"/>
                  <a:pt x="1095765" y="379681"/>
                  <a:pt x="1098550" y="377825"/>
                </a:cubicBezTo>
                <a:cubicBezTo>
                  <a:pt x="1101725" y="375708"/>
                  <a:pt x="1104568" y="372978"/>
                  <a:pt x="1108075" y="371475"/>
                </a:cubicBezTo>
                <a:cubicBezTo>
                  <a:pt x="1112086" y="369756"/>
                  <a:pt x="1116595" y="369554"/>
                  <a:pt x="1120775" y="368300"/>
                </a:cubicBezTo>
                <a:lnTo>
                  <a:pt x="1149350" y="358775"/>
                </a:lnTo>
                <a:lnTo>
                  <a:pt x="1158875" y="355600"/>
                </a:lnTo>
                <a:cubicBezTo>
                  <a:pt x="1162050" y="354542"/>
                  <a:pt x="1165615" y="354281"/>
                  <a:pt x="1168400" y="352425"/>
                </a:cubicBezTo>
                <a:lnTo>
                  <a:pt x="1177925" y="346075"/>
                </a:lnTo>
                <a:cubicBezTo>
                  <a:pt x="1181107" y="336529"/>
                  <a:pt x="1180611" y="335231"/>
                  <a:pt x="1187450" y="327025"/>
                </a:cubicBezTo>
                <a:cubicBezTo>
                  <a:pt x="1190325" y="323576"/>
                  <a:pt x="1194218" y="321044"/>
                  <a:pt x="1196975" y="317500"/>
                </a:cubicBezTo>
                <a:cubicBezTo>
                  <a:pt x="1201660" y="311476"/>
                  <a:pt x="1207262" y="305690"/>
                  <a:pt x="1209675" y="298450"/>
                </a:cubicBezTo>
                <a:cubicBezTo>
                  <a:pt x="1210733" y="295275"/>
                  <a:pt x="1211225" y="291851"/>
                  <a:pt x="1212850" y="288925"/>
                </a:cubicBezTo>
                <a:cubicBezTo>
                  <a:pt x="1220547" y="275070"/>
                  <a:pt x="1228436" y="262563"/>
                  <a:pt x="1244600" y="257175"/>
                </a:cubicBezTo>
                <a:cubicBezTo>
                  <a:pt x="1268541" y="249195"/>
                  <a:pt x="1239031" y="259960"/>
                  <a:pt x="1263650" y="247650"/>
                </a:cubicBezTo>
                <a:cubicBezTo>
                  <a:pt x="1266643" y="246153"/>
                  <a:pt x="1270182" y="245972"/>
                  <a:pt x="1273175" y="244475"/>
                </a:cubicBezTo>
                <a:cubicBezTo>
                  <a:pt x="1276588" y="242768"/>
                  <a:pt x="1279213" y="239675"/>
                  <a:pt x="1282700" y="238125"/>
                </a:cubicBezTo>
                <a:cubicBezTo>
                  <a:pt x="1288817" y="235407"/>
                  <a:pt x="1301750" y="231775"/>
                  <a:pt x="1301750" y="231775"/>
                </a:cubicBezTo>
                <a:cubicBezTo>
                  <a:pt x="1303867" y="228600"/>
                  <a:pt x="1305402" y="224948"/>
                  <a:pt x="1308100" y="222250"/>
                </a:cubicBezTo>
                <a:cubicBezTo>
                  <a:pt x="1310798" y="219552"/>
                  <a:pt x="1315241" y="218880"/>
                  <a:pt x="1317625" y="215900"/>
                </a:cubicBezTo>
                <a:cubicBezTo>
                  <a:pt x="1319716" y="213287"/>
                  <a:pt x="1319742" y="209550"/>
                  <a:pt x="1320800" y="206375"/>
                </a:cubicBezTo>
                <a:cubicBezTo>
                  <a:pt x="1319742" y="201083"/>
                  <a:pt x="1320038" y="195327"/>
                  <a:pt x="1317625" y="190500"/>
                </a:cubicBezTo>
                <a:cubicBezTo>
                  <a:pt x="1311606" y="178463"/>
                  <a:pt x="1307982" y="182504"/>
                  <a:pt x="1298575" y="177800"/>
                </a:cubicBezTo>
                <a:cubicBezTo>
                  <a:pt x="1295162" y="176093"/>
                  <a:pt x="1292537" y="173000"/>
                  <a:pt x="1289050" y="171450"/>
                </a:cubicBezTo>
                <a:cubicBezTo>
                  <a:pt x="1282933" y="168732"/>
                  <a:pt x="1275569" y="168813"/>
                  <a:pt x="1270000" y="165100"/>
                </a:cubicBezTo>
                <a:lnTo>
                  <a:pt x="1250950" y="152400"/>
                </a:lnTo>
                <a:cubicBezTo>
                  <a:pt x="1249892" y="149225"/>
                  <a:pt x="1249272" y="145868"/>
                  <a:pt x="1247775" y="142875"/>
                </a:cubicBezTo>
                <a:cubicBezTo>
                  <a:pt x="1246068" y="139462"/>
                  <a:pt x="1242928" y="136857"/>
                  <a:pt x="1241425" y="133350"/>
                </a:cubicBezTo>
                <a:cubicBezTo>
                  <a:pt x="1239706" y="129339"/>
                  <a:pt x="1239308" y="124883"/>
                  <a:pt x="1238250" y="120650"/>
                </a:cubicBezTo>
                <a:cubicBezTo>
                  <a:pt x="1239308" y="111125"/>
                  <a:pt x="1239849" y="101528"/>
                  <a:pt x="1241425" y="92075"/>
                </a:cubicBezTo>
                <a:cubicBezTo>
                  <a:pt x="1241975" y="88774"/>
                  <a:pt x="1241877" y="84495"/>
                  <a:pt x="1244600" y="82550"/>
                </a:cubicBezTo>
                <a:cubicBezTo>
                  <a:pt x="1250047" y="78659"/>
                  <a:pt x="1263650" y="76200"/>
                  <a:pt x="1263650" y="76200"/>
                </a:cubicBezTo>
                <a:cubicBezTo>
                  <a:pt x="1264708" y="73025"/>
                  <a:pt x="1265200" y="69601"/>
                  <a:pt x="1266825" y="66675"/>
                </a:cubicBezTo>
                <a:cubicBezTo>
                  <a:pt x="1270531" y="60004"/>
                  <a:pt x="1277112" y="54865"/>
                  <a:pt x="1279525" y="47625"/>
                </a:cubicBezTo>
                <a:lnTo>
                  <a:pt x="1282700" y="38100"/>
                </a:lnTo>
                <a:cubicBezTo>
                  <a:pt x="1276636" y="19907"/>
                  <a:pt x="1278842" y="13531"/>
                  <a:pt x="1257300" y="6350"/>
                </a:cubicBezTo>
                <a:lnTo>
                  <a:pt x="1238250" y="0"/>
                </a:lnTo>
                <a:cubicBezTo>
                  <a:pt x="1229783" y="1058"/>
                  <a:pt x="1220772" y="6"/>
                  <a:pt x="1212850" y="3175"/>
                </a:cubicBezTo>
                <a:cubicBezTo>
                  <a:pt x="1209307" y="4592"/>
                  <a:pt x="1208943" y="9769"/>
                  <a:pt x="1206500" y="12700"/>
                </a:cubicBezTo>
                <a:cubicBezTo>
                  <a:pt x="1203625" y="16149"/>
                  <a:pt x="1200150" y="19050"/>
                  <a:pt x="1196975" y="22225"/>
                </a:cubicBezTo>
                <a:cubicBezTo>
                  <a:pt x="1189418" y="44895"/>
                  <a:pt x="1196194" y="37562"/>
                  <a:pt x="1181100" y="47625"/>
                </a:cubicBezTo>
                <a:cubicBezTo>
                  <a:pt x="1170517" y="63500"/>
                  <a:pt x="1177925" y="55033"/>
                  <a:pt x="1155700" y="69850"/>
                </a:cubicBezTo>
                <a:lnTo>
                  <a:pt x="1146175" y="76200"/>
                </a:lnTo>
                <a:cubicBezTo>
                  <a:pt x="1143000" y="78317"/>
                  <a:pt x="1140270" y="81343"/>
                  <a:pt x="1136650" y="82550"/>
                </a:cubicBezTo>
                <a:lnTo>
                  <a:pt x="1117600" y="88900"/>
                </a:lnTo>
                <a:cubicBezTo>
                  <a:pt x="1084961" y="99780"/>
                  <a:pt x="1111419" y="91930"/>
                  <a:pt x="1035050" y="95250"/>
                </a:cubicBezTo>
                <a:cubicBezTo>
                  <a:pt x="995836" y="103093"/>
                  <a:pt x="1044809" y="93476"/>
                  <a:pt x="1000125" y="101600"/>
                </a:cubicBezTo>
                <a:cubicBezTo>
                  <a:pt x="939129" y="112690"/>
                  <a:pt x="1022511" y="97758"/>
                  <a:pt x="971550" y="107950"/>
                </a:cubicBezTo>
                <a:cubicBezTo>
                  <a:pt x="965237" y="109213"/>
                  <a:pt x="958827" y="109939"/>
                  <a:pt x="952500" y="111125"/>
                </a:cubicBezTo>
                <a:cubicBezTo>
                  <a:pt x="944418" y="112640"/>
                  <a:pt x="913514" y="119337"/>
                  <a:pt x="901700" y="120650"/>
                </a:cubicBezTo>
                <a:cubicBezTo>
                  <a:pt x="889034" y="122057"/>
                  <a:pt x="876300" y="122767"/>
                  <a:pt x="863600" y="123825"/>
                </a:cubicBezTo>
                <a:cubicBezTo>
                  <a:pt x="826657" y="120983"/>
                  <a:pt x="826395" y="118384"/>
                  <a:pt x="793750" y="123825"/>
                </a:cubicBezTo>
                <a:cubicBezTo>
                  <a:pt x="790449" y="124375"/>
                  <a:pt x="787218" y="125503"/>
                  <a:pt x="784225" y="127000"/>
                </a:cubicBezTo>
                <a:cubicBezTo>
                  <a:pt x="780812" y="128707"/>
                  <a:pt x="777875" y="131233"/>
                  <a:pt x="774700" y="133350"/>
                </a:cubicBezTo>
                <a:cubicBezTo>
                  <a:pt x="768662" y="132142"/>
                  <a:pt x="755809" y="130254"/>
                  <a:pt x="749300" y="127000"/>
                </a:cubicBezTo>
                <a:cubicBezTo>
                  <a:pt x="745887" y="125293"/>
                  <a:pt x="743262" y="122200"/>
                  <a:pt x="739775" y="120650"/>
                </a:cubicBezTo>
                <a:cubicBezTo>
                  <a:pt x="733658" y="117932"/>
                  <a:pt x="720725" y="114300"/>
                  <a:pt x="720725" y="114300"/>
                </a:cubicBezTo>
                <a:lnTo>
                  <a:pt x="701675" y="117475"/>
                </a:lnTo>
                <a:cubicBezTo>
                  <a:pt x="696366" y="118440"/>
                  <a:pt x="691159" y="120019"/>
                  <a:pt x="685800" y="120650"/>
                </a:cubicBezTo>
                <a:cubicBezTo>
                  <a:pt x="673143" y="122139"/>
                  <a:pt x="660400" y="122767"/>
                  <a:pt x="647700" y="123825"/>
                </a:cubicBezTo>
                <a:cubicBezTo>
                  <a:pt x="619681" y="122491"/>
                  <a:pt x="589928" y="123687"/>
                  <a:pt x="561975" y="117475"/>
                </a:cubicBezTo>
                <a:cubicBezTo>
                  <a:pt x="558708" y="116749"/>
                  <a:pt x="555625" y="115358"/>
                  <a:pt x="552450" y="114300"/>
                </a:cubicBezTo>
                <a:cubicBezTo>
                  <a:pt x="548217" y="115358"/>
                  <a:pt x="543761" y="115756"/>
                  <a:pt x="539750" y="117475"/>
                </a:cubicBezTo>
                <a:cubicBezTo>
                  <a:pt x="531668" y="120939"/>
                  <a:pt x="527723" y="125653"/>
                  <a:pt x="523875" y="133350"/>
                </a:cubicBezTo>
                <a:cubicBezTo>
                  <a:pt x="520887" y="139326"/>
                  <a:pt x="520968" y="148264"/>
                  <a:pt x="514350" y="152400"/>
                </a:cubicBezTo>
                <a:cubicBezTo>
                  <a:pt x="508674" y="155948"/>
                  <a:pt x="501650" y="156633"/>
                  <a:pt x="495300" y="158750"/>
                </a:cubicBezTo>
                <a:lnTo>
                  <a:pt x="485775" y="161925"/>
                </a:lnTo>
                <a:cubicBezTo>
                  <a:pt x="473075" y="160867"/>
                  <a:pt x="460246" y="160845"/>
                  <a:pt x="447675" y="158750"/>
                </a:cubicBezTo>
                <a:cubicBezTo>
                  <a:pt x="441073" y="157650"/>
                  <a:pt x="434975" y="154517"/>
                  <a:pt x="428625" y="152400"/>
                </a:cubicBezTo>
                <a:lnTo>
                  <a:pt x="419100" y="149225"/>
                </a:lnTo>
                <a:lnTo>
                  <a:pt x="279400" y="155575"/>
                </a:lnTo>
                <a:cubicBezTo>
                  <a:pt x="260321" y="155575"/>
                  <a:pt x="241300" y="153458"/>
                  <a:pt x="222250" y="152400"/>
                </a:cubicBezTo>
                <a:cubicBezTo>
                  <a:pt x="196850" y="135467"/>
                  <a:pt x="227542" y="157692"/>
                  <a:pt x="206375" y="136525"/>
                </a:cubicBezTo>
                <a:cubicBezTo>
                  <a:pt x="203677" y="133827"/>
                  <a:pt x="200025" y="132292"/>
                  <a:pt x="196850" y="130175"/>
                </a:cubicBezTo>
                <a:cubicBezTo>
                  <a:pt x="185117" y="112576"/>
                  <a:pt x="197213" y="126496"/>
                  <a:pt x="180975" y="117475"/>
                </a:cubicBezTo>
                <a:cubicBezTo>
                  <a:pt x="174304" y="113769"/>
                  <a:pt x="168275" y="109008"/>
                  <a:pt x="161925" y="104775"/>
                </a:cubicBezTo>
                <a:cubicBezTo>
                  <a:pt x="158750" y="102658"/>
                  <a:pt x="156020" y="99632"/>
                  <a:pt x="152400" y="98425"/>
                </a:cubicBezTo>
                <a:cubicBezTo>
                  <a:pt x="149225" y="97367"/>
                  <a:pt x="145868" y="96747"/>
                  <a:pt x="142875" y="95250"/>
                </a:cubicBezTo>
                <a:cubicBezTo>
                  <a:pt x="139462" y="93543"/>
                  <a:pt x="136837" y="90450"/>
                  <a:pt x="133350" y="88900"/>
                </a:cubicBezTo>
                <a:cubicBezTo>
                  <a:pt x="127233" y="86182"/>
                  <a:pt x="114300" y="82550"/>
                  <a:pt x="114300" y="82550"/>
                </a:cubicBezTo>
                <a:cubicBezTo>
                  <a:pt x="97367" y="57150"/>
                  <a:pt x="119592" y="87842"/>
                  <a:pt x="98425" y="66675"/>
                </a:cubicBezTo>
                <a:cubicBezTo>
                  <a:pt x="95727" y="63977"/>
                  <a:pt x="95311" y="59172"/>
                  <a:pt x="92075" y="57150"/>
                </a:cubicBezTo>
                <a:cubicBezTo>
                  <a:pt x="86399" y="53602"/>
                  <a:pt x="79375" y="52917"/>
                  <a:pt x="73025" y="50800"/>
                </a:cubicBezTo>
                <a:cubicBezTo>
                  <a:pt x="69850" y="49742"/>
                  <a:pt x="66801" y="48175"/>
                  <a:pt x="63500" y="47625"/>
                </a:cubicBezTo>
                <a:cubicBezTo>
                  <a:pt x="41149" y="43900"/>
                  <a:pt x="50557" y="46486"/>
                  <a:pt x="34925" y="41275"/>
                </a:cubicBezTo>
                <a:cubicBezTo>
                  <a:pt x="32808" y="34925"/>
                  <a:pt x="34144" y="25938"/>
                  <a:pt x="28575" y="22225"/>
                </a:cubicBezTo>
                <a:cubicBezTo>
                  <a:pt x="22225" y="17992"/>
                  <a:pt x="16765" y="11938"/>
                  <a:pt x="9525" y="9525"/>
                </a:cubicBezTo>
                <a:lnTo>
                  <a:pt x="0" y="6350"/>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FD1C519-B824-5049-9B8B-44570A85AA06}"/>
              </a:ext>
            </a:extLst>
          </p:cNvPr>
          <p:cNvSpPr txBox="1"/>
          <p:nvPr/>
        </p:nvSpPr>
        <p:spPr>
          <a:xfrm>
            <a:off x="7102955" y="3546635"/>
            <a:ext cx="1371601" cy="461665"/>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Brahmaputra River</a:t>
            </a:r>
          </a:p>
        </p:txBody>
      </p:sp>
      <p:cxnSp>
        <p:nvCxnSpPr>
          <p:cNvPr id="20" name="Straight Arrow Connector 19">
            <a:extLst>
              <a:ext uri="{FF2B5EF4-FFF2-40B4-BE49-F238E27FC236}">
                <a16:creationId xmlns:a16="http://schemas.microsoft.com/office/drawing/2014/main" id="{DAC33027-89D8-E44E-A14F-0AF30378DBB9}"/>
              </a:ext>
            </a:extLst>
          </p:cNvPr>
          <p:cNvCxnSpPr>
            <a:cxnSpLocks/>
          </p:cNvCxnSpPr>
          <p:nvPr/>
        </p:nvCxnSpPr>
        <p:spPr>
          <a:xfrm>
            <a:off x="6610233" y="3706812"/>
            <a:ext cx="7086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1" name="Picture 20">
            <a:extLst>
              <a:ext uri="{FF2B5EF4-FFF2-40B4-BE49-F238E27FC236}">
                <a16:creationId xmlns:a16="http://schemas.microsoft.com/office/drawing/2014/main" id="{F9907B6D-5FE7-A84B-AF84-99431EA7C83B}"/>
              </a:ext>
            </a:extLst>
          </p:cNvPr>
          <p:cNvPicPr>
            <a:picLocks noChangeAspect="1"/>
          </p:cNvPicPr>
          <p:nvPr/>
        </p:nvPicPr>
        <p:blipFill>
          <a:blip r:embed="rId3"/>
          <a:stretch>
            <a:fillRect/>
          </a:stretch>
        </p:blipFill>
        <p:spPr>
          <a:xfrm rot="5400000">
            <a:off x="2712819" y="158518"/>
            <a:ext cx="1886131" cy="509260"/>
          </a:xfrm>
          <a:prstGeom prst="rect">
            <a:avLst/>
          </a:prstGeom>
        </p:spPr>
      </p:pic>
      <p:sp>
        <p:nvSpPr>
          <p:cNvPr id="22" name="TextBox 21">
            <a:extLst>
              <a:ext uri="{FF2B5EF4-FFF2-40B4-BE49-F238E27FC236}">
                <a16:creationId xmlns:a16="http://schemas.microsoft.com/office/drawing/2014/main" id="{8ED50F34-917F-6044-B3C1-481D80D81BA0}"/>
              </a:ext>
            </a:extLst>
          </p:cNvPr>
          <p:cNvSpPr txBox="1"/>
          <p:nvPr/>
        </p:nvSpPr>
        <p:spPr>
          <a:xfrm rot="5400000">
            <a:off x="2030651" y="598463"/>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Ural Mts.</a:t>
            </a:r>
          </a:p>
        </p:txBody>
      </p:sp>
      <p:pic>
        <p:nvPicPr>
          <p:cNvPr id="23" name="Picture 22">
            <a:extLst>
              <a:ext uri="{FF2B5EF4-FFF2-40B4-BE49-F238E27FC236}">
                <a16:creationId xmlns:a16="http://schemas.microsoft.com/office/drawing/2014/main" id="{0AF3322A-C459-C94B-AF62-8FE6F3CFD5AD}"/>
              </a:ext>
            </a:extLst>
          </p:cNvPr>
          <p:cNvPicPr>
            <a:picLocks noChangeAspect="1"/>
          </p:cNvPicPr>
          <p:nvPr/>
        </p:nvPicPr>
        <p:blipFill>
          <a:blip r:embed="rId3"/>
          <a:stretch>
            <a:fillRect/>
          </a:stretch>
        </p:blipFill>
        <p:spPr>
          <a:xfrm rot="21261954">
            <a:off x="4355874" y="2383208"/>
            <a:ext cx="958776" cy="302310"/>
          </a:xfrm>
          <a:prstGeom prst="rect">
            <a:avLst/>
          </a:prstGeom>
        </p:spPr>
      </p:pic>
      <p:sp>
        <p:nvSpPr>
          <p:cNvPr id="24" name="TextBox 23">
            <a:extLst>
              <a:ext uri="{FF2B5EF4-FFF2-40B4-BE49-F238E27FC236}">
                <a16:creationId xmlns:a16="http://schemas.microsoft.com/office/drawing/2014/main" id="{D1390A0C-4131-ED4D-A43D-983106CED051}"/>
              </a:ext>
            </a:extLst>
          </p:cNvPr>
          <p:cNvSpPr txBox="1"/>
          <p:nvPr/>
        </p:nvSpPr>
        <p:spPr>
          <a:xfrm rot="20419089">
            <a:off x="3377355" y="2162231"/>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Hindu Kush</a:t>
            </a:r>
          </a:p>
        </p:txBody>
      </p:sp>
      <p:pic>
        <p:nvPicPr>
          <p:cNvPr id="25" name="Picture 24">
            <a:extLst>
              <a:ext uri="{FF2B5EF4-FFF2-40B4-BE49-F238E27FC236}">
                <a16:creationId xmlns:a16="http://schemas.microsoft.com/office/drawing/2014/main" id="{2BCBC173-137E-B949-B250-D7665C2BE703}"/>
              </a:ext>
            </a:extLst>
          </p:cNvPr>
          <p:cNvPicPr>
            <a:picLocks noChangeAspect="1"/>
          </p:cNvPicPr>
          <p:nvPr/>
        </p:nvPicPr>
        <p:blipFill>
          <a:blip r:embed="rId3"/>
          <a:stretch>
            <a:fillRect/>
          </a:stretch>
        </p:blipFill>
        <p:spPr>
          <a:xfrm rot="2155047">
            <a:off x="4539493" y="3220992"/>
            <a:ext cx="1886131" cy="388910"/>
          </a:xfrm>
          <a:prstGeom prst="rect">
            <a:avLst/>
          </a:prstGeom>
        </p:spPr>
      </p:pic>
      <p:sp>
        <p:nvSpPr>
          <p:cNvPr id="26" name="TextBox 25">
            <a:extLst>
              <a:ext uri="{FF2B5EF4-FFF2-40B4-BE49-F238E27FC236}">
                <a16:creationId xmlns:a16="http://schemas.microsoft.com/office/drawing/2014/main" id="{F1D26134-5C10-D54E-8EC1-7A31E378D99F}"/>
              </a:ext>
            </a:extLst>
          </p:cNvPr>
          <p:cNvSpPr txBox="1"/>
          <p:nvPr/>
        </p:nvSpPr>
        <p:spPr>
          <a:xfrm rot="2160620">
            <a:off x="4355040" y="3122712"/>
            <a:ext cx="2791665" cy="307777"/>
          </a:xfrm>
          <a:prstGeom prst="rect">
            <a:avLst/>
          </a:prstGeom>
          <a:noFill/>
        </p:spPr>
        <p:txBody>
          <a:bodyPr wrap="square" rtlCol="0">
            <a:spAutoFit/>
          </a:bodyPr>
          <a:lstStyle/>
          <a:p>
            <a:pPr algn="ctr"/>
            <a:r>
              <a:rPr lang="en-US" sz="1400" b="1" dirty="0">
                <a:solidFill>
                  <a:srgbClr val="72330A"/>
                </a:solidFill>
                <a:latin typeface="Century Gothic" panose="020B0502020202020204" pitchFamily="34" charset="0"/>
              </a:rPr>
              <a:t>Himalayan Mts.</a:t>
            </a:r>
          </a:p>
        </p:txBody>
      </p:sp>
      <p:sp>
        <p:nvSpPr>
          <p:cNvPr id="27" name="TextBox 26">
            <a:extLst>
              <a:ext uri="{FF2B5EF4-FFF2-40B4-BE49-F238E27FC236}">
                <a16:creationId xmlns:a16="http://schemas.microsoft.com/office/drawing/2014/main" id="{5A38A17C-39D9-2B4C-A914-C9A34B2502B7}"/>
              </a:ext>
            </a:extLst>
          </p:cNvPr>
          <p:cNvSpPr txBox="1"/>
          <p:nvPr/>
        </p:nvSpPr>
        <p:spPr>
          <a:xfrm>
            <a:off x="5572155" y="2707998"/>
            <a:ext cx="915447" cy="461665"/>
          </a:xfrm>
          <a:prstGeom prst="rect">
            <a:avLst/>
          </a:prstGeom>
          <a:noFill/>
        </p:spPr>
        <p:txBody>
          <a:bodyPr wrap="square" rtlCol="0">
            <a:spAutoFit/>
          </a:bodyPr>
          <a:lstStyle/>
          <a:p>
            <a:pPr algn="ctr"/>
            <a:r>
              <a:rPr lang="en-US" sz="1200" b="1" dirty="0">
                <a:solidFill>
                  <a:schemeClr val="accent6">
                    <a:lumMod val="50000"/>
                  </a:schemeClr>
                </a:solidFill>
                <a:latin typeface="Century Gothic" panose="020B0502020202020204" pitchFamily="34" charset="0"/>
              </a:rPr>
              <a:t>Plateau of Tibet</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a:off x="1612900" y="3426619"/>
            <a:ext cx="3033698" cy="1159674"/>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28" name="TextBox 27">
            <a:extLst>
              <a:ext uri="{FF2B5EF4-FFF2-40B4-BE49-F238E27FC236}">
                <a16:creationId xmlns:a16="http://schemas.microsoft.com/office/drawing/2014/main" id="{26C501D8-A382-B64F-8854-8D855F88657C}"/>
              </a:ext>
            </a:extLst>
          </p:cNvPr>
          <p:cNvSpPr txBox="1"/>
          <p:nvPr/>
        </p:nvSpPr>
        <p:spPr>
          <a:xfrm>
            <a:off x="4605878" y="4460612"/>
            <a:ext cx="915447" cy="523220"/>
          </a:xfrm>
          <a:prstGeom prst="rect">
            <a:avLst/>
          </a:prstGeom>
          <a:noFill/>
        </p:spPr>
        <p:txBody>
          <a:bodyPr wrap="square" rtlCol="0">
            <a:spAutoFit/>
          </a:bodyPr>
          <a:lstStyle/>
          <a:p>
            <a:pPr algn="ctr"/>
            <a:r>
              <a:rPr lang="en-US" sz="1400" b="1" dirty="0">
                <a:solidFill>
                  <a:schemeClr val="accent6">
                    <a:lumMod val="50000"/>
                  </a:schemeClr>
                </a:solidFill>
                <a:latin typeface="Century Gothic" panose="020B0502020202020204" pitchFamily="34" charset="0"/>
              </a:rPr>
              <a:t>Deccan Plateau</a:t>
            </a:r>
          </a:p>
        </p:txBody>
      </p:sp>
    </p:spTree>
    <p:extLst>
      <p:ext uri="{BB962C8B-B14F-4D97-AF65-F5344CB8AC3E}">
        <p14:creationId xmlns:p14="http://schemas.microsoft.com/office/powerpoint/2010/main" val="4238646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BA2D95A1-2106-9541-B43C-F7F7E2734333}"/>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0" y="0"/>
            <a:ext cx="9998075"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107996"/>
          </a:xfrm>
          <a:prstGeom prst="rect">
            <a:avLst/>
          </a:prstGeom>
          <a:solidFill>
            <a:srgbClr val="325085">
              <a:alpha val="87059"/>
            </a:srgbClr>
          </a:solidFill>
        </p:spPr>
        <p:txBody>
          <a:bodyPr wrap="square" rtlCol="0">
            <a:spAutoFit/>
          </a:bodyPr>
          <a:lstStyle/>
          <a:p>
            <a:r>
              <a:rPr lang="en-US" sz="6600" dirty="0">
                <a:solidFill>
                  <a:schemeClr val="bg1"/>
                </a:solidFill>
                <a:latin typeface="Gill Sans Ultra Bold" panose="020B0A02020104020203" pitchFamily="34" charset="77"/>
                <a:cs typeface="Aharoni" panose="02010803020104030203" pitchFamily="2" charset="-79"/>
              </a:rPr>
              <a:t>DECCAN PLATEAU:</a:t>
            </a:r>
            <a:endParaRPr lang="en-US" sz="48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260397"/>
            <a:ext cx="9816292" cy="2935034"/>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Deccan Plateau is a high triangular tableland that covers most of South India</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average elevation of this plateau is 2,000 feet</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Its name derives from the Sanskrit word meaning “south”</a:t>
            </a:r>
          </a:p>
        </p:txBody>
      </p:sp>
    </p:spTree>
    <p:extLst>
      <p:ext uri="{BB962C8B-B14F-4D97-AF65-F5344CB8AC3E}">
        <p14:creationId xmlns:p14="http://schemas.microsoft.com/office/powerpoint/2010/main" val="798142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2700968"/>
            <a:ext cx="6848476" cy="1446550"/>
          </a:xfrm>
          <a:prstGeom prst="rect">
            <a:avLst/>
          </a:prstGeom>
          <a:noFill/>
        </p:spPr>
        <p:txBody>
          <a:bodyPr vert="horz" wrap="square" rtlCol="0">
            <a:spAutoFit/>
          </a:bodyPr>
          <a:lstStyle/>
          <a:p>
            <a:pPr algn="ctr"/>
            <a:r>
              <a:rPr lang="en-US" sz="8800" b="1" dirty="0">
                <a:latin typeface="Century Gothic" panose="020B0502020202020204" pitchFamily="34" charset="0"/>
              </a:rPr>
              <a:t>STEPPES</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cxnSp>
        <p:nvCxnSpPr>
          <p:cNvPr id="13" name="Straight Arrow Connector 12">
            <a:extLst>
              <a:ext uri="{FF2B5EF4-FFF2-40B4-BE49-F238E27FC236}">
                <a16:creationId xmlns:a16="http://schemas.microsoft.com/office/drawing/2014/main" id="{A5A3E263-E679-4E49-815F-EE77E2125539}"/>
              </a:ext>
            </a:extLst>
          </p:cNvPr>
          <p:cNvCxnSpPr>
            <a:cxnSpLocks/>
          </p:cNvCxnSpPr>
          <p:nvPr/>
        </p:nvCxnSpPr>
        <p:spPr>
          <a:xfrm flipH="1">
            <a:off x="3538330" y="1560909"/>
            <a:ext cx="171541" cy="728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6B1F29C-7CA6-B849-AD4B-30A8FD8F6555}"/>
              </a:ext>
            </a:extLst>
          </p:cNvPr>
          <p:cNvSpPr txBox="1"/>
          <p:nvPr/>
        </p:nvSpPr>
        <p:spPr>
          <a:xfrm>
            <a:off x="2108812" y="2289855"/>
            <a:ext cx="2791665" cy="338554"/>
          </a:xfrm>
          <a:prstGeom prst="rect">
            <a:avLst/>
          </a:prstGeom>
          <a:noFill/>
        </p:spPr>
        <p:txBody>
          <a:bodyPr wrap="square" rtlCol="0">
            <a:spAutoFit/>
          </a:bodyPr>
          <a:lstStyle/>
          <a:p>
            <a:pPr algn="ctr"/>
            <a:r>
              <a:rPr lang="en-US" sz="1600" b="1" dirty="0">
                <a:solidFill>
                  <a:srgbClr val="0304B4"/>
                </a:solidFill>
                <a:latin typeface="Century Gothic" panose="020B0502020202020204" pitchFamily="34" charset="0"/>
              </a:rPr>
              <a:t>Aral Sea</a:t>
            </a:r>
          </a:p>
        </p:txBody>
      </p:sp>
      <p:sp>
        <p:nvSpPr>
          <p:cNvPr id="2" name="Freeform 1">
            <a:extLst>
              <a:ext uri="{FF2B5EF4-FFF2-40B4-BE49-F238E27FC236}">
                <a16:creationId xmlns:a16="http://schemas.microsoft.com/office/drawing/2014/main" id="{E1A40968-4AEA-0243-A2FB-30B9AEFE61F5}"/>
              </a:ext>
            </a:extLst>
          </p:cNvPr>
          <p:cNvSpPr/>
          <p:nvPr/>
        </p:nvSpPr>
        <p:spPr>
          <a:xfrm>
            <a:off x="4064000" y="2736850"/>
            <a:ext cx="1371600" cy="1273175"/>
          </a:xfrm>
          <a:custGeom>
            <a:avLst/>
            <a:gdLst>
              <a:gd name="connsiteX0" fmla="*/ 0 w 1371600"/>
              <a:gd name="connsiteY0" fmla="*/ 1273175 h 1273175"/>
              <a:gd name="connsiteX1" fmla="*/ 3175 w 1371600"/>
              <a:gd name="connsiteY1" fmla="*/ 1257300 h 1273175"/>
              <a:gd name="connsiteX2" fmla="*/ 12700 w 1371600"/>
              <a:gd name="connsiteY2" fmla="*/ 1250950 h 1273175"/>
              <a:gd name="connsiteX3" fmla="*/ 25400 w 1371600"/>
              <a:gd name="connsiteY3" fmla="*/ 1231900 h 1273175"/>
              <a:gd name="connsiteX4" fmla="*/ 34925 w 1371600"/>
              <a:gd name="connsiteY4" fmla="*/ 1200150 h 1273175"/>
              <a:gd name="connsiteX5" fmla="*/ 38100 w 1371600"/>
              <a:gd name="connsiteY5" fmla="*/ 1190625 h 1273175"/>
              <a:gd name="connsiteX6" fmla="*/ 60325 w 1371600"/>
              <a:gd name="connsiteY6" fmla="*/ 1181100 h 1273175"/>
              <a:gd name="connsiteX7" fmla="*/ 79375 w 1371600"/>
              <a:gd name="connsiteY7" fmla="*/ 1171575 h 1273175"/>
              <a:gd name="connsiteX8" fmla="*/ 79375 w 1371600"/>
              <a:gd name="connsiteY8" fmla="*/ 1130300 h 1273175"/>
              <a:gd name="connsiteX9" fmla="*/ 76200 w 1371600"/>
              <a:gd name="connsiteY9" fmla="*/ 1111250 h 1273175"/>
              <a:gd name="connsiteX10" fmla="*/ 69850 w 1371600"/>
              <a:gd name="connsiteY10" fmla="*/ 1079500 h 1273175"/>
              <a:gd name="connsiteX11" fmla="*/ 66675 w 1371600"/>
              <a:gd name="connsiteY11" fmla="*/ 1041400 h 1273175"/>
              <a:gd name="connsiteX12" fmla="*/ 57150 w 1371600"/>
              <a:gd name="connsiteY12" fmla="*/ 1022350 h 1273175"/>
              <a:gd name="connsiteX13" fmla="*/ 47625 w 1371600"/>
              <a:gd name="connsiteY13" fmla="*/ 990600 h 1273175"/>
              <a:gd name="connsiteX14" fmla="*/ 44450 w 1371600"/>
              <a:gd name="connsiteY14" fmla="*/ 981075 h 1273175"/>
              <a:gd name="connsiteX15" fmla="*/ 47625 w 1371600"/>
              <a:gd name="connsiteY15" fmla="*/ 958850 h 1273175"/>
              <a:gd name="connsiteX16" fmla="*/ 66675 w 1371600"/>
              <a:gd name="connsiteY16" fmla="*/ 946150 h 1273175"/>
              <a:gd name="connsiteX17" fmla="*/ 69850 w 1371600"/>
              <a:gd name="connsiteY17" fmla="*/ 936625 h 1273175"/>
              <a:gd name="connsiteX18" fmla="*/ 82550 w 1371600"/>
              <a:gd name="connsiteY18" fmla="*/ 933450 h 1273175"/>
              <a:gd name="connsiteX19" fmla="*/ 92075 w 1371600"/>
              <a:gd name="connsiteY19" fmla="*/ 927100 h 1273175"/>
              <a:gd name="connsiteX20" fmla="*/ 98425 w 1371600"/>
              <a:gd name="connsiteY20" fmla="*/ 908050 h 1273175"/>
              <a:gd name="connsiteX21" fmla="*/ 101600 w 1371600"/>
              <a:gd name="connsiteY21" fmla="*/ 879475 h 1273175"/>
              <a:gd name="connsiteX22" fmla="*/ 111125 w 1371600"/>
              <a:gd name="connsiteY22" fmla="*/ 869950 h 1273175"/>
              <a:gd name="connsiteX23" fmla="*/ 130175 w 1371600"/>
              <a:gd name="connsiteY23" fmla="*/ 863600 h 1273175"/>
              <a:gd name="connsiteX24" fmla="*/ 165100 w 1371600"/>
              <a:gd name="connsiteY24" fmla="*/ 857250 h 1273175"/>
              <a:gd name="connsiteX25" fmla="*/ 174625 w 1371600"/>
              <a:gd name="connsiteY25" fmla="*/ 850900 h 1273175"/>
              <a:gd name="connsiteX26" fmla="*/ 180975 w 1371600"/>
              <a:gd name="connsiteY26" fmla="*/ 841375 h 1273175"/>
              <a:gd name="connsiteX27" fmla="*/ 200025 w 1371600"/>
              <a:gd name="connsiteY27" fmla="*/ 828675 h 1273175"/>
              <a:gd name="connsiteX28" fmla="*/ 209550 w 1371600"/>
              <a:gd name="connsiteY28" fmla="*/ 822325 h 1273175"/>
              <a:gd name="connsiteX29" fmla="*/ 228600 w 1371600"/>
              <a:gd name="connsiteY29" fmla="*/ 793750 h 1273175"/>
              <a:gd name="connsiteX30" fmla="*/ 234950 w 1371600"/>
              <a:gd name="connsiteY30" fmla="*/ 784225 h 1273175"/>
              <a:gd name="connsiteX31" fmla="*/ 254000 w 1371600"/>
              <a:gd name="connsiteY31" fmla="*/ 777875 h 1273175"/>
              <a:gd name="connsiteX32" fmla="*/ 263525 w 1371600"/>
              <a:gd name="connsiteY32" fmla="*/ 771525 h 1273175"/>
              <a:gd name="connsiteX33" fmla="*/ 273050 w 1371600"/>
              <a:gd name="connsiteY33" fmla="*/ 768350 h 1273175"/>
              <a:gd name="connsiteX34" fmla="*/ 282575 w 1371600"/>
              <a:gd name="connsiteY34" fmla="*/ 762000 h 1273175"/>
              <a:gd name="connsiteX35" fmla="*/ 301625 w 1371600"/>
              <a:gd name="connsiteY35" fmla="*/ 752475 h 1273175"/>
              <a:gd name="connsiteX36" fmla="*/ 314325 w 1371600"/>
              <a:gd name="connsiteY36" fmla="*/ 733425 h 1273175"/>
              <a:gd name="connsiteX37" fmla="*/ 317500 w 1371600"/>
              <a:gd name="connsiteY37" fmla="*/ 720725 h 1273175"/>
              <a:gd name="connsiteX38" fmla="*/ 336550 w 1371600"/>
              <a:gd name="connsiteY38" fmla="*/ 711200 h 1273175"/>
              <a:gd name="connsiteX39" fmla="*/ 349250 w 1371600"/>
              <a:gd name="connsiteY39" fmla="*/ 727075 h 1273175"/>
              <a:gd name="connsiteX40" fmla="*/ 352425 w 1371600"/>
              <a:gd name="connsiteY40" fmla="*/ 717550 h 1273175"/>
              <a:gd name="connsiteX41" fmla="*/ 346075 w 1371600"/>
              <a:gd name="connsiteY41" fmla="*/ 698500 h 1273175"/>
              <a:gd name="connsiteX42" fmla="*/ 349250 w 1371600"/>
              <a:gd name="connsiteY42" fmla="*/ 663575 h 1273175"/>
              <a:gd name="connsiteX43" fmla="*/ 361950 w 1371600"/>
              <a:gd name="connsiteY43" fmla="*/ 635000 h 1273175"/>
              <a:gd name="connsiteX44" fmla="*/ 368300 w 1371600"/>
              <a:gd name="connsiteY44" fmla="*/ 615950 h 1273175"/>
              <a:gd name="connsiteX45" fmla="*/ 371475 w 1371600"/>
              <a:gd name="connsiteY45" fmla="*/ 606425 h 1273175"/>
              <a:gd name="connsiteX46" fmla="*/ 374650 w 1371600"/>
              <a:gd name="connsiteY46" fmla="*/ 596900 h 1273175"/>
              <a:gd name="connsiteX47" fmla="*/ 377825 w 1371600"/>
              <a:gd name="connsiteY47" fmla="*/ 457200 h 1273175"/>
              <a:gd name="connsiteX48" fmla="*/ 381000 w 1371600"/>
              <a:gd name="connsiteY48" fmla="*/ 447675 h 1273175"/>
              <a:gd name="connsiteX49" fmla="*/ 393700 w 1371600"/>
              <a:gd name="connsiteY49" fmla="*/ 428625 h 1273175"/>
              <a:gd name="connsiteX50" fmla="*/ 409575 w 1371600"/>
              <a:gd name="connsiteY50" fmla="*/ 400050 h 1273175"/>
              <a:gd name="connsiteX51" fmla="*/ 419100 w 1371600"/>
              <a:gd name="connsiteY51" fmla="*/ 393700 h 1273175"/>
              <a:gd name="connsiteX52" fmla="*/ 425450 w 1371600"/>
              <a:gd name="connsiteY52" fmla="*/ 374650 h 1273175"/>
              <a:gd name="connsiteX53" fmla="*/ 428625 w 1371600"/>
              <a:gd name="connsiteY53" fmla="*/ 365125 h 1273175"/>
              <a:gd name="connsiteX54" fmla="*/ 431800 w 1371600"/>
              <a:gd name="connsiteY54" fmla="*/ 349250 h 1273175"/>
              <a:gd name="connsiteX55" fmla="*/ 438150 w 1371600"/>
              <a:gd name="connsiteY55" fmla="*/ 311150 h 1273175"/>
              <a:gd name="connsiteX56" fmla="*/ 441325 w 1371600"/>
              <a:gd name="connsiteY56" fmla="*/ 301625 h 1273175"/>
              <a:gd name="connsiteX57" fmla="*/ 450850 w 1371600"/>
              <a:gd name="connsiteY57" fmla="*/ 295275 h 1273175"/>
              <a:gd name="connsiteX58" fmla="*/ 469900 w 1371600"/>
              <a:gd name="connsiteY58" fmla="*/ 279400 h 1273175"/>
              <a:gd name="connsiteX59" fmla="*/ 476250 w 1371600"/>
              <a:gd name="connsiteY59" fmla="*/ 269875 h 1273175"/>
              <a:gd name="connsiteX60" fmla="*/ 485775 w 1371600"/>
              <a:gd name="connsiteY60" fmla="*/ 250825 h 1273175"/>
              <a:gd name="connsiteX61" fmla="*/ 504825 w 1371600"/>
              <a:gd name="connsiteY61" fmla="*/ 238125 h 1273175"/>
              <a:gd name="connsiteX62" fmla="*/ 530225 w 1371600"/>
              <a:gd name="connsiteY62" fmla="*/ 200025 h 1273175"/>
              <a:gd name="connsiteX63" fmla="*/ 536575 w 1371600"/>
              <a:gd name="connsiteY63" fmla="*/ 190500 h 1273175"/>
              <a:gd name="connsiteX64" fmla="*/ 542925 w 1371600"/>
              <a:gd name="connsiteY64" fmla="*/ 180975 h 1273175"/>
              <a:gd name="connsiteX65" fmla="*/ 561975 w 1371600"/>
              <a:gd name="connsiteY65" fmla="*/ 168275 h 1273175"/>
              <a:gd name="connsiteX66" fmla="*/ 574675 w 1371600"/>
              <a:gd name="connsiteY66" fmla="*/ 149225 h 1273175"/>
              <a:gd name="connsiteX67" fmla="*/ 581025 w 1371600"/>
              <a:gd name="connsiteY67" fmla="*/ 82550 h 1273175"/>
              <a:gd name="connsiteX68" fmla="*/ 584200 w 1371600"/>
              <a:gd name="connsiteY68" fmla="*/ 73025 h 1273175"/>
              <a:gd name="connsiteX69" fmla="*/ 612775 w 1371600"/>
              <a:gd name="connsiteY69" fmla="*/ 63500 h 1273175"/>
              <a:gd name="connsiteX70" fmla="*/ 622300 w 1371600"/>
              <a:gd name="connsiteY70" fmla="*/ 60325 h 1273175"/>
              <a:gd name="connsiteX71" fmla="*/ 625475 w 1371600"/>
              <a:gd name="connsiteY71" fmla="*/ 50800 h 1273175"/>
              <a:gd name="connsiteX72" fmla="*/ 657225 w 1371600"/>
              <a:gd name="connsiteY72" fmla="*/ 19050 h 1273175"/>
              <a:gd name="connsiteX73" fmla="*/ 676275 w 1371600"/>
              <a:gd name="connsiteY73" fmla="*/ 12700 h 1273175"/>
              <a:gd name="connsiteX74" fmla="*/ 685800 w 1371600"/>
              <a:gd name="connsiteY74" fmla="*/ 15875 h 1273175"/>
              <a:gd name="connsiteX75" fmla="*/ 701675 w 1371600"/>
              <a:gd name="connsiteY75" fmla="*/ 28575 h 1273175"/>
              <a:gd name="connsiteX76" fmla="*/ 708025 w 1371600"/>
              <a:gd name="connsiteY76" fmla="*/ 38100 h 1273175"/>
              <a:gd name="connsiteX77" fmla="*/ 730250 w 1371600"/>
              <a:gd name="connsiteY77" fmla="*/ 38100 h 1273175"/>
              <a:gd name="connsiteX78" fmla="*/ 736600 w 1371600"/>
              <a:gd name="connsiteY78" fmla="*/ 28575 h 1273175"/>
              <a:gd name="connsiteX79" fmla="*/ 742950 w 1371600"/>
              <a:gd name="connsiteY79" fmla="*/ 9525 h 1273175"/>
              <a:gd name="connsiteX80" fmla="*/ 749300 w 1371600"/>
              <a:gd name="connsiteY80" fmla="*/ 0 h 1273175"/>
              <a:gd name="connsiteX81" fmla="*/ 762000 w 1371600"/>
              <a:gd name="connsiteY81" fmla="*/ 3175 h 1273175"/>
              <a:gd name="connsiteX82" fmla="*/ 781050 w 1371600"/>
              <a:gd name="connsiteY82" fmla="*/ 15875 h 1273175"/>
              <a:gd name="connsiteX83" fmla="*/ 800100 w 1371600"/>
              <a:gd name="connsiteY83" fmla="*/ 22225 h 1273175"/>
              <a:gd name="connsiteX84" fmla="*/ 809625 w 1371600"/>
              <a:gd name="connsiteY84" fmla="*/ 28575 h 1273175"/>
              <a:gd name="connsiteX85" fmla="*/ 825500 w 1371600"/>
              <a:gd name="connsiteY85" fmla="*/ 31750 h 1273175"/>
              <a:gd name="connsiteX86" fmla="*/ 838200 w 1371600"/>
              <a:gd name="connsiteY86" fmla="*/ 34925 h 1273175"/>
              <a:gd name="connsiteX87" fmla="*/ 866775 w 1371600"/>
              <a:gd name="connsiteY87" fmla="*/ 41275 h 1273175"/>
              <a:gd name="connsiteX88" fmla="*/ 873125 w 1371600"/>
              <a:gd name="connsiteY88" fmla="*/ 60325 h 1273175"/>
              <a:gd name="connsiteX89" fmla="*/ 876300 w 1371600"/>
              <a:gd name="connsiteY89" fmla="*/ 69850 h 1273175"/>
              <a:gd name="connsiteX90" fmla="*/ 889000 w 1371600"/>
              <a:gd name="connsiteY90" fmla="*/ 88900 h 1273175"/>
              <a:gd name="connsiteX91" fmla="*/ 895350 w 1371600"/>
              <a:gd name="connsiteY91" fmla="*/ 98425 h 1273175"/>
              <a:gd name="connsiteX92" fmla="*/ 901700 w 1371600"/>
              <a:gd name="connsiteY92" fmla="*/ 117475 h 1273175"/>
              <a:gd name="connsiteX93" fmla="*/ 911225 w 1371600"/>
              <a:gd name="connsiteY93" fmla="*/ 136525 h 1273175"/>
              <a:gd name="connsiteX94" fmla="*/ 920750 w 1371600"/>
              <a:gd name="connsiteY94" fmla="*/ 142875 h 1273175"/>
              <a:gd name="connsiteX95" fmla="*/ 946150 w 1371600"/>
              <a:gd name="connsiteY95" fmla="*/ 165100 h 1273175"/>
              <a:gd name="connsiteX96" fmla="*/ 955675 w 1371600"/>
              <a:gd name="connsiteY96" fmla="*/ 168275 h 1273175"/>
              <a:gd name="connsiteX97" fmla="*/ 974725 w 1371600"/>
              <a:gd name="connsiteY97" fmla="*/ 180975 h 1273175"/>
              <a:gd name="connsiteX98" fmla="*/ 981075 w 1371600"/>
              <a:gd name="connsiteY98" fmla="*/ 190500 h 1273175"/>
              <a:gd name="connsiteX99" fmla="*/ 1000125 w 1371600"/>
              <a:gd name="connsiteY99" fmla="*/ 203200 h 1273175"/>
              <a:gd name="connsiteX100" fmla="*/ 1012825 w 1371600"/>
              <a:gd name="connsiteY100" fmla="*/ 215900 h 1273175"/>
              <a:gd name="connsiteX101" fmla="*/ 1031875 w 1371600"/>
              <a:gd name="connsiteY101" fmla="*/ 228600 h 1273175"/>
              <a:gd name="connsiteX102" fmla="*/ 1050925 w 1371600"/>
              <a:gd name="connsiteY102" fmla="*/ 257175 h 1273175"/>
              <a:gd name="connsiteX103" fmla="*/ 1057275 w 1371600"/>
              <a:gd name="connsiteY103" fmla="*/ 266700 h 1273175"/>
              <a:gd name="connsiteX104" fmla="*/ 1082675 w 1371600"/>
              <a:gd name="connsiteY104" fmla="*/ 288925 h 1273175"/>
              <a:gd name="connsiteX105" fmla="*/ 1120775 w 1371600"/>
              <a:gd name="connsiteY105" fmla="*/ 307975 h 1273175"/>
              <a:gd name="connsiteX106" fmla="*/ 1130300 w 1371600"/>
              <a:gd name="connsiteY106" fmla="*/ 314325 h 1273175"/>
              <a:gd name="connsiteX107" fmla="*/ 1136650 w 1371600"/>
              <a:gd name="connsiteY107" fmla="*/ 323850 h 1273175"/>
              <a:gd name="connsiteX108" fmla="*/ 1146175 w 1371600"/>
              <a:gd name="connsiteY108" fmla="*/ 327025 h 1273175"/>
              <a:gd name="connsiteX109" fmla="*/ 1155700 w 1371600"/>
              <a:gd name="connsiteY109" fmla="*/ 333375 h 1273175"/>
              <a:gd name="connsiteX110" fmla="*/ 1165225 w 1371600"/>
              <a:gd name="connsiteY110" fmla="*/ 336550 h 1273175"/>
              <a:gd name="connsiteX111" fmla="*/ 1193800 w 1371600"/>
              <a:gd name="connsiteY111" fmla="*/ 349250 h 1273175"/>
              <a:gd name="connsiteX112" fmla="*/ 1203325 w 1371600"/>
              <a:gd name="connsiteY112" fmla="*/ 352425 h 1273175"/>
              <a:gd name="connsiteX113" fmla="*/ 1212850 w 1371600"/>
              <a:gd name="connsiteY113" fmla="*/ 355600 h 1273175"/>
              <a:gd name="connsiteX114" fmla="*/ 1231900 w 1371600"/>
              <a:gd name="connsiteY114" fmla="*/ 365125 h 1273175"/>
              <a:gd name="connsiteX115" fmla="*/ 1250950 w 1371600"/>
              <a:gd name="connsiteY115" fmla="*/ 368300 h 1273175"/>
              <a:gd name="connsiteX116" fmla="*/ 1260475 w 1371600"/>
              <a:gd name="connsiteY116" fmla="*/ 371475 h 1273175"/>
              <a:gd name="connsiteX117" fmla="*/ 1279525 w 1371600"/>
              <a:gd name="connsiteY117" fmla="*/ 374650 h 1273175"/>
              <a:gd name="connsiteX118" fmla="*/ 1292225 w 1371600"/>
              <a:gd name="connsiteY118" fmla="*/ 377825 h 1273175"/>
              <a:gd name="connsiteX119" fmla="*/ 1311275 w 1371600"/>
              <a:gd name="connsiteY119" fmla="*/ 384175 h 1273175"/>
              <a:gd name="connsiteX120" fmla="*/ 1330325 w 1371600"/>
              <a:gd name="connsiteY120" fmla="*/ 387350 h 1273175"/>
              <a:gd name="connsiteX121" fmla="*/ 1349375 w 1371600"/>
              <a:gd name="connsiteY121" fmla="*/ 393700 h 1273175"/>
              <a:gd name="connsiteX122" fmla="*/ 1365250 w 1371600"/>
              <a:gd name="connsiteY122" fmla="*/ 422275 h 1273175"/>
              <a:gd name="connsiteX123" fmla="*/ 1371600 w 1371600"/>
              <a:gd name="connsiteY123" fmla="*/ 485775 h 12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371600" h="1273175">
                <a:moveTo>
                  <a:pt x="0" y="1273175"/>
                </a:moveTo>
                <a:cubicBezTo>
                  <a:pt x="1058" y="1267883"/>
                  <a:pt x="498" y="1261985"/>
                  <a:pt x="3175" y="1257300"/>
                </a:cubicBezTo>
                <a:cubicBezTo>
                  <a:pt x="5068" y="1253987"/>
                  <a:pt x="10187" y="1253822"/>
                  <a:pt x="12700" y="1250950"/>
                </a:cubicBezTo>
                <a:cubicBezTo>
                  <a:pt x="17726" y="1245207"/>
                  <a:pt x="22987" y="1239140"/>
                  <a:pt x="25400" y="1231900"/>
                </a:cubicBezTo>
                <a:cubicBezTo>
                  <a:pt x="40490" y="1186629"/>
                  <a:pt x="25328" y="1233739"/>
                  <a:pt x="34925" y="1200150"/>
                </a:cubicBezTo>
                <a:cubicBezTo>
                  <a:pt x="35844" y="1196932"/>
                  <a:pt x="36009" y="1193238"/>
                  <a:pt x="38100" y="1190625"/>
                </a:cubicBezTo>
                <a:cubicBezTo>
                  <a:pt x="43829" y="1183464"/>
                  <a:pt x="52416" y="1183360"/>
                  <a:pt x="60325" y="1181100"/>
                </a:cubicBezTo>
                <a:cubicBezTo>
                  <a:pt x="71827" y="1177814"/>
                  <a:pt x="68939" y="1178532"/>
                  <a:pt x="79375" y="1171575"/>
                </a:cubicBezTo>
                <a:cubicBezTo>
                  <a:pt x="85713" y="1152562"/>
                  <a:pt x="83521" y="1163467"/>
                  <a:pt x="79375" y="1130300"/>
                </a:cubicBezTo>
                <a:cubicBezTo>
                  <a:pt x="78577" y="1123912"/>
                  <a:pt x="77179" y="1117613"/>
                  <a:pt x="76200" y="1111250"/>
                </a:cubicBezTo>
                <a:cubicBezTo>
                  <a:pt x="72031" y="1084148"/>
                  <a:pt x="75625" y="1096824"/>
                  <a:pt x="69850" y="1079500"/>
                </a:cubicBezTo>
                <a:cubicBezTo>
                  <a:pt x="68792" y="1066800"/>
                  <a:pt x="68359" y="1054032"/>
                  <a:pt x="66675" y="1041400"/>
                </a:cubicBezTo>
                <a:cubicBezTo>
                  <a:pt x="65021" y="1028994"/>
                  <a:pt x="62247" y="1033817"/>
                  <a:pt x="57150" y="1022350"/>
                </a:cubicBezTo>
                <a:cubicBezTo>
                  <a:pt x="51114" y="1008769"/>
                  <a:pt x="51319" y="1003530"/>
                  <a:pt x="47625" y="990600"/>
                </a:cubicBezTo>
                <a:cubicBezTo>
                  <a:pt x="46706" y="987382"/>
                  <a:pt x="45508" y="984250"/>
                  <a:pt x="44450" y="981075"/>
                </a:cubicBezTo>
                <a:cubicBezTo>
                  <a:pt x="45508" y="973667"/>
                  <a:pt x="43607" y="965164"/>
                  <a:pt x="47625" y="958850"/>
                </a:cubicBezTo>
                <a:cubicBezTo>
                  <a:pt x="51722" y="952411"/>
                  <a:pt x="66675" y="946150"/>
                  <a:pt x="66675" y="946150"/>
                </a:cubicBezTo>
                <a:cubicBezTo>
                  <a:pt x="67733" y="942975"/>
                  <a:pt x="67237" y="938716"/>
                  <a:pt x="69850" y="936625"/>
                </a:cubicBezTo>
                <a:cubicBezTo>
                  <a:pt x="73257" y="933899"/>
                  <a:pt x="78539" y="935169"/>
                  <a:pt x="82550" y="933450"/>
                </a:cubicBezTo>
                <a:cubicBezTo>
                  <a:pt x="86057" y="931947"/>
                  <a:pt x="88900" y="929217"/>
                  <a:pt x="92075" y="927100"/>
                </a:cubicBezTo>
                <a:cubicBezTo>
                  <a:pt x="94192" y="920750"/>
                  <a:pt x="97686" y="914703"/>
                  <a:pt x="98425" y="908050"/>
                </a:cubicBezTo>
                <a:cubicBezTo>
                  <a:pt x="99483" y="898525"/>
                  <a:pt x="98569" y="888567"/>
                  <a:pt x="101600" y="879475"/>
                </a:cubicBezTo>
                <a:cubicBezTo>
                  <a:pt x="103020" y="875215"/>
                  <a:pt x="107200" y="872131"/>
                  <a:pt x="111125" y="869950"/>
                </a:cubicBezTo>
                <a:cubicBezTo>
                  <a:pt x="116976" y="866699"/>
                  <a:pt x="123611" y="864913"/>
                  <a:pt x="130175" y="863600"/>
                </a:cubicBezTo>
                <a:cubicBezTo>
                  <a:pt x="152363" y="859162"/>
                  <a:pt x="140727" y="861312"/>
                  <a:pt x="165100" y="857250"/>
                </a:cubicBezTo>
                <a:cubicBezTo>
                  <a:pt x="168275" y="855133"/>
                  <a:pt x="171927" y="853598"/>
                  <a:pt x="174625" y="850900"/>
                </a:cubicBezTo>
                <a:cubicBezTo>
                  <a:pt x="177323" y="848202"/>
                  <a:pt x="178103" y="843888"/>
                  <a:pt x="180975" y="841375"/>
                </a:cubicBezTo>
                <a:cubicBezTo>
                  <a:pt x="186718" y="836349"/>
                  <a:pt x="193675" y="832908"/>
                  <a:pt x="200025" y="828675"/>
                </a:cubicBezTo>
                <a:lnTo>
                  <a:pt x="209550" y="822325"/>
                </a:lnTo>
                <a:lnTo>
                  <a:pt x="228600" y="793750"/>
                </a:lnTo>
                <a:cubicBezTo>
                  <a:pt x="230717" y="790575"/>
                  <a:pt x="231330" y="785432"/>
                  <a:pt x="234950" y="784225"/>
                </a:cubicBezTo>
                <a:cubicBezTo>
                  <a:pt x="241300" y="782108"/>
                  <a:pt x="248431" y="781588"/>
                  <a:pt x="254000" y="777875"/>
                </a:cubicBezTo>
                <a:cubicBezTo>
                  <a:pt x="257175" y="775758"/>
                  <a:pt x="260112" y="773232"/>
                  <a:pt x="263525" y="771525"/>
                </a:cubicBezTo>
                <a:cubicBezTo>
                  <a:pt x="266518" y="770028"/>
                  <a:pt x="270057" y="769847"/>
                  <a:pt x="273050" y="768350"/>
                </a:cubicBezTo>
                <a:cubicBezTo>
                  <a:pt x="276463" y="766643"/>
                  <a:pt x="279162" y="763707"/>
                  <a:pt x="282575" y="762000"/>
                </a:cubicBezTo>
                <a:cubicBezTo>
                  <a:pt x="308865" y="748855"/>
                  <a:pt x="274328" y="770673"/>
                  <a:pt x="301625" y="752475"/>
                </a:cubicBezTo>
                <a:cubicBezTo>
                  <a:pt x="305858" y="746125"/>
                  <a:pt x="312474" y="740829"/>
                  <a:pt x="314325" y="733425"/>
                </a:cubicBezTo>
                <a:cubicBezTo>
                  <a:pt x="315383" y="729192"/>
                  <a:pt x="315079" y="724356"/>
                  <a:pt x="317500" y="720725"/>
                </a:cubicBezTo>
                <a:cubicBezTo>
                  <a:pt x="321017" y="715449"/>
                  <a:pt x="331117" y="713011"/>
                  <a:pt x="336550" y="711200"/>
                </a:cubicBezTo>
                <a:cubicBezTo>
                  <a:pt x="337887" y="715210"/>
                  <a:pt x="340412" y="729284"/>
                  <a:pt x="349250" y="727075"/>
                </a:cubicBezTo>
                <a:cubicBezTo>
                  <a:pt x="352497" y="726263"/>
                  <a:pt x="351367" y="720725"/>
                  <a:pt x="352425" y="717550"/>
                </a:cubicBezTo>
                <a:cubicBezTo>
                  <a:pt x="350308" y="711200"/>
                  <a:pt x="345469" y="705166"/>
                  <a:pt x="346075" y="698500"/>
                </a:cubicBezTo>
                <a:cubicBezTo>
                  <a:pt x="347133" y="686858"/>
                  <a:pt x="347219" y="675087"/>
                  <a:pt x="349250" y="663575"/>
                </a:cubicBezTo>
                <a:cubicBezTo>
                  <a:pt x="354783" y="632219"/>
                  <a:pt x="353041" y="655046"/>
                  <a:pt x="361950" y="635000"/>
                </a:cubicBezTo>
                <a:cubicBezTo>
                  <a:pt x="364668" y="628883"/>
                  <a:pt x="366183" y="622300"/>
                  <a:pt x="368300" y="615950"/>
                </a:cubicBezTo>
                <a:lnTo>
                  <a:pt x="371475" y="606425"/>
                </a:lnTo>
                <a:lnTo>
                  <a:pt x="374650" y="596900"/>
                </a:lnTo>
                <a:cubicBezTo>
                  <a:pt x="375708" y="550333"/>
                  <a:pt x="375845" y="503737"/>
                  <a:pt x="377825" y="457200"/>
                </a:cubicBezTo>
                <a:cubicBezTo>
                  <a:pt x="377967" y="453856"/>
                  <a:pt x="379375" y="450601"/>
                  <a:pt x="381000" y="447675"/>
                </a:cubicBezTo>
                <a:cubicBezTo>
                  <a:pt x="384706" y="441004"/>
                  <a:pt x="391287" y="435865"/>
                  <a:pt x="393700" y="428625"/>
                </a:cubicBezTo>
                <a:cubicBezTo>
                  <a:pt x="397009" y="418699"/>
                  <a:pt x="400217" y="406288"/>
                  <a:pt x="409575" y="400050"/>
                </a:cubicBezTo>
                <a:lnTo>
                  <a:pt x="419100" y="393700"/>
                </a:lnTo>
                <a:lnTo>
                  <a:pt x="425450" y="374650"/>
                </a:lnTo>
                <a:cubicBezTo>
                  <a:pt x="426508" y="371475"/>
                  <a:pt x="427969" y="368407"/>
                  <a:pt x="428625" y="365125"/>
                </a:cubicBezTo>
                <a:cubicBezTo>
                  <a:pt x="429683" y="359833"/>
                  <a:pt x="430862" y="354564"/>
                  <a:pt x="431800" y="349250"/>
                </a:cubicBezTo>
                <a:cubicBezTo>
                  <a:pt x="434038" y="336571"/>
                  <a:pt x="434079" y="323364"/>
                  <a:pt x="438150" y="311150"/>
                </a:cubicBezTo>
                <a:cubicBezTo>
                  <a:pt x="439208" y="307975"/>
                  <a:pt x="439234" y="304238"/>
                  <a:pt x="441325" y="301625"/>
                </a:cubicBezTo>
                <a:cubicBezTo>
                  <a:pt x="443709" y="298645"/>
                  <a:pt x="447919" y="297718"/>
                  <a:pt x="450850" y="295275"/>
                </a:cubicBezTo>
                <a:cubicBezTo>
                  <a:pt x="475296" y="274903"/>
                  <a:pt x="446251" y="295166"/>
                  <a:pt x="469900" y="279400"/>
                </a:cubicBezTo>
                <a:cubicBezTo>
                  <a:pt x="472017" y="276225"/>
                  <a:pt x="474543" y="273288"/>
                  <a:pt x="476250" y="269875"/>
                </a:cubicBezTo>
                <a:cubicBezTo>
                  <a:pt x="480528" y="261319"/>
                  <a:pt x="477687" y="257902"/>
                  <a:pt x="485775" y="250825"/>
                </a:cubicBezTo>
                <a:cubicBezTo>
                  <a:pt x="491518" y="245799"/>
                  <a:pt x="504825" y="238125"/>
                  <a:pt x="504825" y="238125"/>
                </a:cubicBezTo>
                <a:lnTo>
                  <a:pt x="530225" y="200025"/>
                </a:lnTo>
                <a:lnTo>
                  <a:pt x="536575" y="190500"/>
                </a:lnTo>
                <a:cubicBezTo>
                  <a:pt x="538692" y="187325"/>
                  <a:pt x="539750" y="183092"/>
                  <a:pt x="542925" y="180975"/>
                </a:cubicBezTo>
                <a:lnTo>
                  <a:pt x="561975" y="168275"/>
                </a:lnTo>
                <a:cubicBezTo>
                  <a:pt x="566208" y="161925"/>
                  <a:pt x="573951" y="156822"/>
                  <a:pt x="574675" y="149225"/>
                </a:cubicBezTo>
                <a:cubicBezTo>
                  <a:pt x="576792" y="127000"/>
                  <a:pt x="573965" y="103730"/>
                  <a:pt x="581025" y="82550"/>
                </a:cubicBezTo>
                <a:cubicBezTo>
                  <a:pt x="582083" y="79375"/>
                  <a:pt x="582109" y="75638"/>
                  <a:pt x="584200" y="73025"/>
                </a:cubicBezTo>
                <a:cubicBezTo>
                  <a:pt x="591366" y="64067"/>
                  <a:pt x="602977" y="65677"/>
                  <a:pt x="612775" y="63500"/>
                </a:cubicBezTo>
                <a:cubicBezTo>
                  <a:pt x="616042" y="62774"/>
                  <a:pt x="619125" y="61383"/>
                  <a:pt x="622300" y="60325"/>
                </a:cubicBezTo>
                <a:cubicBezTo>
                  <a:pt x="623358" y="57150"/>
                  <a:pt x="623850" y="53726"/>
                  <a:pt x="625475" y="50800"/>
                </a:cubicBezTo>
                <a:cubicBezTo>
                  <a:pt x="633172" y="36945"/>
                  <a:pt x="641061" y="24438"/>
                  <a:pt x="657225" y="19050"/>
                </a:cubicBezTo>
                <a:lnTo>
                  <a:pt x="676275" y="12700"/>
                </a:lnTo>
                <a:cubicBezTo>
                  <a:pt x="679450" y="13758"/>
                  <a:pt x="683187" y="13784"/>
                  <a:pt x="685800" y="15875"/>
                </a:cubicBezTo>
                <a:cubicBezTo>
                  <a:pt x="706316" y="32288"/>
                  <a:pt x="677734" y="20595"/>
                  <a:pt x="701675" y="28575"/>
                </a:cubicBezTo>
                <a:cubicBezTo>
                  <a:pt x="703792" y="31750"/>
                  <a:pt x="705045" y="35716"/>
                  <a:pt x="708025" y="38100"/>
                </a:cubicBezTo>
                <a:cubicBezTo>
                  <a:pt x="715616" y="44173"/>
                  <a:pt x="722222" y="40107"/>
                  <a:pt x="730250" y="38100"/>
                </a:cubicBezTo>
                <a:cubicBezTo>
                  <a:pt x="732367" y="34925"/>
                  <a:pt x="735050" y="32062"/>
                  <a:pt x="736600" y="28575"/>
                </a:cubicBezTo>
                <a:cubicBezTo>
                  <a:pt x="739318" y="22458"/>
                  <a:pt x="739237" y="15094"/>
                  <a:pt x="742950" y="9525"/>
                </a:cubicBezTo>
                <a:lnTo>
                  <a:pt x="749300" y="0"/>
                </a:lnTo>
                <a:cubicBezTo>
                  <a:pt x="753533" y="1058"/>
                  <a:pt x="758097" y="1224"/>
                  <a:pt x="762000" y="3175"/>
                </a:cubicBezTo>
                <a:cubicBezTo>
                  <a:pt x="768826" y="6588"/>
                  <a:pt x="773810" y="13462"/>
                  <a:pt x="781050" y="15875"/>
                </a:cubicBezTo>
                <a:cubicBezTo>
                  <a:pt x="787400" y="17992"/>
                  <a:pt x="794531" y="18512"/>
                  <a:pt x="800100" y="22225"/>
                </a:cubicBezTo>
                <a:cubicBezTo>
                  <a:pt x="803275" y="24342"/>
                  <a:pt x="806052" y="27235"/>
                  <a:pt x="809625" y="28575"/>
                </a:cubicBezTo>
                <a:cubicBezTo>
                  <a:pt x="814678" y="30470"/>
                  <a:pt x="820232" y="30579"/>
                  <a:pt x="825500" y="31750"/>
                </a:cubicBezTo>
                <a:cubicBezTo>
                  <a:pt x="829760" y="32697"/>
                  <a:pt x="833921" y="34069"/>
                  <a:pt x="838200" y="34925"/>
                </a:cubicBezTo>
                <a:cubicBezTo>
                  <a:pt x="866139" y="40513"/>
                  <a:pt x="848238" y="35096"/>
                  <a:pt x="866775" y="41275"/>
                </a:cubicBezTo>
                <a:lnTo>
                  <a:pt x="873125" y="60325"/>
                </a:lnTo>
                <a:cubicBezTo>
                  <a:pt x="874183" y="63500"/>
                  <a:pt x="874444" y="67065"/>
                  <a:pt x="876300" y="69850"/>
                </a:cubicBezTo>
                <a:lnTo>
                  <a:pt x="889000" y="88900"/>
                </a:lnTo>
                <a:cubicBezTo>
                  <a:pt x="891117" y="92075"/>
                  <a:pt x="894143" y="94805"/>
                  <a:pt x="895350" y="98425"/>
                </a:cubicBezTo>
                <a:lnTo>
                  <a:pt x="901700" y="117475"/>
                </a:lnTo>
                <a:cubicBezTo>
                  <a:pt x="904282" y="125222"/>
                  <a:pt x="905070" y="130370"/>
                  <a:pt x="911225" y="136525"/>
                </a:cubicBezTo>
                <a:cubicBezTo>
                  <a:pt x="913923" y="139223"/>
                  <a:pt x="917575" y="140758"/>
                  <a:pt x="920750" y="142875"/>
                </a:cubicBezTo>
                <a:cubicBezTo>
                  <a:pt x="928158" y="153988"/>
                  <a:pt x="930275" y="159808"/>
                  <a:pt x="946150" y="165100"/>
                </a:cubicBezTo>
                <a:cubicBezTo>
                  <a:pt x="949325" y="166158"/>
                  <a:pt x="952749" y="166650"/>
                  <a:pt x="955675" y="168275"/>
                </a:cubicBezTo>
                <a:cubicBezTo>
                  <a:pt x="962346" y="171981"/>
                  <a:pt x="974725" y="180975"/>
                  <a:pt x="974725" y="180975"/>
                </a:cubicBezTo>
                <a:cubicBezTo>
                  <a:pt x="976842" y="184150"/>
                  <a:pt x="978203" y="187987"/>
                  <a:pt x="981075" y="190500"/>
                </a:cubicBezTo>
                <a:cubicBezTo>
                  <a:pt x="986818" y="195526"/>
                  <a:pt x="1000125" y="203200"/>
                  <a:pt x="1000125" y="203200"/>
                </a:cubicBezTo>
                <a:cubicBezTo>
                  <a:pt x="1005513" y="219364"/>
                  <a:pt x="998970" y="208203"/>
                  <a:pt x="1012825" y="215900"/>
                </a:cubicBezTo>
                <a:cubicBezTo>
                  <a:pt x="1019496" y="219606"/>
                  <a:pt x="1031875" y="228600"/>
                  <a:pt x="1031875" y="228600"/>
                </a:cubicBezTo>
                <a:lnTo>
                  <a:pt x="1050925" y="257175"/>
                </a:lnTo>
                <a:lnTo>
                  <a:pt x="1057275" y="266700"/>
                </a:lnTo>
                <a:cubicBezTo>
                  <a:pt x="1064683" y="277813"/>
                  <a:pt x="1066800" y="283633"/>
                  <a:pt x="1082675" y="288925"/>
                </a:cubicBezTo>
                <a:cubicBezTo>
                  <a:pt x="1108965" y="297688"/>
                  <a:pt x="1096156" y="291562"/>
                  <a:pt x="1120775" y="307975"/>
                </a:cubicBezTo>
                <a:lnTo>
                  <a:pt x="1130300" y="314325"/>
                </a:lnTo>
                <a:cubicBezTo>
                  <a:pt x="1132417" y="317500"/>
                  <a:pt x="1133670" y="321466"/>
                  <a:pt x="1136650" y="323850"/>
                </a:cubicBezTo>
                <a:cubicBezTo>
                  <a:pt x="1139263" y="325941"/>
                  <a:pt x="1143182" y="325528"/>
                  <a:pt x="1146175" y="327025"/>
                </a:cubicBezTo>
                <a:cubicBezTo>
                  <a:pt x="1149588" y="328732"/>
                  <a:pt x="1152287" y="331668"/>
                  <a:pt x="1155700" y="333375"/>
                </a:cubicBezTo>
                <a:cubicBezTo>
                  <a:pt x="1158693" y="334872"/>
                  <a:pt x="1162232" y="335053"/>
                  <a:pt x="1165225" y="336550"/>
                </a:cubicBezTo>
                <a:cubicBezTo>
                  <a:pt x="1195414" y="351644"/>
                  <a:pt x="1144653" y="332868"/>
                  <a:pt x="1193800" y="349250"/>
                </a:cubicBezTo>
                <a:lnTo>
                  <a:pt x="1203325" y="352425"/>
                </a:lnTo>
                <a:cubicBezTo>
                  <a:pt x="1206500" y="353483"/>
                  <a:pt x="1210065" y="353744"/>
                  <a:pt x="1212850" y="355600"/>
                </a:cubicBezTo>
                <a:cubicBezTo>
                  <a:pt x="1221413" y="361308"/>
                  <a:pt x="1222041" y="362934"/>
                  <a:pt x="1231900" y="365125"/>
                </a:cubicBezTo>
                <a:cubicBezTo>
                  <a:pt x="1238184" y="366522"/>
                  <a:pt x="1244666" y="366903"/>
                  <a:pt x="1250950" y="368300"/>
                </a:cubicBezTo>
                <a:cubicBezTo>
                  <a:pt x="1254217" y="369026"/>
                  <a:pt x="1257208" y="370749"/>
                  <a:pt x="1260475" y="371475"/>
                </a:cubicBezTo>
                <a:cubicBezTo>
                  <a:pt x="1266759" y="372872"/>
                  <a:pt x="1273212" y="373387"/>
                  <a:pt x="1279525" y="374650"/>
                </a:cubicBezTo>
                <a:cubicBezTo>
                  <a:pt x="1283804" y="375506"/>
                  <a:pt x="1288045" y="376571"/>
                  <a:pt x="1292225" y="377825"/>
                </a:cubicBezTo>
                <a:cubicBezTo>
                  <a:pt x="1298636" y="379748"/>
                  <a:pt x="1304673" y="383075"/>
                  <a:pt x="1311275" y="384175"/>
                </a:cubicBezTo>
                <a:cubicBezTo>
                  <a:pt x="1317625" y="385233"/>
                  <a:pt x="1324080" y="385789"/>
                  <a:pt x="1330325" y="387350"/>
                </a:cubicBezTo>
                <a:cubicBezTo>
                  <a:pt x="1336819" y="388973"/>
                  <a:pt x="1349375" y="393700"/>
                  <a:pt x="1349375" y="393700"/>
                </a:cubicBezTo>
                <a:cubicBezTo>
                  <a:pt x="1363931" y="415535"/>
                  <a:pt x="1359662" y="405510"/>
                  <a:pt x="1365250" y="422275"/>
                </a:cubicBezTo>
                <a:cubicBezTo>
                  <a:pt x="1368259" y="443338"/>
                  <a:pt x="1371600" y="464407"/>
                  <a:pt x="1371600" y="485775"/>
                </a:cubicBez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FE10D00-16C5-414B-B84D-55705F662B28}"/>
              </a:ext>
            </a:extLst>
          </p:cNvPr>
          <p:cNvSpPr txBox="1"/>
          <p:nvPr/>
        </p:nvSpPr>
        <p:spPr>
          <a:xfrm rot="18113205">
            <a:off x="3543139" y="3164230"/>
            <a:ext cx="1371601"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Indus River</a:t>
            </a:r>
          </a:p>
        </p:txBody>
      </p:sp>
      <p:sp>
        <p:nvSpPr>
          <p:cNvPr id="3" name="Freeform 2">
            <a:extLst>
              <a:ext uri="{FF2B5EF4-FFF2-40B4-BE49-F238E27FC236}">
                <a16:creationId xmlns:a16="http://schemas.microsoft.com/office/drawing/2014/main" id="{F26BE63A-A7CA-4B4A-8843-2E2827FEED3A}"/>
              </a:ext>
            </a:extLst>
          </p:cNvPr>
          <p:cNvSpPr/>
          <p:nvPr/>
        </p:nvSpPr>
        <p:spPr>
          <a:xfrm>
            <a:off x="5108575" y="3276600"/>
            <a:ext cx="1301750" cy="860425"/>
          </a:xfrm>
          <a:custGeom>
            <a:avLst/>
            <a:gdLst>
              <a:gd name="connsiteX0" fmla="*/ 104775 w 1301750"/>
              <a:gd name="connsiteY0" fmla="*/ 0 h 860425"/>
              <a:gd name="connsiteX1" fmla="*/ 88900 w 1301750"/>
              <a:gd name="connsiteY1" fmla="*/ 6350 h 860425"/>
              <a:gd name="connsiteX2" fmla="*/ 76200 w 1301750"/>
              <a:gd name="connsiteY2" fmla="*/ 25400 h 860425"/>
              <a:gd name="connsiteX3" fmla="*/ 66675 w 1301750"/>
              <a:gd name="connsiteY3" fmla="*/ 44450 h 860425"/>
              <a:gd name="connsiteX4" fmla="*/ 57150 w 1301750"/>
              <a:gd name="connsiteY4" fmla="*/ 47625 h 860425"/>
              <a:gd name="connsiteX5" fmla="*/ 22225 w 1301750"/>
              <a:gd name="connsiteY5" fmla="*/ 50800 h 860425"/>
              <a:gd name="connsiteX6" fmla="*/ 15875 w 1301750"/>
              <a:gd name="connsiteY6" fmla="*/ 60325 h 860425"/>
              <a:gd name="connsiteX7" fmla="*/ 25400 w 1301750"/>
              <a:gd name="connsiteY7" fmla="*/ 66675 h 860425"/>
              <a:gd name="connsiteX8" fmla="*/ 34925 w 1301750"/>
              <a:gd name="connsiteY8" fmla="*/ 85725 h 860425"/>
              <a:gd name="connsiteX9" fmla="*/ 31750 w 1301750"/>
              <a:gd name="connsiteY9" fmla="*/ 95250 h 860425"/>
              <a:gd name="connsiteX10" fmla="*/ 19050 w 1301750"/>
              <a:gd name="connsiteY10" fmla="*/ 114300 h 860425"/>
              <a:gd name="connsiteX11" fmla="*/ 9525 w 1301750"/>
              <a:gd name="connsiteY11" fmla="*/ 149225 h 860425"/>
              <a:gd name="connsiteX12" fmla="*/ 6350 w 1301750"/>
              <a:gd name="connsiteY12" fmla="*/ 161925 h 860425"/>
              <a:gd name="connsiteX13" fmla="*/ 0 w 1301750"/>
              <a:gd name="connsiteY13" fmla="*/ 180975 h 860425"/>
              <a:gd name="connsiteX14" fmla="*/ 3175 w 1301750"/>
              <a:gd name="connsiteY14" fmla="*/ 241300 h 860425"/>
              <a:gd name="connsiteX15" fmla="*/ 9525 w 1301750"/>
              <a:gd name="connsiteY15" fmla="*/ 260350 h 860425"/>
              <a:gd name="connsiteX16" fmla="*/ 12700 w 1301750"/>
              <a:gd name="connsiteY16" fmla="*/ 269875 h 860425"/>
              <a:gd name="connsiteX17" fmla="*/ 19050 w 1301750"/>
              <a:gd name="connsiteY17" fmla="*/ 279400 h 860425"/>
              <a:gd name="connsiteX18" fmla="*/ 25400 w 1301750"/>
              <a:gd name="connsiteY18" fmla="*/ 298450 h 860425"/>
              <a:gd name="connsiteX19" fmla="*/ 28575 w 1301750"/>
              <a:gd name="connsiteY19" fmla="*/ 307975 h 860425"/>
              <a:gd name="connsiteX20" fmla="*/ 44450 w 1301750"/>
              <a:gd name="connsiteY20" fmla="*/ 327025 h 860425"/>
              <a:gd name="connsiteX21" fmla="*/ 47625 w 1301750"/>
              <a:gd name="connsiteY21" fmla="*/ 336550 h 860425"/>
              <a:gd name="connsiteX22" fmla="*/ 76200 w 1301750"/>
              <a:gd name="connsiteY22" fmla="*/ 358775 h 860425"/>
              <a:gd name="connsiteX23" fmla="*/ 85725 w 1301750"/>
              <a:gd name="connsiteY23" fmla="*/ 361950 h 860425"/>
              <a:gd name="connsiteX24" fmla="*/ 95250 w 1301750"/>
              <a:gd name="connsiteY24" fmla="*/ 368300 h 860425"/>
              <a:gd name="connsiteX25" fmla="*/ 104775 w 1301750"/>
              <a:gd name="connsiteY25" fmla="*/ 371475 h 860425"/>
              <a:gd name="connsiteX26" fmla="*/ 123825 w 1301750"/>
              <a:gd name="connsiteY26" fmla="*/ 381000 h 860425"/>
              <a:gd name="connsiteX27" fmla="*/ 130175 w 1301750"/>
              <a:gd name="connsiteY27" fmla="*/ 390525 h 860425"/>
              <a:gd name="connsiteX28" fmla="*/ 139700 w 1301750"/>
              <a:gd name="connsiteY28" fmla="*/ 396875 h 860425"/>
              <a:gd name="connsiteX29" fmla="*/ 152400 w 1301750"/>
              <a:gd name="connsiteY29" fmla="*/ 415925 h 860425"/>
              <a:gd name="connsiteX30" fmla="*/ 158750 w 1301750"/>
              <a:gd name="connsiteY30" fmla="*/ 425450 h 860425"/>
              <a:gd name="connsiteX31" fmla="*/ 168275 w 1301750"/>
              <a:gd name="connsiteY31" fmla="*/ 431800 h 860425"/>
              <a:gd name="connsiteX32" fmla="*/ 174625 w 1301750"/>
              <a:gd name="connsiteY32" fmla="*/ 441325 h 860425"/>
              <a:gd name="connsiteX33" fmla="*/ 184150 w 1301750"/>
              <a:gd name="connsiteY33" fmla="*/ 444500 h 860425"/>
              <a:gd name="connsiteX34" fmla="*/ 193675 w 1301750"/>
              <a:gd name="connsiteY34" fmla="*/ 450850 h 860425"/>
              <a:gd name="connsiteX35" fmla="*/ 203200 w 1301750"/>
              <a:gd name="connsiteY35" fmla="*/ 469900 h 860425"/>
              <a:gd name="connsiteX36" fmla="*/ 209550 w 1301750"/>
              <a:gd name="connsiteY36" fmla="*/ 492125 h 860425"/>
              <a:gd name="connsiteX37" fmla="*/ 219075 w 1301750"/>
              <a:gd name="connsiteY37" fmla="*/ 498475 h 860425"/>
              <a:gd name="connsiteX38" fmla="*/ 225425 w 1301750"/>
              <a:gd name="connsiteY38" fmla="*/ 508000 h 860425"/>
              <a:gd name="connsiteX39" fmla="*/ 234950 w 1301750"/>
              <a:gd name="connsiteY39" fmla="*/ 511175 h 860425"/>
              <a:gd name="connsiteX40" fmla="*/ 244475 w 1301750"/>
              <a:gd name="connsiteY40" fmla="*/ 517525 h 860425"/>
              <a:gd name="connsiteX41" fmla="*/ 250825 w 1301750"/>
              <a:gd name="connsiteY41" fmla="*/ 536575 h 860425"/>
              <a:gd name="connsiteX42" fmla="*/ 263525 w 1301750"/>
              <a:gd name="connsiteY42" fmla="*/ 555625 h 860425"/>
              <a:gd name="connsiteX43" fmla="*/ 273050 w 1301750"/>
              <a:gd name="connsiteY43" fmla="*/ 561975 h 860425"/>
              <a:gd name="connsiteX44" fmla="*/ 320675 w 1301750"/>
              <a:gd name="connsiteY44" fmla="*/ 571500 h 860425"/>
              <a:gd name="connsiteX45" fmla="*/ 317500 w 1301750"/>
              <a:gd name="connsiteY45" fmla="*/ 587375 h 860425"/>
              <a:gd name="connsiteX46" fmla="*/ 311150 w 1301750"/>
              <a:gd name="connsiteY46" fmla="*/ 596900 h 860425"/>
              <a:gd name="connsiteX47" fmla="*/ 320675 w 1301750"/>
              <a:gd name="connsiteY47" fmla="*/ 603250 h 860425"/>
              <a:gd name="connsiteX48" fmla="*/ 349250 w 1301750"/>
              <a:gd name="connsiteY48" fmla="*/ 603250 h 860425"/>
              <a:gd name="connsiteX49" fmla="*/ 352425 w 1301750"/>
              <a:gd name="connsiteY49" fmla="*/ 612775 h 860425"/>
              <a:gd name="connsiteX50" fmla="*/ 387350 w 1301750"/>
              <a:gd name="connsiteY50" fmla="*/ 628650 h 860425"/>
              <a:gd name="connsiteX51" fmla="*/ 400050 w 1301750"/>
              <a:gd name="connsiteY51" fmla="*/ 647700 h 860425"/>
              <a:gd name="connsiteX52" fmla="*/ 419100 w 1301750"/>
              <a:gd name="connsiteY52" fmla="*/ 660400 h 860425"/>
              <a:gd name="connsiteX53" fmla="*/ 476250 w 1301750"/>
              <a:gd name="connsiteY53" fmla="*/ 657225 h 860425"/>
              <a:gd name="connsiteX54" fmla="*/ 488950 w 1301750"/>
              <a:gd name="connsiteY54" fmla="*/ 641350 h 860425"/>
              <a:gd name="connsiteX55" fmla="*/ 508000 w 1301750"/>
              <a:gd name="connsiteY55" fmla="*/ 635000 h 860425"/>
              <a:gd name="connsiteX56" fmla="*/ 565150 w 1301750"/>
              <a:gd name="connsiteY56" fmla="*/ 635000 h 860425"/>
              <a:gd name="connsiteX57" fmla="*/ 568325 w 1301750"/>
              <a:gd name="connsiteY57" fmla="*/ 625475 h 860425"/>
              <a:gd name="connsiteX58" fmla="*/ 584200 w 1301750"/>
              <a:gd name="connsiteY58" fmla="*/ 612775 h 860425"/>
              <a:gd name="connsiteX59" fmla="*/ 596900 w 1301750"/>
              <a:gd name="connsiteY59" fmla="*/ 615950 h 860425"/>
              <a:gd name="connsiteX60" fmla="*/ 612775 w 1301750"/>
              <a:gd name="connsiteY60" fmla="*/ 603250 h 860425"/>
              <a:gd name="connsiteX61" fmla="*/ 622300 w 1301750"/>
              <a:gd name="connsiteY61" fmla="*/ 596900 h 860425"/>
              <a:gd name="connsiteX62" fmla="*/ 647700 w 1301750"/>
              <a:gd name="connsiteY62" fmla="*/ 593725 h 860425"/>
              <a:gd name="connsiteX63" fmla="*/ 692150 w 1301750"/>
              <a:gd name="connsiteY63" fmla="*/ 596900 h 860425"/>
              <a:gd name="connsiteX64" fmla="*/ 701675 w 1301750"/>
              <a:gd name="connsiteY64" fmla="*/ 600075 h 860425"/>
              <a:gd name="connsiteX65" fmla="*/ 714375 w 1301750"/>
              <a:gd name="connsiteY65" fmla="*/ 603250 h 860425"/>
              <a:gd name="connsiteX66" fmla="*/ 733425 w 1301750"/>
              <a:gd name="connsiteY66" fmla="*/ 609600 h 860425"/>
              <a:gd name="connsiteX67" fmla="*/ 752475 w 1301750"/>
              <a:gd name="connsiteY67" fmla="*/ 612775 h 860425"/>
              <a:gd name="connsiteX68" fmla="*/ 771525 w 1301750"/>
              <a:gd name="connsiteY68" fmla="*/ 619125 h 860425"/>
              <a:gd name="connsiteX69" fmla="*/ 781050 w 1301750"/>
              <a:gd name="connsiteY69" fmla="*/ 622300 h 860425"/>
              <a:gd name="connsiteX70" fmla="*/ 835025 w 1301750"/>
              <a:gd name="connsiteY70" fmla="*/ 628650 h 860425"/>
              <a:gd name="connsiteX71" fmla="*/ 882650 w 1301750"/>
              <a:gd name="connsiteY71" fmla="*/ 628650 h 860425"/>
              <a:gd name="connsiteX72" fmla="*/ 901700 w 1301750"/>
              <a:gd name="connsiteY72" fmla="*/ 622300 h 860425"/>
              <a:gd name="connsiteX73" fmla="*/ 923925 w 1301750"/>
              <a:gd name="connsiteY73" fmla="*/ 619125 h 860425"/>
              <a:gd name="connsiteX74" fmla="*/ 949325 w 1301750"/>
              <a:gd name="connsiteY74" fmla="*/ 622300 h 860425"/>
              <a:gd name="connsiteX75" fmla="*/ 968375 w 1301750"/>
              <a:gd name="connsiteY75" fmla="*/ 635000 h 860425"/>
              <a:gd name="connsiteX76" fmla="*/ 977900 w 1301750"/>
              <a:gd name="connsiteY76" fmla="*/ 641350 h 860425"/>
              <a:gd name="connsiteX77" fmla="*/ 996950 w 1301750"/>
              <a:gd name="connsiteY77" fmla="*/ 647700 h 860425"/>
              <a:gd name="connsiteX78" fmla="*/ 1006475 w 1301750"/>
              <a:gd name="connsiteY78" fmla="*/ 679450 h 860425"/>
              <a:gd name="connsiteX79" fmla="*/ 1016000 w 1301750"/>
              <a:gd name="connsiteY79" fmla="*/ 685800 h 860425"/>
              <a:gd name="connsiteX80" fmla="*/ 1031875 w 1301750"/>
              <a:gd name="connsiteY80" fmla="*/ 701675 h 860425"/>
              <a:gd name="connsiteX81" fmla="*/ 1038225 w 1301750"/>
              <a:gd name="connsiteY81" fmla="*/ 711200 h 860425"/>
              <a:gd name="connsiteX82" fmla="*/ 1057275 w 1301750"/>
              <a:gd name="connsiteY82" fmla="*/ 727075 h 860425"/>
              <a:gd name="connsiteX83" fmla="*/ 1073150 w 1301750"/>
              <a:gd name="connsiteY83" fmla="*/ 742950 h 860425"/>
              <a:gd name="connsiteX84" fmla="*/ 1082675 w 1301750"/>
              <a:gd name="connsiteY84" fmla="*/ 752475 h 860425"/>
              <a:gd name="connsiteX85" fmla="*/ 1092200 w 1301750"/>
              <a:gd name="connsiteY85" fmla="*/ 755650 h 860425"/>
              <a:gd name="connsiteX86" fmla="*/ 1111250 w 1301750"/>
              <a:gd name="connsiteY86" fmla="*/ 768350 h 860425"/>
              <a:gd name="connsiteX87" fmla="*/ 1139825 w 1301750"/>
              <a:gd name="connsiteY87" fmla="*/ 777875 h 860425"/>
              <a:gd name="connsiteX88" fmla="*/ 1149350 w 1301750"/>
              <a:gd name="connsiteY88" fmla="*/ 781050 h 860425"/>
              <a:gd name="connsiteX89" fmla="*/ 1162050 w 1301750"/>
              <a:gd name="connsiteY89" fmla="*/ 784225 h 860425"/>
              <a:gd name="connsiteX90" fmla="*/ 1181100 w 1301750"/>
              <a:gd name="connsiteY90" fmla="*/ 787400 h 860425"/>
              <a:gd name="connsiteX91" fmla="*/ 1190625 w 1301750"/>
              <a:gd name="connsiteY91" fmla="*/ 790575 h 860425"/>
              <a:gd name="connsiteX92" fmla="*/ 1203325 w 1301750"/>
              <a:gd name="connsiteY92" fmla="*/ 793750 h 860425"/>
              <a:gd name="connsiteX93" fmla="*/ 1231900 w 1301750"/>
              <a:gd name="connsiteY93" fmla="*/ 803275 h 860425"/>
              <a:gd name="connsiteX94" fmla="*/ 1241425 w 1301750"/>
              <a:gd name="connsiteY94" fmla="*/ 806450 h 860425"/>
              <a:gd name="connsiteX95" fmla="*/ 1260475 w 1301750"/>
              <a:gd name="connsiteY95" fmla="*/ 819150 h 860425"/>
              <a:gd name="connsiteX96" fmla="*/ 1270000 w 1301750"/>
              <a:gd name="connsiteY96" fmla="*/ 825500 h 860425"/>
              <a:gd name="connsiteX97" fmla="*/ 1276350 w 1301750"/>
              <a:gd name="connsiteY97" fmla="*/ 835025 h 860425"/>
              <a:gd name="connsiteX98" fmla="*/ 1285875 w 1301750"/>
              <a:gd name="connsiteY98" fmla="*/ 838200 h 860425"/>
              <a:gd name="connsiteX99" fmla="*/ 1298575 w 1301750"/>
              <a:gd name="connsiteY99" fmla="*/ 857250 h 860425"/>
              <a:gd name="connsiteX100" fmla="*/ 1301750 w 1301750"/>
              <a:gd name="connsiteY100" fmla="*/ 86042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301750" h="860425">
                <a:moveTo>
                  <a:pt x="104775" y="0"/>
                </a:moveTo>
                <a:cubicBezTo>
                  <a:pt x="99483" y="2117"/>
                  <a:pt x="93160" y="2564"/>
                  <a:pt x="88900" y="6350"/>
                </a:cubicBezTo>
                <a:cubicBezTo>
                  <a:pt x="83196" y="11420"/>
                  <a:pt x="78613" y="18160"/>
                  <a:pt x="76200" y="25400"/>
                </a:cubicBezTo>
                <a:cubicBezTo>
                  <a:pt x="74108" y="31675"/>
                  <a:pt x="72270" y="39974"/>
                  <a:pt x="66675" y="44450"/>
                </a:cubicBezTo>
                <a:cubicBezTo>
                  <a:pt x="64062" y="46541"/>
                  <a:pt x="60463" y="47152"/>
                  <a:pt x="57150" y="47625"/>
                </a:cubicBezTo>
                <a:cubicBezTo>
                  <a:pt x="45578" y="49278"/>
                  <a:pt x="33867" y="49742"/>
                  <a:pt x="22225" y="50800"/>
                </a:cubicBezTo>
                <a:cubicBezTo>
                  <a:pt x="20108" y="53975"/>
                  <a:pt x="15127" y="56583"/>
                  <a:pt x="15875" y="60325"/>
                </a:cubicBezTo>
                <a:cubicBezTo>
                  <a:pt x="16623" y="64067"/>
                  <a:pt x="22702" y="63977"/>
                  <a:pt x="25400" y="66675"/>
                </a:cubicBezTo>
                <a:cubicBezTo>
                  <a:pt x="31555" y="72830"/>
                  <a:pt x="32343" y="77978"/>
                  <a:pt x="34925" y="85725"/>
                </a:cubicBezTo>
                <a:cubicBezTo>
                  <a:pt x="33867" y="88900"/>
                  <a:pt x="33375" y="92324"/>
                  <a:pt x="31750" y="95250"/>
                </a:cubicBezTo>
                <a:cubicBezTo>
                  <a:pt x="28044" y="101921"/>
                  <a:pt x="21463" y="107060"/>
                  <a:pt x="19050" y="114300"/>
                </a:cubicBezTo>
                <a:cubicBezTo>
                  <a:pt x="9138" y="144036"/>
                  <a:pt x="15509" y="122299"/>
                  <a:pt x="9525" y="149225"/>
                </a:cubicBezTo>
                <a:cubicBezTo>
                  <a:pt x="8578" y="153485"/>
                  <a:pt x="7604" y="157745"/>
                  <a:pt x="6350" y="161925"/>
                </a:cubicBezTo>
                <a:cubicBezTo>
                  <a:pt x="4427" y="168336"/>
                  <a:pt x="0" y="180975"/>
                  <a:pt x="0" y="180975"/>
                </a:cubicBezTo>
                <a:cubicBezTo>
                  <a:pt x="1058" y="201083"/>
                  <a:pt x="776" y="221307"/>
                  <a:pt x="3175" y="241300"/>
                </a:cubicBezTo>
                <a:cubicBezTo>
                  <a:pt x="3972" y="247946"/>
                  <a:pt x="7408" y="254000"/>
                  <a:pt x="9525" y="260350"/>
                </a:cubicBezTo>
                <a:cubicBezTo>
                  <a:pt x="10583" y="263525"/>
                  <a:pt x="10844" y="267090"/>
                  <a:pt x="12700" y="269875"/>
                </a:cubicBezTo>
                <a:cubicBezTo>
                  <a:pt x="14817" y="273050"/>
                  <a:pt x="17500" y="275913"/>
                  <a:pt x="19050" y="279400"/>
                </a:cubicBezTo>
                <a:cubicBezTo>
                  <a:pt x="21768" y="285517"/>
                  <a:pt x="23283" y="292100"/>
                  <a:pt x="25400" y="298450"/>
                </a:cubicBezTo>
                <a:cubicBezTo>
                  <a:pt x="26458" y="301625"/>
                  <a:pt x="26208" y="305608"/>
                  <a:pt x="28575" y="307975"/>
                </a:cubicBezTo>
                <a:cubicBezTo>
                  <a:pt x="35597" y="314997"/>
                  <a:pt x="40030" y="318184"/>
                  <a:pt x="44450" y="327025"/>
                </a:cubicBezTo>
                <a:cubicBezTo>
                  <a:pt x="45947" y="330018"/>
                  <a:pt x="45769" y="333765"/>
                  <a:pt x="47625" y="336550"/>
                </a:cubicBezTo>
                <a:cubicBezTo>
                  <a:pt x="52321" y="343594"/>
                  <a:pt x="70794" y="356973"/>
                  <a:pt x="76200" y="358775"/>
                </a:cubicBezTo>
                <a:cubicBezTo>
                  <a:pt x="79375" y="359833"/>
                  <a:pt x="82732" y="360453"/>
                  <a:pt x="85725" y="361950"/>
                </a:cubicBezTo>
                <a:cubicBezTo>
                  <a:pt x="89138" y="363657"/>
                  <a:pt x="91837" y="366593"/>
                  <a:pt x="95250" y="368300"/>
                </a:cubicBezTo>
                <a:cubicBezTo>
                  <a:pt x="98243" y="369797"/>
                  <a:pt x="101782" y="369978"/>
                  <a:pt x="104775" y="371475"/>
                </a:cubicBezTo>
                <a:cubicBezTo>
                  <a:pt x="129394" y="383785"/>
                  <a:pt x="99884" y="373020"/>
                  <a:pt x="123825" y="381000"/>
                </a:cubicBezTo>
                <a:cubicBezTo>
                  <a:pt x="125942" y="384175"/>
                  <a:pt x="127477" y="387827"/>
                  <a:pt x="130175" y="390525"/>
                </a:cubicBezTo>
                <a:cubicBezTo>
                  <a:pt x="132873" y="393223"/>
                  <a:pt x="137187" y="394003"/>
                  <a:pt x="139700" y="396875"/>
                </a:cubicBezTo>
                <a:cubicBezTo>
                  <a:pt x="144726" y="402618"/>
                  <a:pt x="148167" y="409575"/>
                  <a:pt x="152400" y="415925"/>
                </a:cubicBezTo>
                <a:cubicBezTo>
                  <a:pt x="154517" y="419100"/>
                  <a:pt x="155575" y="423333"/>
                  <a:pt x="158750" y="425450"/>
                </a:cubicBezTo>
                <a:lnTo>
                  <a:pt x="168275" y="431800"/>
                </a:lnTo>
                <a:cubicBezTo>
                  <a:pt x="170392" y="434975"/>
                  <a:pt x="171645" y="438941"/>
                  <a:pt x="174625" y="441325"/>
                </a:cubicBezTo>
                <a:cubicBezTo>
                  <a:pt x="177238" y="443416"/>
                  <a:pt x="181157" y="443003"/>
                  <a:pt x="184150" y="444500"/>
                </a:cubicBezTo>
                <a:cubicBezTo>
                  <a:pt x="187563" y="446207"/>
                  <a:pt x="190500" y="448733"/>
                  <a:pt x="193675" y="450850"/>
                </a:cubicBezTo>
                <a:cubicBezTo>
                  <a:pt x="200632" y="461286"/>
                  <a:pt x="199914" y="458398"/>
                  <a:pt x="203200" y="469900"/>
                </a:cubicBezTo>
                <a:cubicBezTo>
                  <a:pt x="203454" y="470787"/>
                  <a:pt x="207858" y="490010"/>
                  <a:pt x="209550" y="492125"/>
                </a:cubicBezTo>
                <a:cubicBezTo>
                  <a:pt x="211934" y="495105"/>
                  <a:pt x="215900" y="496358"/>
                  <a:pt x="219075" y="498475"/>
                </a:cubicBezTo>
                <a:cubicBezTo>
                  <a:pt x="221192" y="501650"/>
                  <a:pt x="222445" y="505616"/>
                  <a:pt x="225425" y="508000"/>
                </a:cubicBezTo>
                <a:cubicBezTo>
                  <a:pt x="228038" y="510091"/>
                  <a:pt x="231957" y="509678"/>
                  <a:pt x="234950" y="511175"/>
                </a:cubicBezTo>
                <a:cubicBezTo>
                  <a:pt x="238363" y="512882"/>
                  <a:pt x="241300" y="515408"/>
                  <a:pt x="244475" y="517525"/>
                </a:cubicBezTo>
                <a:cubicBezTo>
                  <a:pt x="246592" y="523875"/>
                  <a:pt x="247112" y="531006"/>
                  <a:pt x="250825" y="536575"/>
                </a:cubicBezTo>
                <a:cubicBezTo>
                  <a:pt x="255058" y="542925"/>
                  <a:pt x="257175" y="551392"/>
                  <a:pt x="263525" y="555625"/>
                </a:cubicBezTo>
                <a:cubicBezTo>
                  <a:pt x="266700" y="557742"/>
                  <a:pt x="269563" y="560425"/>
                  <a:pt x="273050" y="561975"/>
                </a:cubicBezTo>
                <a:cubicBezTo>
                  <a:pt x="291811" y="570313"/>
                  <a:pt x="298878" y="569078"/>
                  <a:pt x="320675" y="571500"/>
                </a:cubicBezTo>
                <a:cubicBezTo>
                  <a:pt x="319617" y="576792"/>
                  <a:pt x="319395" y="582322"/>
                  <a:pt x="317500" y="587375"/>
                </a:cubicBezTo>
                <a:cubicBezTo>
                  <a:pt x="316160" y="590948"/>
                  <a:pt x="310402" y="593158"/>
                  <a:pt x="311150" y="596900"/>
                </a:cubicBezTo>
                <a:cubicBezTo>
                  <a:pt x="311898" y="600642"/>
                  <a:pt x="317500" y="601133"/>
                  <a:pt x="320675" y="603250"/>
                </a:cubicBezTo>
                <a:cubicBezTo>
                  <a:pt x="331109" y="599772"/>
                  <a:pt x="336898" y="596192"/>
                  <a:pt x="349250" y="603250"/>
                </a:cubicBezTo>
                <a:cubicBezTo>
                  <a:pt x="352156" y="604910"/>
                  <a:pt x="350058" y="610408"/>
                  <a:pt x="352425" y="612775"/>
                </a:cubicBezTo>
                <a:cubicBezTo>
                  <a:pt x="366157" y="626507"/>
                  <a:pt x="370927" y="625365"/>
                  <a:pt x="387350" y="628650"/>
                </a:cubicBezTo>
                <a:cubicBezTo>
                  <a:pt x="391583" y="635000"/>
                  <a:pt x="393700" y="643467"/>
                  <a:pt x="400050" y="647700"/>
                </a:cubicBezTo>
                <a:lnTo>
                  <a:pt x="419100" y="660400"/>
                </a:lnTo>
                <a:cubicBezTo>
                  <a:pt x="438150" y="659342"/>
                  <a:pt x="457362" y="659923"/>
                  <a:pt x="476250" y="657225"/>
                </a:cubicBezTo>
                <a:cubicBezTo>
                  <a:pt x="497259" y="654224"/>
                  <a:pt x="476938" y="649930"/>
                  <a:pt x="488950" y="641350"/>
                </a:cubicBezTo>
                <a:cubicBezTo>
                  <a:pt x="494397" y="637459"/>
                  <a:pt x="508000" y="635000"/>
                  <a:pt x="508000" y="635000"/>
                </a:cubicBezTo>
                <a:cubicBezTo>
                  <a:pt x="513819" y="635485"/>
                  <a:pt x="553077" y="641899"/>
                  <a:pt x="565150" y="635000"/>
                </a:cubicBezTo>
                <a:cubicBezTo>
                  <a:pt x="568056" y="633340"/>
                  <a:pt x="566828" y="628468"/>
                  <a:pt x="568325" y="625475"/>
                </a:cubicBezTo>
                <a:cubicBezTo>
                  <a:pt x="574070" y="613986"/>
                  <a:pt x="573214" y="616437"/>
                  <a:pt x="584200" y="612775"/>
                </a:cubicBezTo>
                <a:cubicBezTo>
                  <a:pt x="588433" y="613833"/>
                  <a:pt x="592536" y="615950"/>
                  <a:pt x="596900" y="615950"/>
                </a:cubicBezTo>
                <a:cubicBezTo>
                  <a:pt x="609262" y="615950"/>
                  <a:pt x="605461" y="610564"/>
                  <a:pt x="612775" y="603250"/>
                </a:cubicBezTo>
                <a:cubicBezTo>
                  <a:pt x="615473" y="600552"/>
                  <a:pt x="618619" y="597904"/>
                  <a:pt x="622300" y="596900"/>
                </a:cubicBezTo>
                <a:cubicBezTo>
                  <a:pt x="630532" y="594655"/>
                  <a:pt x="639233" y="594783"/>
                  <a:pt x="647700" y="593725"/>
                </a:cubicBezTo>
                <a:cubicBezTo>
                  <a:pt x="662517" y="594783"/>
                  <a:pt x="677397" y="595164"/>
                  <a:pt x="692150" y="596900"/>
                </a:cubicBezTo>
                <a:cubicBezTo>
                  <a:pt x="695474" y="597291"/>
                  <a:pt x="698457" y="599156"/>
                  <a:pt x="701675" y="600075"/>
                </a:cubicBezTo>
                <a:cubicBezTo>
                  <a:pt x="705871" y="601274"/>
                  <a:pt x="710195" y="601996"/>
                  <a:pt x="714375" y="603250"/>
                </a:cubicBezTo>
                <a:cubicBezTo>
                  <a:pt x="720786" y="605173"/>
                  <a:pt x="726823" y="608500"/>
                  <a:pt x="733425" y="609600"/>
                </a:cubicBezTo>
                <a:cubicBezTo>
                  <a:pt x="739775" y="610658"/>
                  <a:pt x="746230" y="611214"/>
                  <a:pt x="752475" y="612775"/>
                </a:cubicBezTo>
                <a:cubicBezTo>
                  <a:pt x="758969" y="614398"/>
                  <a:pt x="765175" y="617008"/>
                  <a:pt x="771525" y="619125"/>
                </a:cubicBezTo>
                <a:cubicBezTo>
                  <a:pt x="774700" y="620183"/>
                  <a:pt x="777749" y="621750"/>
                  <a:pt x="781050" y="622300"/>
                </a:cubicBezTo>
                <a:cubicBezTo>
                  <a:pt x="811631" y="627397"/>
                  <a:pt x="793689" y="624892"/>
                  <a:pt x="835025" y="628650"/>
                </a:cubicBezTo>
                <a:cubicBezTo>
                  <a:pt x="854826" y="635250"/>
                  <a:pt x="848121" y="634405"/>
                  <a:pt x="882650" y="628650"/>
                </a:cubicBezTo>
                <a:cubicBezTo>
                  <a:pt x="889252" y="627550"/>
                  <a:pt x="895074" y="623247"/>
                  <a:pt x="901700" y="622300"/>
                </a:cubicBezTo>
                <a:lnTo>
                  <a:pt x="923925" y="619125"/>
                </a:lnTo>
                <a:cubicBezTo>
                  <a:pt x="955725" y="608525"/>
                  <a:pt x="934057" y="608941"/>
                  <a:pt x="949325" y="622300"/>
                </a:cubicBezTo>
                <a:cubicBezTo>
                  <a:pt x="955068" y="627326"/>
                  <a:pt x="962025" y="630767"/>
                  <a:pt x="968375" y="635000"/>
                </a:cubicBezTo>
                <a:cubicBezTo>
                  <a:pt x="971550" y="637117"/>
                  <a:pt x="974280" y="640143"/>
                  <a:pt x="977900" y="641350"/>
                </a:cubicBezTo>
                <a:lnTo>
                  <a:pt x="996950" y="647700"/>
                </a:lnTo>
                <a:cubicBezTo>
                  <a:pt x="998221" y="652784"/>
                  <a:pt x="1004156" y="677904"/>
                  <a:pt x="1006475" y="679450"/>
                </a:cubicBezTo>
                <a:lnTo>
                  <a:pt x="1016000" y="685800"/>
                </a:lnTo>
                <a:cubicBezTo>
                  <a:pt x="1032933" y="711200"/>
                  <a:pt x="1010708" y="680508"/>
                  <a:pt x="1031875" y="701675"/>
                </a:cubicBezTo>
                <a:cubicBezTo>
                  <a:pt x="1034573" y="704373"/>
                  <a:pt x="1035782" y="708269"/>
                  <a:pt x="1038225" y="711200"/>
                </a:cubicBezTo>
                <a:cubicBezTo>
                  <a:pt x="1045865" y="720367"/>
                  <a:pt x="1047909" y="720831"/>
                  <a:pt x="1057275" y="727075"/>
                </a:cubicBezTo>
                <a:cubicBezTo>
                  <a:pt x="1068917" y="744538"/>
                  <a:pt x="1057275" y="729721"/>
                  <a:pt x="1073150" y="742950"/>
                </a:cubicBezTo>
                <a:cubicBezTo>
                  <a:pt x="1076599" y="745825"/>
                  <a:pt x="1078939" y="749984"/>
                  <a:pt x="1082675" y="752475"/>
                </a:cubicBezTo>
                <a:cubicBezTo>
                  <a:pt x="1085460" y="754331"/>
                  <a:pt x="1089274" y="754025"/>
                  <a:pt x="1092200" y="755650"/>
                </a:cubicBezTo>
                <a:cubicBezTo>
                  <a:pt x="1098871" y="759356"/>
                  <a:pt x="1104010" y="765937"/>
                  <a:pt x="1111250" y="768350"/>
                </a:cubicBezTo>
                <a:lnTo>
                  <a:pt x="1139825" y="777875"/>
                </a:lnTo>
                <a:cubicBezTo>
                  <a:pt x="1143000" y="778933"/>
                  <a:pt x="1146103" y="780238"/>
                  <a:pt x="1149350" y="781050"/>
                </a:cubicBezTo>
                <a:cubicBezTo>
                  <a:pt x="1153583" y="782108"/>
                  <a:pt x="1157771" y="783369"/>
                  <a:pt x="1162050" y="784225"/>
                </a:cubicBezTo>
                <a:cubicBezTo>
                  <a:pt x="1168363" y="785488"/>
                  <a:pt x="1174816" y="786003"/>
                  <a:pt x="1181100" y="787400"/>
                </a:cubicBezTo>
                <a:cubicBezTo>
                  <a:pt x="1184367" y="788126"/>
                  <a:pt x="1187407" y="789656"/>
                  <a:pt x="1190625" y="790575"/>
                </a:cubicBezTo>
                <a:cubicBezTo>
                  <a:pt x="1194821" y="791774"/>
                  <a:pt x="1199145" y="792496"/>
                  <a:pt x="1203325" y="793750"/>
                </a:cubicBezTo>
                <a:lnTo>
                  <a:pt x="1231900" y="803275"/>
                </a:lnTo>
                <a:cubicBezTo>
                  <a:pt x="1235075" y="804333"/>
                  <a:pt x="1238640" y="804594"/>
                  <a:pt x="1241425" y="806450"/>
                </a:cubicBezTo>
                <a:lnTo>
                  <a:pt x="1260475" y="819150"/>
                </a:lnTo>
                <a:lnTo>
                  <a:pt x="1270000" y="825500"/>
                </a:lnTo>
                <a:cubicBezTo>
                  <a:pt x="1272117" y="828675"/>
                  <a:pt x="1273370" y="832641"/>
                  <a:pt x="1276350" y="835025"/>
                </a:cubicBezTo>
                <a:cubicBezTo>
                  <a:pt x="1278963" y="837116"/>
                  <a:pt x="1283508" y="835833"/>
                  <a:pt x="1285875" y="838200"/>
                </a:cubicBezTo>
                <a:cubicBezTo>
                  <a:pt x="1291271" y="843596"/>
                  <a:pt x="1293179" y="851854"/>
                  <a:pt x="1298575" y="857250"/>
                </a:cubicBezTo>
                <a:lnTo>
                  <a:pt x="1301750" y="860425"/>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2A5AB2F-2866-184F-8F8A-A4121EB51430}"/>
              </a:ext>
            </a:extLst>
          </p:cNvPr>
          <p:cNvSpPr txBox="1"/>
          <p:nvPr/>
        </p:nvSpPr>
        <p:spPr>
          <a:xfrm rot="219902">
            <a:off x="5032257" y="3886479"/>
            <a:ext cx="1371601" cy="246221"/>
          </a:xfrm>
          <a:prstGeom prst="rect">
            <a:avLst/>
          </a:prstGeom>
          <a:noFill/>
        </p:spPr>
        <p:txBody>
          <a:bodyPr wrap="square" rtlCol="0">
            <a:spAutoFit/>
          </a:bodyPr>
          <a:lstStyle/>
          <a:p>
            <a:pPr algn="ctr"/>
            <a:r>
              <a:rPr lang="en-US" sz="1000" b="1" dirty="0">
                <a:solidFill>
                  <a:srgbClr val="0304B4"/>
                </a:solidFill>
                <a:latin typeface="Century Gothic" panose="020B0502020202020204" pitchFamily="34" charset="0"/>
              </a:rPr>
              <a:t>Ganges River</a:t>
            </a:r>
          </a:p>
        </p:txBody>
      </p:sp>
      <p:sp>
        <p:nvSpPr>
          <p:cNvPr id="18" name="Freeform 17">
            <a:extLst>
              <a:ext uri="{FF2B5EF4-FFF2-40B4-BE49-F238E27FC236}">
                <a16:creationId xmlns:a16="http://schemas.microsoft.com/office/drawing/2014/main" id="{5AA7BC3F-22CC-E947-A935-22C2FC83DCD8}"/>
              </a:ext>
            </a:extLst>
          </p:cNvPr>
          <p:cNvSpPr/>
          <p:nvPr/>
        </p:nvSpPr>
        <p:spPr>
          <a:xfrm>
            <a:off x="5521325" y="3311525"/>
            <a:ext cx="1320800" cy="768350"/>
          </a:xfrm>
          <a:custGeom>
            <a:avLst/>
            <a:gdLst>
              <a:gd name="connsiteX0" fmla="*/ 806450 w 1320800"/>
              <a:gd name="connsiteY0" fmla="*/ 768350 h 768350"/>
              <a:gd name="connsiteX1" fmla="*/ 790575 w 1320800"/>
              <a:gd name="connsiteY1" fmla="*/ 765175 h 768350"/>
              <a:gd name="connsiteX2" fmla="*/ 787400 w 1320800"/>
              <a:gd name="connsiteY2" fmla="*/ 742950 h 768350"/>
              <a:gd name="connsiteX3" fmla="*/ 781050 w 1320800"/>
              <a:gd name="connsiteY3" fmla="*/ 720725 h 768350"/>
              <a:gd name="connsiteX4" fmla="*/ 774700 w 1320800"/>
              <a:gd name="connsiteY4" fmla="*/ 695325 h 768350"/>
              <a:gd name="connsiteX5" fmla="*/ 768350 w 1320800"/>
              <a:gd name="connsiteY5" fmla="*/ 685800 h 768350"/>
              <a:gd name="connsiteX6" fmla="*/ 755650 w 1320800"/>
              <a:gd name="connsiteY6" fmla="*/ 641350 h 768350"/>
              <a:gd name="connsiteX7" fmla="*/ 752475 w 1320800"/>
              <a:gd name="connsiteY7" fmla="*/ 631825 h 768350"/>
              <a:gd name="connsiteX8" fmla="*/ 749300 w 1320800"/>
              <a:gd name="connsiteY8" fmla="*/ 603250 h 768350"/>
              <a:gd name="connsiteX9" fmla="*/ 746125 w 1320800"/>
              <a:gd name="connsiteY9" fmla="*/ 593725 h 768350"/>
              <a:gd name="connsiteX10" fmla="*/ 736600 w 1320800"/>
              <a:gd name="connsiteY10" fmla="*/ 587375 h 768350"/>
              <a:gd name="connsiteX11" fmla="*/ 739775 w 1320800"/>
              <a:gd name="connsiteY11" fmla="*/ 558800 h 768350"/>
              <a:gd name="connsiteX12" fmla="*/ 752475 w 1320800"/>
              <a:gd name="connsiteY12" fmla="*/ 520700 h 768350"/>
              <a:gd name="connsiteX13" fmla="*/ 755650 w 1320800"/>
              <a:gd name="connsiteY13" fmla="*/ 511175 h 768350"/>
              <a:gd name="connsiteX14" fmla="*/ 765175 w 1320800"/>
              <a:gd name="connsiteY14" fmla="*/ 504825 h 768350"/>
              <a:gd name="connsiteX15" fmla="*/ 781050 w 1320800"/>
              <a:gd name="connsiteY15" fmla="*/ 492125 h 768350"/>
              <a:gd name="connsiteX16" fmla="*/ 784225 w 1320800"/>
              <a:gd name="connsiteY16" fmla="*/ 482600 h 768350"/>
              <a:gd name="connsiteX17" fmla="*/ 793750 w 1320800"/>
              <a:gd name="connsiteY17" fmla="*/ 479425 h 768350"/>
              <a:gd name="connsiteX18" fmla="*/ 857250 w 1320800"/>
              <a:gd name="connsiteY18" fmla="*/ 476250 h 768350"/>
              <a:gd name="connsiteX19" fmla="*/ 866775 w 1320800"/>
              <a:gd name="connsiteY19" fmla="*/ 473075 h 768350"/>
              <a:gd name="connsiteX20" fmla="*/ 876300 w 1320800"/>
              <a:gd name="connsiteY20" fmla="*/ 466725 h 768350"/>
              <a:gd name="connsiteX21" fmla="*/ 942975 w 1320800"/>
              <a:gd name="connsiteY21" fmla="*/ 463550 h 768350"/>
              <a:gd name="connsiteX22" fmla="*/ 949325 w 1320800"/>
              <a:gd name="connsiteY22" fmla="*/ 454025 h 768350"/>
              <a:gd name="connsiteX23" fmla="*/ 977900 w 1320800"/>
              <a:gd name="connsiteY23" fmla="*/ 438150 h 768350"/>
              <a:gd name="connsiteX24" fmla="*/ 993775 w 1320800"/>
              <a:gd name="connsiteY24" fmla="*/ 425450 h 768350"/>
              <a:gd name="connsiteX25" fmla="*/ 1012825 w 1320800"/>
              <a:gd name="connsiteY25" fmla="*/ 412750 h 768350"/>
              <a:gd name="connsiteX26" fmla="*/ 1022350 w 1320800"/>
              <a:gd name="connsiteY26" fmla="*/ 406400 h 768350"/>
              <a:gd name="connsiteX27" fmla="*/ 1050925 w 1320800"/>
              <a:gd name="connsiteY27" fmla="*/ 396875 h 768350"/>
              <a:gd name="connsiteX28" fmla="*/ 1069975 w 1320800"/>
              <a:gd name="connsiteY28" fmla="*/ 387350 h 768350"/>
              <a:gd name="connsiteX29" fmla="*/ 1089025 w 1320800"/>
              <a:gd name="connsiteY29" fmla="*/ 381000 h 768350"/>
              <a:gd name="connsiteX30" fmla="*/ 1098550 w 1320800"/>
              <a:gd name="connsiteY30" fmla="*/ 377825 h 768350"/>
              <a:gd name="connsiteX31" fmla="*/ 1108075 w 1320800"/>
              <a:gd name="connsiteY31" fmla="*/ 371475 h 768350"/>
              <a:gd name="connsiteX32" fmla="*/ 1120775 w 1320800"/>
              <a:gd name="connsiteY32" fmla="*/ 368300 h 768350"/>
              <a:gd name="connsiteX33" fmla="*/ 1149350 w 1320800"/>
              <a:gd name="connsiteY33" fmla="*/ 358775 h 768350"/>
              <a:gd name="connsiteX34" fmla="*/ 1158875 w 1320800"/>
              <a:gd name="connsiteY34" fmla="*/ 355600 h 768350"/>
              <a:gd name="connsiteX35" fmla="*/ 1168400 w 1320800"/>
              <a:gd name="connsiteY35" fmla="*/ 352425 h 768350"/>
              <a:gd name="connsiteX36" fmla="*/ 1177925 w 1320800"/>
              <a:gd name="connsiteY36" fmla="*/ 346075 h 768350"/>
              <a:gd name="connsiteX37" fmla="*/ 1187450 w 1320800"/>
              <a:gd name="connsiteY37" fmla="*/ 327025 h 768350"/>
              <a:gd name="connsiteX38" fmla="*/ 1196975 w 1320800"/>
              <a:gd name="connsiteY38" fmla="*/ 317500 h 768350"/>
              <a:gd name="connsiteX39" fmla="*/ 1209675 w 1320800"/>
              <a:gd name="connsiteY39" fmla="*/ 298450 h 768350"/>
              <a:gd name="connsiteX40" fmla="*/ 1212850 w 1320800"/>
              <a:gd name="connsiteY40" fmla="*/ 288925 h 768350"/>
              <a:gd name="connsiteX41" fmla="*/ 1244600 w 1320800"/>
              <a:gd name="connsiteY41" fmla="*/ 257175 h 768350"/>
              <a:gd name="connsiteX42" fmla="*/ 1263650 w 1320800"/>
              <a:gd name="connsiteY42" fmla="*/ 247650 h 768350"/>
              <a:gd name="connsiteX43" fmla="*/ 1273175 w 1320800"/>
              <a:gd name="connsiteY43" fmla="*/ 244475 h 768350"/>
              <a:gd name="connsiteX44" fmla="*/ 1282700 w 1320800"/>
              <a:gd name="connsiteY44" fmla="*/ 238125 h 768350"/>
              <a:gd name="connsiteX45" fmla="*/ 1301750 w 1320800"/>
              <a:gd name="connsiteY45" fmla="*/ 231775 h 768350"/>
              <a:gd name="connsiteX46" fmla="*/ 1308100 w 1320800"/>
              <a:gd name="connsiteY46" fmla="*/ 222250 h 768350"/>
              <a:gd name="connsiteX47" fmla="*/ 1317625 w 1320800"/>
              <a:gd name="connsiteY47" fmla="*/ 215900 h 768350"/>
              <a:gd name="connsiteX48" fmla="*/ 1320800 w 1320800"/>
              <a:gd name="connsiteY48" fmla="*/ 206375 h 768350"/>
              <a:gd name="connsiteX49" fmla="*/ 1317625 w 1320800"/>
              <a:gd name="connsiteY49" fmla="*/ 190500 h 768350"/>
              <a:gd name="connsiteX50" fmla="*/ 1298575 w 1320800"/>
              <a:gd name="connsiteY50" fmla="*/ 177800 h 768350"/>
              <a:gd name="connsiteX51" fmla="*/ 1289050 w 1320800"/>
              <a:gd name="connsiteY51" fmla="*/ 171450 h 768350"/>
              <a:gd name="connsiteX52" fmla="*/ 1270000 w 1320800"/>
              <a:gd name="connsiteY52" fmla="*/ 165100 h 768350"/>
              <a:gd name="connsiteX53" fmla="*/ 1250950 w 1320800"/>
              <a:gd name="connsiteY53" fmla="*/ 152400 h 768350"/>
              <a:gd name="connsiteX54" fmla="*/ 1247775 w 1320800"/>
              <a:gd name="connsiteY54" fmla="*/ 142875 h 768350"/>
              <a:gd name="connsiteX55" fmla="*/ 1241425 w 1320800"/>
              <a:gd name="connsiteY55" fmla="*/ 133350 h 768350"/>
              <a:gd name="connsiteX56" fmla="*/ 1238250 w 1320800"/>
              <a:gd name="connsiteY56" fmla="*/ 120650 h 768350"/>
              <a:gd name="connsiteX57" fmla="*/ 1241425 w 1320800"/>
              <a:gd name="connsiteY57" fmla="*/ 92075 h 768350"/>
              <a:gd name="connsiteX58" fmla="*/ 1244600 w 1320800"/>
              <a:gd name="connsiteY58" fmla="*/ 82550 h 768350"/>
              <a:gd name="connsiteX59" fmla="*/ 1263650 w 1320800"/>
              <a:gd name="connsiteY59" fmla="*/ 76200 h 768350"/>
              <a:gd name="connsiteX60" fmla="*/ 1266825 w 1320800"/>
              <a:gd name="connsiteY60" fmla="*/ 66675 h 768350"/>
              <a:gd name="connsiteX61" fmla="*/ 1279525 w 1320800"/>
              <a:gd name="connsiteY61" fmla="*/ 47625 h 768350"/>
              <a:gd name="connsiteX62" fmla="*/ 1282700 w 1320800"/>
              <a:gd name="connsiteY62" fmla="*/ 38100 h 768350"/>
              <a:gd name="connsiteX63" fmla="*/ 1257300 w 1320800"/>
              <a:gd name="connsiteY63" fmla="*/ 6350 h 768350"/>
              <a:gd name="connsiteX64" fmla="*/ 1238250 w 1320800"/>
              <a:gd name="connsiteY64" fmla="*/ 0 h 768350"/>
              <a:gd name="connsiteX65" fmla="*/ 1212850 w 1320800"/>
              <a:gd name="connsiteY65" fmla="*/ 3175 h 768350"/>
              <a:gd name="connsiteX66" fmla="*/ 1206500 w 1320800"/>
              <a:gd name="connsiteY66" fmla="*/ 12700 h 768350"/>
              <a:gd name="connsiteX67" fmla="*/ 1196975 w 1320800"/>
              <a:gd name="connsiteY67" fmla="*/ 22225 h 768350"/>
              <a:gd name="connsiteX68" fmla="*/ 1181100 w 1320800"/>
              <a:gd name="connsiteY68" fmla="*/ 47625 h 768350"/>
              <a:gd name="connsiteX69" fmla="*/ 1155700 w 1320800"/>
              <a:gd name="connsiteY69" fmla="*/ 69850 h 768350"/>
              <a:gd name="connsiteX70" fmla="*/ 1146175 w 1320800"/>
              <a:gd name="connsiteY70" fmla="*/ 76200 h 768350"/>
              <a:gd name="connsiteX71" fmla="*/ 1136650 w 1320800"/>
              <a:gd name="connsiteY71" fmla="*/ 82550 h 768350"/>
              <a:gd name="connsiteX72" fmla="*/ 1117600 w 1320800"/>
              <a:gd name="connsiteY72" fmla="*/ 88900 h 768350"/>
              <a:gd name="connsiteX73" fmla="*/ 1035050 w 1320800"/>
              <a:gd name="connsiteY73" fmla="*/ 95250 h 768350"/>
              <a:gd name="connsiteX74" fmla="*/ 1000125 w 1320800"/>
              <a:gd name="connsiteY74" fmla="*/ 101600 h 768350"/>
              <a:gd name="connsiteX75" fmla="*/ 971550 w 1320800"/>
              <a:gd name="connsiteY75" fmla="*/ 107950 h 768350"/>
              <a:gd name="connsiteX76" fmla="*/ 952500 w 1320800"/>
              <a:gd name="connsiteY76" fmla="*/ 111125 h 768350"/>
              <a:gd name="connsiteX77" fmla="*/ 901700 w 1320800"/>
              <a:gd name="connsiteY77" fmla="*/ 120650 h 768350"/>
              <a:gd name="connsiteX78" fmla="*/ 863600 w 1320800"/>
              <a:gd name="connsiteY78" fmla="*/ 123825 h 768350"/>
              <a:gd name="connsiteX79" fmla="*/ 793750 w 1320800"/>
              <a:gd name="connsiteY79" fmla="*/ 123825 h 768350"/>
              <a:gd name="connsiteX80" fmla="*/ 784225 w 1320800"/>
              <a:gd name="connsiteY80" fmla="*/ 127000 h 768350"/>
              <a:gd name="connsiteX81" fmla="*/ 774700 w 1320800"/>
              <a:gd name="connsiteY81" fmla="*/ 133350 h 768350"/>
              <a:gd name="connsiteX82" fmla="*/ 749300 w 1320800"/>
              <a:gd name="connsiteY82" fmla="*/ 127000 h 768350"/>
              <a:gd name="connsiteX83" fmla="*/ 739775 w 1320800"/>
              <a:gd name="connsiteY83" fmla="*/ 120650 h 768350"/>
              <a:gd name="connsiteX84" fmla="*/ 720725 w 1320800"/>
              <a:gd name="connsiteY84" fmla="*/ 114300 h 768350"/>
              <a:gd name="connsiteX85" fmla="*/ 701675 w 1320800"/>
              <a:gd name="connsiteY85" fmla="*/ 117475 h 768350"/>
              <a:gd name="connsiteX86" fmla="*/ 685800 w 1320800"/>
              <a:gd name="connsiteY86" fmla="*/ 120650 h 768350"/>
              <a:gd name="connsiteX87" fmla="*/ 647700 w 1320800"/>
              <a:gd name="connsiteY87" fmla="*/ 123825 h 768350"/>
              <a:gd name="connsiteX88" fmla="*/ 561975 w 1320800"/>
              <a:gd name="connsiteY88" fmla="*/ 117475 h 768350"/>
              <a:gd name="connsiteX89" fmla="*/ 552450 w 1320800"/>
              <a:gd name="connsiteY89" fmla="*/ 114300 h 768350"/>
              <a:gd name="connsiteX90" fmla="*/ 539750 w 1320800"/>
              <a:gd name="connsiteY90" fmla="*/ 117475 h 768350"/>
              <a:gd name="connsiteX91" fmla="*/ 523875 w 1320800"/>
              <a:gd name="connsiteY91" fmla="*/ 133350 h 768350"/>
              <a:gd name="connsiteX92" fmla="*/ 514350 w 1320800"/>
              <a:gd name="connsiteY92" fmla="*/ 152400 h 768350"/>
              <a:gd name="connsiteX93" fmla="*/ 495300 w 1320800"/>
              <a:gd name="connsiteY93" fmla="*/ 158750 h 768350"/>
              <a:gd name="connsiteX94" fmla="*/ 485775 w 1320800"/>
              <a:gd name="connsiteY94" fmla="*/ 161925 h 768350"/>
              <a:gd name="connsiteX95" fmla="*/ 447675 w 1320800"/>
              <a:gd name="connsiteY95" fmla="*/ 158750 h 768350"/>
              <a:gd name="connsiteX96" fmla="*/ 428625 w 1320800"/>
              <a:gd name="connsiteY96" fmla="*/ 152400 h 768350"/>
              <a:gd name="connsiteX97" fmla="*/ 419100 w 1320800"/>
              <a:gd name="connsiteY97" fmla="*/ 149225 h 768350"/>
              <a:gd name="connsiteX98" fmla="*/ 279400 w 1320800"/>
              <a:gd name="connsiteY98" fmla="*/ 155575 h 768350"/>
              <a:gd name="connsiteX99" fmla="*/ 222250 w 1320800"/>
              <a:gd name="connsiteY99" fmla="*/ 152400 h 768350"/>
              <a:gd name="connsiteX100" fmla="*/ 206375 w 1320800"/>
              <a:gd name="connsiteY100" fmla="*/ 136525 h 768350"/>
              <a:gd name="connsiteX101" fmla="*/ 196850 w 1320800"/>
              <a:gd name="connsiteY101" fmla="*/ 130175 h 768350"/>
              <a:gd name="connsiteX102" fmla="*/ 180975 w 1320800"/>
              <a:gd name="connsiteY102" fmla="*/ 117475 h 768350"/>
              <a:gd name="connsiteX103" fmla="*/ 161925 w 1320800"/>
              <a:gd name="connsiteY103" fmla="*/ 104775 h 768350"/>
              <a:gd name="connsiteX104" fmla="*/ 152400 w 1320800"/>
              <a:gd name="connsiteY104" fmla="*/ 98425 h 768350"/>
              <a:gd name="connsiteX105" fmla="*/ 142875 w 1320800"/>
              <a:gd name="connsiteY105" fmla="*/ 95250 h 768350"/>
              <a:gd name="connsiteX106" fmla="*/ 133350 w 1320800"/>
              <a:gd name="connsiteY106" fmla="*/ 88900 h 768350"/>
              <a:gd name="connsiteX107" fmla="*/ 114300 w 1320800"/>
              <a:gd name="connsiteY107" fmla="*/ 82550 h 768350"/>
              <a:gd name="connsiteX108" fmla="*/ 98425 w 1320800"/>
              <a:gd name="connsiteY108" fmla="*/ 66675 h 768350"/>
              <a:gd name="connsiteX109" fmla="*/ 92075 w 1320800"/>
              <a:gd name="connsiteY109" fmla="*/ 57150 h 768350"/>
              <a:gd name="connsiteX110" fmla="*/ 73025 w 1320800"/>
              <a:gd name="connsiteY110" fmla="*/ 50800 h 768350"/>
              <a:gd name="connsiteX111" fmla="*/ 63500 w 1320800"/>
              <a:gd name="connsiteY111" fmla="*/ 47625 h 768350"/>
              <a:gd name="connsiteX112" fmla="*/ 34925 w 1320800"/>
              <a:gd name="connsiteY112" fmla="*/ 41275 h 768350"/>
              <a:gd name="connsiteX113" fmla="*/ 28575 w 1320800"/>
              <a:gd name="connsiteY113" fmla="*/ 22225 h 768350"/>
              <a:gd name="connsiteX114" fmla="*/ 9525 w 1320800"/>
              <a:gd name="connsiteY114" fmla="*/ 9525 h 768350"/>
              <a:gd name="connsiteX115" fmla="*/ 0 w 1320800"/>
              <a:gd name="connsiteY115" fmla="*/ 635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320800" h="768350">
                <a:moveTo>
                  <a:pt x="806450" y="768350"/>
                </a:moveTo>
                <a:cubicBezTo>
                  <a:pt x="801158" y="767292"/>
                  <a:pt x="793813" y="769492"/>
                  <a:pt x="790575" y="765175"/>
                </a:cubicBezTo>
                <a:cubicBezTo>
                  <a:pt x="786085" y="759188"/>
                  <a:pt x="788739" y="750313"/>
                  <a:pt x="787400" y="742950"/>
                </a:cubicBezTo>
                <a:cubicBezTo>
                  <a:pt x="783441" y="721174"/>
                  <a:pt x="785584" y="738860"/>
                  <a:pt x="781050" y="720725"/>
                </a:cubicBezTo>
                <a:cubicBezTo>
                  <a:pt x="779239" y="713479"/>
                  <a:pt x="778329" y="702583"/>
                  <a:pt x="774700" y="695325"/>
                </a:cubicBezTo>
                <a:cubicBezTo>
                  <a:pt x="772993" y="691912"/>
                  <a:pt x="770467" y="688975"/>
                  <a:pt x="768350" y="685800"/>
                </a:cubicBezTo>
                <a:cubicBezTo>
                  <a:pt x="760377" y="653906"/>
                  <a:pt x="764760" y="668679"/>
                  <a:pt x="755650" y="641350"/>
                </a:cubicBezTo>
                <a:lnTo>
                  <a:pt x="752475" y="631825"/>
                </a:lnTo>
                <a:cubicBezTo>
                  <a:pt x="751417" y="622300"/>
                  <a:pt x="750876" y="612703"/>
                  <a:pt x="749300" y="603250"/>
                </a:cubicBezTo>
                <a:cubicBezTo>
                  <a:pt x="748750" y="599949"/>
                  <a:pt x="748216" y="596338"/>
                  <a:pt x="746125" y="593725"/>
                </a:cubicBezTo>
                <a:cubicBezTo>
                  <a:pt x="743741" y="590745"/>
                  <a:pt x="739775" y="589492"/>
                  <a:pt x="736600" y="587375"/>
                </a:cubicBezTo>
                <a:cubicBezTo>
                  <a:pt x="731308" y="571500"/>
                  <a:pt x="732367" y="581025"/>
                  <a:pt x="739775" y="558800"/>
                </a:cubicBezTo>
                <a:lnTo>
                  <a:pt x="752475" y="520700"/>
                </a:lnTo>
                <a:cubicBezTo>
                  <a:pt x="753533" y="517525"/>
                  <a:pt x="752865" y="513031"/>
                  <a:pt x="755650" y="511175"/>
                </a:cubicBezTo>
                <a:lnTo>
                  <a:pt x="765175" y="504825"/>
                </a:lnTo>
                <a:cubicBezTo>
                  <a:pt x="793365" y="462540"/>
                  <a:pt x="750378" y="522797"/>
                  <a:pt x="781050" y="492125"/>
                </a:cubicBezTo>
                <a:cubicBezTo>
                  <a:pt x="783417" y="489758"/>
                  <a:pt x="781858" y="484967"/>
                  <a:pt x="784225" y="482600"/>
                </a:cubicBezTo>
                <a:cubicBezTo>
                  <a:pt x="786592" y="480233"/>
                  <a:pt x="790416" y="479715"/>
                  <a:pt x="793750" y="479425"/>
                </a:cubicBezTo>
                <a:cubicBezTo>
                  <a:pt x="814863" y="477589"/>
                  <a:pt x="836083" y="477308"/>
                  <a:pt x="857250" y="476250"/>
                </a:cubicBezTo>
                <a:cubicBezTo>
                  <a:pt x="860425" y="475192"/>
                  <a:pt x="863782" y="474572"/>
                  <a:pt x="866775" y="473075"/>
                </a:cubicBezTo>
                <a:cubicBezTo>
                  <a:pt x="870188" y="471368"/>
                  <a:pt x="872514" y="467198"/>
                  <a:pt x="876300" y="466725"/>
                </a:cubicBezTo>
                <a:cubicBezTo>
                  <a:pt x="898378" y="463965"/>
                  <a:pt x="920750" y="464608"/>
                  <a:pt x="942975" y="463550"/>
                </a:cubicBezTo>
                <a:cubicBezTo>
                  <a:pt x="945092" y="460375"/>
                  <a:pt x="946453" y="456538"/>
                  <a:pt x="949325" y="454025"/>
                </a:cubicBezTo>
                <a:cubicBezTo>
                  <a:pt x="962762" y="442268"/>
                  <a:pt x="964818" y="442511"/>
                  <a:pt x="977900" y="438150"/>
                </a:cubicBezTo>
                <a:cubicBezTo>
                  <a:pt x="989633" y="420551"/>
                  <a:pt x="977537" y="434471"/>
                  <a:pt x="993775" y="425450"/>
                </a:cubicBezTo>
                <a:cubicBezTo>
                  <a:pt x="1000446" y="421744"/>
                  <a:pt x="1006475" y="416983"/>
                  <a:pt x="1012825" y="412750"/>
                </a:cubicBezTo>
                <a:cubicBezTo>
                  <a:pt x="1016000" y="410633"/>
                  <a:pt x="1018730" y="407607"/>
                  <a:pt x="1022350" y="406400"/>
                </a:cubicBezTo>
                <a:lnTo>
                  <a:pt x="1050925" y="396875"/>
                </a:lnTo>
                <a:cubicBezTo>
                  <a:pt x="1085663" y="385296"/>
                  <a:pt x="1033046" y="403763"/>
                  <a:pt x="1069975" y="387350"/>
                </a:cubicBezTo>
                <a:cubicBezTo>
                  <a:pt x="1076092" y="384632"/>
                  <a:pt x="1082675" y="383117"/>
                  <a:pt x="1089025" y="381000"/>
                </a:cubicBezTo>
                <a:cubicBezTo>
                  <a:pt x="1092200" y="379942"/>
                  <a:pt x="1095765" y="379681"/>
                  <a:pt x="1098550" y="377825"/>
                </a:cubicBezTo>
                <a:cubicBezTo>
                  <a:pt x="1101725" y="375708"/>
                  <a:pt x="1104568" y="372978"/>
                  <a:pt x="1108075" y="371475"/>
                </a:cubicBezTo>
                <a:cubicBezTo>
                  <a:pt x="1112086" y="369756"/>
                  <a:pt x="1116595" y="369554"/>
                  <a:pt x="1120775" y="368300"/>
                </a:cubicBezTo>
                <a:lnTo>
                  <a:pt x="1149350" y="358775"/>
                </a:lnTo>
                <a:lnTo>
                  <a:pt x="1158875" y="355600"/>
                </a:lnTo>
                <a:cubicBezTo>
                  <a:pt x="1162050" y="354542"/>
                  <a:pt x="1165615" y="354281"/>
                  <a:pt x="1168400" y="352425"/>
                </a:cubicBezTo>
                <a:lnTo>
                  <a:pt x="1177925" y="346075"/>
                </a:lnTo>
                <a:cubicBezTo>
                  <a:pt x="1181107" y="336529"/>
                  <a:pt x="1180611" y="335231"/>
                  <a:pt x="1187450" y="327025"/>
                </a:cubicBezTo>
                <a:cubicBezTo>
                  <a:pt x="1190325" y="323576"/>
                  <a:pt x="1194218" y="321044"/>
                  <a:pt x="1196975" y="317500"/>
                </a:cubicBezTo>
                <a:cubicBezTo>
                  <a:pt x="1201660" y="311476"/>
                  <a:pt x="1207262" y="305690"/>
                  <a:pt x="1209675" y="298450"/>
                </a:cubicBezTo>
                <a:cubicBezTo>
                  <a:pt x="1210733" y="295275"/>
                  <a:pt x="1211225" y="291851"/>
                  <a:pt x="1212850" y="288925"/>
                </a:cubicBezTo>
                <a:cubicBezTo>
                  <a:pt x="1220547" y="275070"/>
                  <a:pt x="1228436" y="262563"/>
                  <a:pt x="1244600" y="257175"/>
                </a:cubicBezTo>
                <a:cubicBezTo>
                  <a:pt x="1268541" y="249195"/>
                  <a:pt x="1239031" y="259960"/>
                  <a:pt x="1263650" y="247650"/>
                </a:cubicBezTo>
                <a:cubicBezTo>
                  <a:pt x="1266643" y="246153"/>
                  <a:pt x="1270182" y="245972"/>
                  <a:pt x="1273175" y="244475"/>
                </a:cubicBezTo>
                <a:cubicBezTo>
                  <a:pt x="1276588" y="242768"/>
                  <a:pt x="1279213" y="239675"/>
                  <a:pt x="1282700" y="238125"/>
                </a:cubicBezTo>
                <a:cubicBezTo>
                  <a:pt x="1288817" y="235407"/>
                  <a:pt x="1301750" y="231775"/>
                  <a:pt x="1301750" y="231775"/>
                </a:cubicBezTo>
                <a:cubicBezTo>
                  <a:pt x="1303867" y="228600"/>
                  <a:pt x="1305402" y="224948"/>
                  <a:pt x="1308100" y="222250"/>
                </a:cubicBezTo>
                <a:cubicBezTo>
                  <a:pt x="1310798" y="219552"/>
                  <a:pt x="1315241" y="218880"/>
                  <a:pt x="1317625" y="215900"/>
                </a:cubicBezTo>
                <a:cubicBezTo>
                  <a:pt x="1319716" y="213287"/>
                  <a:pt x="1319742" y="209550"/>
                  <a:pt x="1320800" y="206375"/>
                </a:cubicBezTo>
                <a:cubicBezTo>
                  <a:pt x="1319742" y="201083"/>
                  <a:pt x="1320038" y="195327"/>
                  <a:pt x="1317625" y="190500"/>
                </a:cubicBezTo>
                <a:cubicBezTo>
                  <a:pt x="1311606" y="178463"/>
                  <a:pt x="1307982" y="182504"/>
                  <a:pt x="1298575" y="177800"/>
                </a:cubicBezTo>
                <a:cubicBezTo>
                  <a:pt x="1295162" y="176093"/>
                  <a:pt x="1292537" y="173000"/>
                  <a:pt x="1289050" y="171450"/>
                </a:cubicBezTo>
                <a:cubicBezTo>
                  <a:pt x="1282933" y="168732"/>
                  <a:pt x="1275569" y="168813"/>
                  <a:pt x="1270000" y="165100"/>
                </a:cubicBezTo>
                <a:lnTo>
                  <a:pt x="1250950" y="152400"/>
                </a:lnTo>
                <a:cubicBezTo>
                  <a:pt x="1249892" y="149225"/>
                  <a:pt x="1249272" y="145868"/>
                  <a:pt x="1247775" y="142875"/>
                </a:cubicBezTo>
                <a:cubicBezTo>
                  <a:pt x="1246068" y="139462"/>
                  <a:pt x="1242928" y="136857"/>
                  <a:pt x="1241425" y="133350"/>
                </a:cubicBezTo>
                <a:cubicBezTo>
                  <a:pt x="1239706" y="129339"/>
                  <a:pt x="1239308" y="124883"/>
                  <a:pt x="1238250" y="120650"/>
                </a:cubicBezTo>
                <a:cubicBezTo>
                  <a:pt x="1239308" y="111125"/>
                  <a:pt x="1239849" y="101528"/>
                  <a:pt x="1241425" y="92075"/>
                </a:cubicBezTo>
                <a:cubicBezTo>
                  <a:pt x="1241975" y="88774"/>
                  <a:pt x="1241877" y="84495"/>
                  <a:pt x="1244600" y="82550"/>
                </a:cubicBezTo>
                <a:cubicBezTo>
                  <a:pt x="1250047" y="78659"/>
                  <a:pt x="1263650" y="76200"/>
                  <a:pt x="1263650" y="76200"/>
                </a:cubicBezTo>
                <a:cubicBezTo>
                  <a:pt x="1264708" y="73025"/>
                  <a:pt x="1265200" y="69601"/>
                  <a:pt x="1266825" y="66675"/>
                </a:cubicBezTo>
                <a:cubicBezTo>
                  <a:pt x="1270531" y="60004"/>
                  <a:pt x="1277112" y="54865"/>
                  <a:pt x="1279525" y="47625"/>
                </a:cubicBezTo>
                <a:lnTo>
                  <a:pt x="1282700" y="38100"/>
                </a:lnTo>
                <a:cubicBezTo>
                  <a:pt x="1276636" y="19907"/>
                  <a:pt x="1278842" y="13531"/>
                  <a:pt x="1257300" y="6350"/>
                </a:cubicBezTo>
                <a:lnTo>
                  <a:pt x="1238250" y="0"/>
                </a:lnTo>
                <a:cubicBezTo>
                  <a:pt x="1229783" y="1058"/>
                  <a:pt x="1220772" y="6"/>
                  <a:pt x="1212850" y="3175"/>
                </a:cubicBezTo>
                <a:cubicBezTo>
                  <a:pt x="1209307" y="4592"/>
                  <a:pt x="1208943" y="9769"/>
                  <a:pt x="1206500" y="12700"/>
                </a:cubicBezTo>
                <a:cubicBezTo>
                  <a:pt x="1203625" y="16149"/>
                  <a:pt x="1200150" y="19050"/>
                  <a:pt x="1196975" y="22225"/>
                </a:cubicBezTo>
                <a:cubicBezTo>
                  <a:pt x="1189418" y="44895"/>
                  <a:pt x="1196194" y="37562"/>
                  <a:pt x="1181100" y="47625"/>
                </a:cubicBezTo>
                <a:cubicBezTo>
                  <a:pt x="1170517" y="63500"/>
                  <a:pt x="1177925" y="55033"/>
                  <a:pt x="1155700" y="69850"/>
                </a:cubicBezTo>
                <a:lnTo>
                  <a:pt x="1146175" y="76200"/>
                </a:lnTo>
                <a:cubicBezTo>
                  <a:pt x="1143000" y="78317"/>
                  <a:pt x="1140270" y="81343"/>
                  <a:pt x="1136650" y="82550"/>
                </a:cubicBezTo>
                <a:lnTo>
                  <a:pt x="1117600" y="88900"/>
                </a:lnTo>
                <a:cubicBezTo>
                  <a:pt x="1084961" y="99780"/>
                  <a:pt x="1111419" y="91930"/>
                  <a:pt x="1035050" y="95250"/>
                </a:cubicBezTo>
                <a:cubicBezTo>
                  <a:pt x="995836" y="103093"/>
                  <a:pt x="1044809" y="93476"/>
                  <a:pt x="1000125" y="101600"/>
                </a:cubicBezTo>
                <a:cubicBezTo>
                  <a:pt x="939129" y="112690"/>
                  <a:pt x="1022511" y="97758"/>
                  <a:pt x="971550" y="107950"/>
                </a:cubicBezTo>
                <a:cubicBezTo>
                  <a:pt x="965237" y="109213"/>
                  <a:pt x="958827" y="109939"/>
                  <a:pt x="952500" y="111125"/>
                </a:cubicBezTo>
                <a:cubicBezTo>
                  <a:pt x="944418" y="112640"/>
                  <a:pt x="913514" y="119337"/>
                  <a:pt x="901700" y="120650"/>
                </a:cubicBezTo>
                <a:cubicBezTo>
                  <a:pt x="889034" y="122057"/>
                  <a:pt x="876300" y="122767"/>
                  <a:pt x="863600" y="123825"/>
                </a:cubicBezTo>
                <a:cubicBezTo>
                  <a:pt x="826657" y="120983"/>
                  <a:pt x="826395" y="118384"/>
                  <a:pt x="793750" y="123825"/>
                </a:cubicBezTo>
                <a:cubicBezTo>
                  <a:pt x="790449" y="124375"/>
                  <a:pt x="787218" y="125503"/>
                  <a:pt x="784225" y="127000"/>
                </a:cubicBezTo>
                <a:cubicBezTo>
                  <a:pt x="780812" y="128707"/>
                  <a:pt x="777875" y="131233"/>
                  <a:pt x="774700" y="133350"/>
                </a:cubicBezTo>
                <a:cubicBezTo>
                  <a:pt x="768662" y="132142"/>
                  <a:pt x="755809" y="130254"/>
                  <a:pt x="749300" y="127000"/>
                </a:cubicBezTo>
                <a:cubicBezTo>
                  <a:pt x="745887" y="125293"/>
                  <a:pt x="743262" y="122200"/>
                  <a:pt x="739775" y="120650"/>
                </a:cubicBezTo>
                <a:cubicBezTo>
                  <a:pt x="733658" y="117932"/>
                  <a:pt x="720725" y="114300"/>
                  <a:pt x="720725" y="114300"/>
                </a:cubicBezTo>
                <a:lnTo>
                  <a:pt x="701675" y="117475"/>
                </a:lnTo>
                <a:cubicBezTo>
                  <a:pt x="696366" y="118440"/>
                  <a:pt x="691159" y="120019"/>
                  <a:pt x="685800" y="120650"/>
                </a:cubicBezTo>
                <a:cubicBezTo>
                  <a:pt x="673143" y="122139"/>
                  <a:pt x="660400" y="122767"/>
                  <a:pt x="647700" y="123825"/>
                </a:cubicBezTo>
                <a:cubicBezTo>
                  <a:pt x="619681" y="122491"/>
                  <a:pt x="589928" y="123687"/>
                  <a:pt x="561975" y="117475"/>
                </a:cubicBezTo>
                <a:cubicBezTo>
                  <a:pt x="558708" y="116749"/>
                  <a:pt x="555625" y="115358"/>
                  <a:pt x="552450" y="114300"/>
                </a:cubicBezTo>
                <a:cubicBezTo>
                  <a:pt x="548217" y="115358"/>
                  <a:pt x="543761" y="115756"/>
                  <a:pt x="539750" y="117475"/>
                </a:cubicBezTo>
                <a:cubicBezTo>
                  <a:pt x="531668" y="120939"/>
                  <a:pt x="527723" y="125653"/>
                  <a:pt x="523875" y="133350"/>
                </a:cubicBezTo>
                <a:cubicBezTo>
                  <a:pt x="520887" y="139326"/>
                  <a:pt x="520968" y="148264"/>
                  <a:pt x="514350" y="152400"/>
                </a:cubicBezTo>
                <a:cubicBezTo>
                  <a:pt x="508674" y="155948"/>
                  <a:pt x="501650" y="156633"/>
                  <a:pt x="495300" y="158750"/>
                </a:cubicBezTo>
                <a:lnTo>
                  <a:pt x="485775" y="161925"/>
                </a:lnTo>
                <a:cubicBezTo>
                  <a:pt x="473075" y="160867"/>
                  <a:pt x="460246" y="160845"/>
                  <a:pt x="447675" y="158750"/>
                </a:cubicBezTo>
                <a:cubicBezTo>
                  <a:pt x="441073" y="157650"/>
                  <a:pt x="434975" y="154517"/>
                  <a:pt x="428625" y="152400"/>
                </a:cubicBezTo>
                <a:lnTo>
                  <a:pt x="419100" y="149225"/>
                </a:lnTo>
                <a:lnTo>
                  <a:pt x="279400" y="155575"/>
                </a:lnTo>
                <a:cubicBezTo>
                  <a:pt x="260321" y="155575"/>
                  <a:pt x="241300" y="153458"/>
                  <a:pt x="222250" y="152400"/>
                </a:cubicBezTo>
                <a:cubicBezTo>
                  <a:pt x="196850" y="135467"/>
                  <a:pt x="227542" y="157692"/>
                  <a:pt x="206375" y="136525"/>
                </a:cubicBezTo>
                <a:cubicBezTo>
                  <a:pt x="203677" y="133827"/>
                  <a:pt x="200025" y="132292"/>
                  <a:pt x="196850" y="130175"/>
                </a:cubicBezTo>
                <a:cubicBezTo>
                  <a:pt x="185117" y="112576"/>
                  <a:pt x="197213" y="126496"/>
                  <a:pt x="180975" y="117475"/>
                </a:cubicBezTo>
                <a:cubicBezTo>
                  <a:pt x="174304" y="113769"/>
                  <a:pt x="168275" y="109008"/>
                  <a:pt x="161925" y="104775"/>
                </a:cubicBezTo>
                <a:cubicBezTo>
                  <a:pt x="158750" y="102658"/>
                  <a:pt x="156020" y="99632"/>
                  <a:pt x="152400" y="98425"/>
                </a:cubicBezTo>
                <a:cubicBezTo>
                  <a:pt x="149225" y="97367"/>
                  <a:pt x="145868" y="96747"/>
                  <a:pt x="142875" y="95250"/>
                </a:cubicBezTo>
                <a:cubicBezTo>
                  <a:pt x="139462" y="93543"/>
                  <a:pt x="136837" y="90450"/>
                  <a:pt x="133350" y="88900"/>
                </a:cubicBezTo>
                <a:cubicBezTo>
                  <a:pt x="127233" y="86182"/>
                  <a:pt x="114300" y="82550"/>
                  <a:pt x="114300" y="82550"/>
                </a:cubicBezTo>
                <a:cubicBezTo>
                  <a:pt x="97367" y="57150"/>
                  <a:pt x="119592" y="87842"/>
                  <a:pt x="98425" y="66675"/>
                </a:cubicBezTo>
                <a:cubicBezTo>
                  <a:pt x="95727" y="63977"/>
                  <a:pt x="95311" y="59172"/>
                  <a:pt x="92075" y="57150"/>
                </a:cubicBezTo>
                <a:cubicBezTo>
                  <a:pt x="86399" y="53602"/>
                  <a:pt x="79375" y="52917"/>
                  <a:pt x="73025" y="50800"/>
                </a:cubicBezTo>
                <a:cubicBezTo>
                  <a:pt x="69850" y="49742"/>
                  <a:pt x="66801" y="48175"/>
                  <a:pt x="63500" y="47625"/>
                </a:cubicBezTo>
                <a:cubicBezTo>
                  <a:pt x="41149" y="43900"/>
                  <a:pt x="50557" y="46486"/>
                  <a:pt x="34925" y="41275"/>
                </a:cubicBezTo>
                <a:cubicBezTo>
                  <a:pt x="32808" y="34925"/>
                  <a:pt x="34144" y="25938"/>
                  <a:pt x="28575" y="22225"/>
                </a:cubicBezTo>
                <a:cubicBezTo>
                  <a:pt x="22225" y="17992"/>
                  <a:pt x="16765" y="11938"/>
                  <a:pt x="9525" y="9525"/>
                </a:cubicBezTo>
                <a:lnTo>
                  <a:pt x="0" y="6350"/>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FD1C519-B824-5049-9B8B-44570A85AA06}"/>
              </a:ext>
            </a:extLst>
          </p:cNvPr>
          <p:cNvSpPr txBox="1"/>
          <p:nvPr/>
        </p:nvSpPr>
        <p:spPr>
          <a:xfrm>
            <a:off x="7102955" y="3546635"/>
            <a:ext cx="1371601" cy="461665"/>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Brahmaputra River</a:t>
            </a:r>
          </a:p>
        </p:txBody>
      </p:sp>
      <p:cxnSp>
        <p:nvCxnSpPr>
          <p:cNvPr id="20" name="Straight Arrow Connector 19">
            <a:extLst>
              <a:ext uri="{FF2B5EF4-FFF2-40B4-BE49-F238E27FC236}">
                <a16:creationId xmlns:a16="http://schemas.microsoft.com/office/drawing/2014/main" id="{DAC33027-89D8-E44E-A14F-0AF30378DBB9}"/>
              </a:ext>
            </a:extLst>
          </p:cNvPr>
          <p:cNvCxnSpPr>
            <a:cxnSpLocks/>
          </p:cNvCxnSpPr>
          <p:nvPr/>
        </p:nvCxnSpPr>
        <p:spPr>
          <a:xfrm>
            <a:off x="6610233" y="3706812"/>
            <a:ext cx="7086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1" name="Picture 20">
            <a:extLst>
              <a:ext uri="{FF2B5EF4-FFF2-40B4-BE49-F238E27FC236}">
                <a16:creationId xmlns:a16="http://schemas.microsoft.com/office/drawing/2014/main" id="{F9907B6D-5FE7-A84B-AF84-99431EA7C83B}"/>
              </a:ext>
            </a:extLst>
          </p:cNvPr>
          <p:cNvPicPr>
            <a:picLocks noChangeAspect="1"/>
          </p:cNvPicPr>
          <p:nvPr/>
        </p:nvPicPr>
        <p:blipFill>
          <a:blip r:embed="rId3"/>
          <a:stretch>
            <a:fillRect/>
          </a:stretch>
        </p:blipFill>
        <p:spPr>
          <a:xfrm rot="5400000">
            <a:off x="2712819" y="158518"/>
            <a:ext cx="1886131" cy="509260"/>
          </a:xfrm>
          <a:prstGeom prst="rect">
            <a:avLst/>
          </a:prstGeom>
        </p:spPr>
      </p:pic>
      <p:sp>
        <p:nvSpPr>
          <p:cNvPr id="22" name="TextBox 21">
            <a:extLst>
              <a:ext uri="{FF2B5EF4-FFF2-40B4-BE49-F238E27FC236}">
                <a16:creationId xmlns:a16="http://schemas.microsoft.com/office/drawing/2014/main" id="{8ED50F34-917F-6044-B3C1-481D80D81BA0}"/>
              </a:ext>
            </a:extLst>
          </p:cNvPr>
          <p:cNvSpPr txBox="1"/>
          <p:nvPr/>
        </p:nvSpPr>
        <p:spPr>
          <a:xfrm rot="5400000">
            <a:off x="2030651" y="598463"/>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Ural Mts.</a:t>
            </a:r>
          </a:p>
        </p:txBody>
      </p:sp>
      <p:pic>
        <p:nvPicPr>
          <p:cNvPr id="23" name="Picture 22">
            <a:extLst>
              <a:ext uri="{FF2B5EF4-FFF2-40B4-BE49-F238E27FC236}">
                <a16:creationId xmlns:a16="http://schemas.microsoft.com/office/drawing/2014/main" id="{0AF3322A-C459-C94B-AF62-8FE6F3CFD5AD}"/>
              </a:ext>
            </a:extLst>
          </p:cNvPr>
          <p:cNvPicPr>
            <a:picLocks noChangeAspect="1"/>
          </p:cNvPicPr>
          <p:nvPr/>
        </p:nvPicPr>
        <p:blipFill>
          <a:blip r:embed="rId3"/>
          <a:stretch>
            <a:fillRect/>
          </a:stretch>
        </p:blipFill>
        <p:spPr>
          <a:xfrm rot="21261954">
            <a:off x="4355874" y="2383208"/>
            <a:ext cx="958776" cy="302310"/>
          </a:xfrm>
          <a:prstGeom prst="rect">
            <a:avLst/>
          </a:prstGeom>
        </p:spPr>
      </p:pic>
      <p:sp>
        <p:nvSpPr>
          <p:cNvPr id="24" name="TextBox 23">
            <a:extLst>
              <a:ext uri="{FF2B5EF4-FFF2-40B4-BE49-F238E27FC236}">
                <a16:creationId xmlns:a16="http://schemas.microsoft.com/office/drawing/2014/main" id="{D1390A0C-4131-ED4D-A43D-983106CED051}"/>
              </a:ext>
            </a:extLst>
          </p:cNvPr>
          <p:cNvSpPr txBox="1"/>
          <p:nvPr/>
        </p:nvSpPr>
        <p:spPr>
          <a:xfrm rot="20419089">
            <a:off x="3377355" y="2162231"/>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Hindu Kush</a:t>
            </a:r>
          </a:p>
        </p:txBody>
      </p:sp>
      <p:pic>
        <p:nvPicPr>
          <p:cNvPr id="25" name="Picture 24">
            <a:extLst>
              <a:ext uri="{FF2B5EF4-FFF2-40B4-BE49-F238E27FC236}">
                <a16:creationId xmlns:a16="http://schemas.microsoft.com/office/drawing/2014/main" id="{2BCBC173-137E-B949-B250-D7665C2BE703}"/>
              </a:ext>
            </a:extLst>
          </p:cNvPr>
          <p:cNvPicPr>
            <a:picLocks noChangeAspect="1"/>
          </p:cNvPicPr>
          <p:nvPr/>
        </p:nvPicPr>
        <p:blipFill>
          <a:blip r:embed="rId3"/>
          <a:stretch>
            <a:fillRect/>
          </a:stretch>
        </p:blipFill>
        <p:spPr>
          <a:xfrm rot="2155047">
            <a:off x="4539493" y="3220992"/>
            <a:ext cx="1886131" cy="388910"/>
          </a:xfrm>
          <a:prstGeom prst="rect">
            <a:avLst/>
          </a:prstGeom>
        </p:spPr>
      </p:pic>
      <p:sp>
        <p:nvSpPr>
          <p:cNvPr id="26" name="TextBox 25">
            <a:extLst>
              <a:ext uri="{FF2B5EF4-FFF2-40B4-BE49-F238E27FC236}">
                <a16:creationId xmlns:a16="http://schemas.microsoft.com/office/drawing/2014/main" id="{F1D26134-5C10-D54E-8EC1-7A31E378D99F}"/>
              </a:ext>
            </a:extLst>
          </p:cNvPr>
          <p:cNvSpPr txBox="1"/>
          <p:nvPr/>
        </p:nvSpPr>
        <p:spPr>
          <a:xfrm rot="2160620">
            <a:off x="4355040" y="3122712"/>
            <a:ext cx="2791665" cy="307777"/>
          </a:xfrm>
          <a:prstGeom prst="rect">
            <a:avLst/>
          </a:prstGeom>
          <a:noFill/>
        </p:spPr>
        <p:txBody>
          <a:bodyPr wrap="square" rtlCol="0">
            <a:spAutoFit/>
          </a:bodyPr>
          <a:lstStyle/>
          <a:p>
            <a:pPr algn="ctr"/>
            <a:r>
              <a:rPr lang="en-US" sz="1400" b="1" dirty="0">
                <a:solidFill>
                  <a:srgbClr val="72330A"/>
                </a:solidFill>
                <a:latin typeface="Century Gothic" panose="020B0502020202020204" pitchFamily="34" charset="0"/>
              </a:rPr>
              <a:t>Himalayan Mts.</a:t>
            </a:r>
          </a:p>
        </p:txBody>
      </p:sp>
      <p:sp>
        <p:nvSpPr>
          <p:cNvPr id="27" name="TextBox 26">
            <a:extLst>
              <a:ext uri="{FF2B5EF4-FFF2-40B4-BE49-F238E27FC236}">
                <a16:creationId xmlns:a16="http://schemas.microsoft.com/office/drawing/2014/main" id="{5A38A17C-39D9-2B4C-A914-C9A34B2502B7}"/>
              </a:ext>
            </a:extLst>
          </p:cNvPr>
          <p:cNvSpPr txBox="1"/>
          <p:nvPr/>
        </p:nvSpPr>
        <p:spPr>
          <a:xfrm>
            <a:off x="5572155" y="2707998"/>
            <a:ext cx="915447" cy="461665"/>
          </a:xfrm>
          <a:prstGeom prst="rect">
            <a:avLst/>
          </a:prstGeom>
          <a:noFill/>
        </p:spPr>
        <p:txBody>
          <a:bodyPr wrap="square" rtlCol="0">
            <a:spAutoFit/>
          </a:bodyPr>
          <a:lstStyle/>
          <a:p>
            <a:pPr algn="ctr"/>
            <a:r>
              <a:rPr lang="en-US" sz="1200" b="1" dirty="0">
                <a:solidFill>
                  <a:schemeClr val="accent6">
                    <a:lumMod val="50000"/>
                  </a:schemeClr>
                </a:solidFill>
                <a:latin typeface="Century Gothic" panose="020B0502020202020204" pitchFamily="34" charset="0"/>
              </a:rPr>
              <a:t>Plateau of Tibet</a:t>
            </a:r>
          </a:p>
        </p:txBody>
      </p:sp>
      <p:cxnSp>
        <p:nvCxnSpPr>
          <p:cNvPr id="8" name="Straight Arrow Connector 7">
            <a:extLst>
              <a:ext uri="{FF2B5EF4-FFF2-40B4-BE49-F238E27FC236}">
                <a16:creationId xmlns:a16="http://schemas.microsoft.com/office/drawing/2014/main" id="{3C0E8546-DD42-1D4C-ABDC-67172EDEE318}"/>
              </a:ext>
            </a:extLst>
          </p:cNvPr>
          <p:cNvCxnSpPr>
            <a:cxnSpLocks/>
            <a:stCxn id="4" idx="1"/>
          </p:cNvCxnSpPr>
          <p:nvPr/>
        </p:nvCxnSpPr>
        <p:spPr>
          <a:xfrm flipV="1">
            <a:off x="1612900" y="1471216"/>
            <a:ext cx="2578100" cy="1955403"/>
          </a:xfrm>
          <a:prstGeom prst="straightConnector1">
            <a:avLst/>
          </a:prstGeom>
          <a:ln w="920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28" name="TextBox 27">
            <a:extLst>
              <a:ext uri="{FF2B5EF4-FFF2-40B4-BE49-F238E27FC236}">
                <a16:creationId xmlns:a16="http://schemas.microsoft.com/office/drawing/2014/main" id="{26C501D8-A382-B64F-8854-8D855F88657C}"/>
              </a:ext>
            </a:extLst>
          </p:cNvPr>
          <p:cNvSpPr txBox="1"/>
          <p:nvPr/>
        </p:nvSpPr>
        <p:spPr>
          <a:xfrm>
            <a:off x="4605878" y="4460612"/>
            <a:ext cx="915447" cy="523220"/>
          </a:xfrm>
          <a:prstGeom prst="rect">
            <a:avLst/>
          </a:prstGeom>
          <a:noFill/>
        </p:spPr>
        <p:txBody>
          <a:bodyPr wrap="square" rtlCol="0">
            <a:spAutoFit/>
          </a:bodyPr>
          <a:lstStyle/>
          <a:p>
            <a:pPr algn="ctr"/>
            <a:r>
              <a:rPr lang="en-US" sz="1400" b="1" dirty="0">
                <a:solidFill>
                  <a:schemeClr val="accent6">
                    <a:lumMod val="50000"/>
                  </a:schemeClr>
                </a:solidFill>
                <a:latin typeface="Century Gothic" panose="020B0502020202020204" pitchFamily="34" charset="0"/>
              </a:rPr>
              <a:t>Deccan Plateau</a:t>
            </a:r>
          </a:p>
        </p:txBody>
      </p:sp>
      <p:sp>
        <p:nvSpPr>
          <p:cNvPr id="29" name="TextBox 28">
            <a:extLst>
              <a:ext uri="{FF2B5EF4-FFF2-40B4-BE49-F238E27FC236}">
                <a16:creationId xmlns:a16="http://schemas.microsoft.com/office/drawing/2014/main" id="{98C8BA50-C9BF-434D-A112-DAD78F8377CA}"/>
              </a:ext>
            </a:extLst>
          </p:cNvPr>
          <p:cNvSpPr txBox="1"/>
          <p:nvPr/>
        </p:nvSpPr>
        <p:spPr>
          <a:xfrm>
            <a:off x="3725472" y="1002100"/>
            <a:ext cx="2137390" cy="369332"/>
          </a:xfrm>
          <a:prstGeom prst="rect">
            <a:avLst/>
          </a:prstGeom>
          <a:noFill/>
        </p:spPr>
        <p:txBody>
          <a:bodyPr wrap="square" rtlCol="0">
            <a:spAutoFit/>
          </a:bodyPr>
          <a:lstStyle/>
          <a:p>
            <a:pPr algn="ctr"/>
            <a:r>
              <a:rPr lang="en-US" b="1" dirty="0">
                <a:solidFill>
                  <a:schemeClr val="accent6">
                    <a:lumMod val="50000"/>
                  </a:schemeClr>
                </a:solidFill>
                <a:latin typeface="Century Gothic" panose="020B0502020202020204" pitchFamily="34" charset="0"/>
              </a:rPr>
              <a:t>Steppes</a:t>
            </a:r>
            <a:endParaRPr lang="en-US" sz="1600" b="1" dirty="0">
              <a:solidFill>
                <a:schemeClr val="accent6">
                  <a:lumMod val="50000"/>
                </a:schemeClr>
              </a:solidFill>
              <a:latin typeface="Century Gothic" panose="020B0502020202020204" pitchFamily="34" charset="0"/>
            </a:endParaRPr>
          </a:p>
        </p:txBody>
      </p:sp>
    </p:spTree>
    <p:extLst>
      <p:ext uri="{BB962C8B-B14F-4D97-AF65-F5344CB8AC3E}">
        <p14:creationId xmlns:p14="http://schemas.microsoft.com/office/powerpoint/2010/main" val="1452992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a:extLst>
              <a:ext uri="{FF2B5EF4-FFF2-40B4-BE49-F238E27FC236}">
                <a16:creationId xmlns:a16="http://schemas.microsoft.com/office/drawing/2014/main" id="{7A7A7741-C31A-C34A-83CA-C5178679B826}"/>
              </a:ext>
            </a:extLst>
          </p:cNvPr>
          <p:cNvPicPr>
            <a:picLocks noChangeAspect="1" noChangeArrowheads="1"/>
          </p:cNvPicPr>
          <p:nvPr/>
        </p:nvPicPr>
        <p:blipFill rotWithShape="1">
          <a:blip r:embed="rId2">
            <a:alphaModFix amt="85000"/>
            <a:extLst>
              <a:ext uri="{28A0092B-C50C-407E-A947-70E740481C1C}">
                <a14:useLocalDpi xmlns:a14="http://schemas.microsoft.com/office/drawing/2010/main" val="0"/>
              </a:ext>
            </a:extLst>
          </a:blip>
          <a:srcRect l="9431" r="12005"/>
          <a:stretch/>
        </p:blipFill>
        <p:spPr bwMode="auto">
          <a:xfrm>
            <a:off x="0" y="0"/>
            <a:ext cx="9998076" cy="68579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D728CB-8A75-9E4C-A5C7-B0585B0D73E3}"/>
              </a:ext>
            </a:extLst>
          </p:cNvPr>
          <p:cNvSpPr txBox="1"/>
          <p:nvPr/>
        </p:nvSpPr>
        <p:spPr>
          <a:xfrm>
            <a:off x="-1" y="76200"/>
            <a:ext cx="9998074" cy="1569660"/>
          </a:xfrm>
          <a:prstGeom prst="rect">
            <a:avLst/>
          </a:prstGeom>
          <a:solidFill>
            <a:srgbClr val="AA3532">
              <a:alpha val="60784"/>
            </a:srgbClr>
          </a:solidFill>
        </p:spPr>
        <p:txBody>
          <a:bodyPr wrap="square" rtlCol="0">
            <a:spAutoFit/>
          </a:bodyPr>
          <a:lstStyle/>
          <a:p>
            <a:r>
              <a:rPr lang="en-US" sz="9600" dirty="0">
                <a:solidFill>
                  <a:schemeClr val="bg1"/>
                </a:solidFill>
                <a:latin typeface="Gill Sans Ultra Bold" panose="020B0A02020104020203" pitchFamily="34" charset="77"/>
                <a:cs typeface="Aharoni" panose="02010803020104030203" pitchFamily="2" charset="-79"/>
              </a:rPr>
              <a:t>STEPPES :</a:t>
            </a:r>
            <a:endParaRPr lang="en-US" sz="7200" dirty="0">
              <a:solidFill>
                <a:schemeClr val="bg1"/>
              </a:solidFill>
              <a:latin typeface="Gill Sans Ultra Bold" panose="020B0A02020104020203" pitchFamily="34" charset="77"/>
              <a:cs typeface="Aharoni" panose="02010803020104030203" pitchFamily="2" charset="-79"/>
            </a:endParaRPr>
          </a:p>
        </p:txBody>
      </p:sp>
      <p:sp>
        <p:nvSpPr>
          <p:cNvPr id="6" name="TextBox 5">
            <a:extLst>
              <a:ext uri="{FF2B5EF4-FFF2-40B4-BE49-F238E27FC236}">
                <a16:creationId xmlns:a16="http://schemas.microsoft.com/office/drawing/2014/main" id="{F3B291CE-1493-DF44-9880-335BA26FD0D5}"/>
              </a:ext>
            </a:extLst>
          </p:cNvPr>
          <p:cNvSpPr txBox="1"/>
          <p:nvPr/>
        </p:nvSpPr>
        <p:spPr>
          <a:xfrm>
            <a:off x="90890" y="1800037"/>
            <a:ext cx="9816292" cy="2935034"/>
          </a:xfrm>
          <a:prstGeom prst="rect">
            <a:avLst/>
          </a:prstGeom>
          <a:solidFill>
            <a:srgbClr val="FBFFFC">
              <a:alpha val="83137"/>
            </a:srgbClr>
          </a:solidFill>
        </p:spPr>
        <p:txBody>
          <a:bodyPr wrap="square" rtlCol="0">
            <a:spAutoFit/>
          </a:bodyPr>
          <a:lstStyle/>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The Steppes are a dry, grassy plains region that runs through Eurasia</a:t>
            </a:r>
          </a:p>
          <a:p>
            <a:pPr marL="140603" indent="-140603">
              <a:lnSpc>
                <a:spcPct val="135000"/>
              </a:lnSpc>
              <a:buFont typeface="Arial" panose="020B0604020202020204" pitchFamily="34" charset="0"/>
              <a:buChar char="•"/>
            </a:pPr>
            <a:r>
              <a:rPr lang="en-US" sz="2800" dirty="0">
                <a:latin typeface="Century Gothic" panose="020B0502020202020204" pitchFamily="34" charset="0"/>
                <a:ea typeface="PondKinder" panose="02000603000000000000" pitchFamily="2" charset="0"/>
              </a:rPr>
              <a:t> This area has a semi-arid climate with cold winters and warm summers. As a result, it does not receive enough rainfall for trees to grow here</a:t>
            </a:r>
          </a:p>
        </p:txBody>
      </p:sp>
    </p:spTree>
    <p:extLst>
      <p:ext uri="{BB962C8B-B14F-4D97-AF65-F5344CB8AC3E}">
        <p14:creationId xmlns:p14="http://schemas.microsoft.com/office/powerpoint/2010/main" val="309597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50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F5B0F1-EAE4-BD4D-B7E0-77F6757A155D}"/>
              </a:ext>
            </a:extLst>
          </p:cNvPr>
          <p:cNvPicPr>
            <a:picLocks noChangeAspect="1"/>
          </p:cNvPicPr>
          <p:nvPr/>
        </p:nvPicPr>
        <p:blipFill rotWithShape="1">
          <a:blip r:embed="rId2"/>
          <a:srcRect l="9754" t="27652" r="35660" b="10995"/>
          <a:stretch/>
        </p:blipFill>
        <p:spPr>
          <a:xfrm>
            <a:off x="1669853" y="4762"/>
            <a:ext cx="8272154" cy="6843714"/>
          </a:xfrm>
          <a:prstGeom prst="rect">
            <a:avLst/>
          </a:prstGeom>
        </p:spPr>
      </p:pic>
      <p:sp>
        <p:nvSpPr>
          <p:cNvPr id="5" name="Rectangle 4">
            <a:extLst>
              <a:ext uri="{FF2B5EF4-FFF2-40B4-BE49-F238E27FC236}">
                <a16:creationId xmlns:a16="http://schemas.microsoft.com/office/drawing/2014/main" id="{17452EF4-997E-9240-A7EF-FB0FC4C56513}"/>
              </a:ext>
            </a:extLst>
          </p:cNvPr>
          <p:cNvSpPr/>
          <p:nvPr/>
        </p:nvSpPr>
        <p:spPr>
          <a:xfrm>
            <a:off x="0" y="4762"/>
            <a:ext cx="1482571" cy="6848475"/>
          </a:xfrm>
          <a:prstGeom prst="rect">
            <a:avLst/>
          </a:prstGeom>
          <a:noFill/>
          <a:ln w="142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6" name="TextBox 5">
            <a:extLst>
              <a:ext uri="{FF2B5EF4-FFF2-40B4-BE49-F238E27FC236}">
                <a16:creationId xmlns:a16="http://schemas.microsoft.com/office/drawing/2014/main" id="{26FFF42D-AFEF-C94C-911B-E8E2E56D254E}"/>
              </a:ext>
            </a:extLst>
          </p:cNvPr>
          <p:cNvSpPr txBox="1"/>
          <p:nvPr/>
        </p:nvSpPr>
        <p:spPr>
          <a:xfrm rot="16200000">
            <a:off x="-2664325" y="3039522"/>
            <a:ext cx="6848476" cy="769441"/>
          </a:xfrm>
          <a:prstGeom prst="rect">
            <a:avLst/>
          </a:prstGeom>
          <a:noFill/>
        </p:spPr>
        <p:txBody>
          <a:bodyPr vert="horz" wrap="square" rtlCol="0">
            <a:spAutoFit/>
          </a:bodyPr>
          <a:lstStyle/>
          <a:p>
            <a:pPr algn="ctr"/>
            <a:r>
              <a:rPr lang="en-US" sz="4400" b="1" dirty="0">
                <a:latin typeface="Century Gothic" panose="020B0502020202020204" pitchFamily="34" charset="0"/>
              </a:rPr>
              <a:t>CENTRAL &amp; SOUTH ASIA</a:t>
            </a:r>
          </a:p>
        </p:txBody>
      </p:sp>
      <p:sp>
        <p:nvSpPr>
          <p:cNvPr id="7" name="TextBox 6">
            <a:extLst>
              <a:ext uri="{FF2B5EF4-FFF2-40B4-BE49-F238E27FC236}">
                <a16:creationId xmlns:a16="http://schemas.microsoft.com/office/drawing/2014/main" id="{34E73B55-6995-B84C-9FA4-4325F8020053}"/>
              </a:ext>
            </a:extLst>
          </p:cNvPr>
          <p:cNvSpPr txBox="1"/>
          <p:nvPr/>
        </p:nvSpPr>
        <p:spPr>
          <a:xfrm>
            <a:off x="3728403" y="6350861"/>
            <a:ext cx="2791665" cy="395173"/>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Indian Ocean</a:t>
            </a:r>
          </a:p>
        </p:txBody>
      </p:sp>
      <p:sp>
        <p:nvSpPr>
          <p:cNvPr id="10" name="TextBox 9">
            <a:extLst>
              <a:ext uri="{FF2B5EF4-FFF2-40B4-BE49-F238E27FC236}">
                <a16:creationId xmlns:a16="http://schemas.microsoft.com/office/drawing/2014/main" id="{BEC78CA5-6DFE-E247-AED0-516015CA473B}"/>
              </a:ext>
            </a:extLst>
          </p:cNvPr>
          <p:cNvSpPr txBox="1"/>
          <p:nvPr/>
        </p:nvSpPr>
        <p:spPr>
          <a:xfrm>
            <a:off x="2332570" y="4688772"/>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Arabian </a:t>
            </a:r>
          </a:p>
          <a:p>
            <a:pPr algn="ctr"/>
            <a:r>
              <a:rPr lang="en-US" sz="1968" b="1" dirty="0">
                <a:solidFill>
                  <a:srgbClr val="0304B4"/>
                </a:solidFill>
                <a:latin typeface="Century Gothic" panose="020B0502020202020204" pitchFamily="34" charset="0"/>
              </a:rPr>
              <a:t>Sea</a:t>
            </a:r>
          </a:p>
        </p:txBody>
      </p:sp>
      <p:sp>
        <p:nvSpPr>
          <p:cNvPr id="11" name="TextBox 10">
            <a:extLst>
              <a:ext uri="{FF2B5EF4-FFF2-40B4-BE49-F238E27FC236}">
                <a16:creationId xmlns:a16="http://schemas.microsoft.com/office/drawing/2014/main" id="{31597628-B4A1-C64B-B1F7-AF2A89778579}"/>
              </a:ext>
            </a:extLst>
          </p:cNvPr>
          <p:cNvSpPr txBox="1"/>
          <p:nvPr/>
        </p:nvSpPr>
        <p:spPr>
          <a:xfrm>
            <a:off x="4794463" y="4914568"/>
            <a:ext cx="2791665" cy="698012"/>
          </a:xfrm>
          <a:prstGeom prst="rect">
            <a:avLst/>
          </a:prstGeom>
          <a:noFill/>
        </p:spPr>
        <p:txBody>
          <a:bodyPr wrap="square" rtlCol="0">
            <a:spAutoFit/>
          </a:bodyPr>
          <a:lstStyle/>
          <a:p>
            <a:pPr algn="ctr"/>
            <a:r>
              <a:rPr lang="en-US" sz="1968" b="1" dirty="0">
                <a:solidFill>
                  <a:srgbClr val="0304B4"/>
                </a:solidFill>
                <a:latin typeface="Century Gothic" panose="020B0502020202020204" pitchFamily="34" charset="0"/>
              </a:rPr>
              <a:t>Bay of </a:t>
            </a:r>
            <a:br>
              <a:rPr lang="en-US" sz="1968" b="1" dirty="0">
                <a:solidFill>
                  <a:srgbClr val="0304B4"/>
                </a:solidFill>
                <a:latin typeface="Century Gothic" panose="020B0502020202020204" pitchFamily="34" charset="0"/>
              </a:rPr>
            </a:br>
            <a:r>
              <a:rPr lang="en-US" sz="1968" b="1" dirty="0">
                <a:solidFill>
                  <a:srgbClr val="0304B4"/>
                </a:solidFill>
                <a:latin typeface="Century Gothic" panose="020B0502020202020204" pitchFamily="34" charset="0"/>
              </a:rPr>
              <a:t>Bengal</a:t>
            </a:r>
          </a:p>
        </p:txBody>
      </p:sp>
      <p:sp>
        <p:nvSpPr>
          <p:cNvPr id="12" name="TextBox 11">
            <a:extLst>
              <a:ext uri="{FF2B5EF4-FFF2-40B4-BE49-F238E27FC236}">
                <a16:creationId xmlns:a16="http://schemas.microsoft.com/office/drawing/2014/main" id="{262FFA5C-BB05-3641-B87F-A0CF34519F20}"/>
              </a:ext>
            </a:extLst>
          </p:cNvPr>
          <p:cNvSpPr txBox="1"/>
          <p:nvPr/>
        </p:nvSpPr>
        <p:spPr>
          <a:xfrm rot="4756300">
            <a:off x="1486516" y="1651501"/>
            <a:ext cx="2791665"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Caspian Sea</a:t>
            </a:r>
          </a:p>
        </p:txBody>
      </p:sp>
      <p:cxnSp>
        <p:nvCxnSpPr>
          <p:cNvPr id="13" name="Straight Arrow Connector 12">
            <a:extLst>
              <a:ext uri="{FF2B5EF4-FFF2-40B4-BE49-F238E27FC236}">
                <a16:creationId xmlns:a16="http://schemas.microsoft.com/office/drawing/2014/main" id="{A5A3E263-E679-4E49-815F-EE77E2125539}"/>
              </a:ext>
            </a:extLst>
          </p:cNvPr>
          <p:cNvCxnSpPr>
            <a:cxnSpLocks/>
          </p:cNvCxnSpPr>
          <p:nvPr/>
        </p:nvCxnSpPr>
        <p:spPr>
          <a:xfrm flipH="1">
            <a:off x="3538330" y="1560909"/>
            <a:ext cx="171541" cy="728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6B1F29C-7CA6-B849-AD4B-30A8FD8F6555}"/>
              </a:ext>
            </a:extLst>
          </p:cNvPr>
          <p:cNvSpPr txBox="1"/>
          <p:nvPr/>
        </p:nvSpPr>
        <p:spPr>
          <a:xfrm>
            <a:off x="2108812" y="2289855"/>
            <a:ext cx="2791665" cy="338554"/>
          </a:xfrm>
          <a:prstGeom prst="rect">
            <a:avLst/>
          </a:prstGeom>
          <a:noFill/>
        </p:spPr>
        <p:txBody>
          <a:bodyPr wrap="square" rtlCol="0">
            <a:spAutoFit/>
          </a:bodyPr>
          <a:lstStyle/>
          <a:p>
            <a:pPr algn="ctr"/>
            <a:r>
              <a:rPr lang="en-US" sz="1600" b="1" dirty="0">
                <a:solidFill>
                  <a:srgbClr val="0304B4"/>
                </a:solidFill>
                <a:latin typeface="Century Gothic" panose="020B0502020202020204" pitchFamily="34" charset="0"/>
              </a:rPr>
              <a:t>Aral Sea</a:t>
            </a:r>
          </a:p>
        </p:txBody>
      </p:sp>
      <p:sp>
        <p:nvSpPr>
          <p:cNvPr id="2" name="Freeform 1">
            <a:extLst>
              <a:ext uri="{FF2B5EF4-FFF2-40B4-BE49-F238E27FC236}">
                <a16:creationId xmlns:a16="http://schemas.microsoft.com/office/drawing/2014/main" id="{E1A40968-4AEA-0243-A2FB-30B9AEFE61F5}"/>
              </a:ext>
            </a:extLst>
          </p:cNvPr>
          <p:cNvSpPr/>
          <p:nvPr/>
        </p:nvSpPr>
        <p:spPr>
          <a:xfrm>
            <a:off x="4064000" y="2736850"/>
            <a:ext cx="1371600" cy="1273175"/>
          </a:xfrm>
          <a:custGeom>
            <a:avLst/>
            <a:gdLst>
              <a:gd name="connsiteX0" fmla="*/ 0 w 1371600"/>
              <a:gd name="connsiteY0" fmla="*/ 1273175 h 1273175"/>
              <a:gd name="connsiteX1" fmla="*/ 3175 w 1371600"/>
              <a:gd name="connsiteY1" fmla="*/ 1257300 h 1273175"/>
              <a:gd name="connsiteX2" fmla="*/ 12700 w 1371600"/>
              <a:gd name="connsiteY2" fmla="*/ 1250950 h 1273175"/>
              <a:gd name="connsiteX3" fmla="*/ 25400 w 1371600"/>
              <a:gd name="connsiteY3" fmla="*/ 1231900 h 1273175"/>
              <a:gd name="connsiteX4" fmla="*/ 34925 w 1371600"/>
              <a:gd name="connsiteY4" fmla="*/ 1200150 h 1273175"/>
              <a:gd name="connsiteX5" fmla="*/ 38100 w 1371600"/>
              <a:gd name="connsiteY5" fmla="*/ 1190625 h 1273175"/>
              <a:gd name="connsiteX6" fmla="*/ 60325 w 1371600"/>
              <a:gd name="connsiteY6" fmla="*/ 1181100 h 1273175"/>
              <a:gd name="connsiteX7" fmla="*/ 79375 w 1371600"/>
              <a:gd name="connsiteY7" fmla="*/ 1171575 h 1273175"/>
              <a:gd name="connsiteX8" fmla="*/ 79375 w 1371600"/>
              <a:gd name="connsiteY8" fmla="*/ 1130300 h 1273175"/>
              <a:gd name="connsiteX9" fmla="*/ 76200 w 1371600"/>
              <a:gd name="connsiteY9" fmla="*/ 1111250 h 1273175"/>
              <a:gd name="connsiteX10" fmla="*/ 69850 w 1371600"/>
              <a:gd name="connsiteY10" fmla="*/ 1079500 h 1273175"/>
              <a:gd name="connsiteX11" fmla="*/ 66675 w 1371600"/>
              <a:gd name="connsiteY11" fmla="*/ 1041400 h 1273175"/>
              <a:gd name="connsiteX12" fmla="*/ 57150 w 1371600"/>
              <a:gd name="connsiteY12" fmla="*/ 1022350 h 1273175"/>
              <a:gd name="connsiteX13" fmla="*/ 47625 w 1371600"/>
              <a:gd name="connsiteY13" fmla="*/ 990600 h 1273175"/>
              <a:gd name="connsiteX14" fmla="*/ 44450 w 1371600"/>
              <a:gd name="connsiteY14" fmla="*/ 981075 h 1273175"/>
              <a:gd name="connsiteX15" fmla="*/ 47625 w 1371600"/>
              <a:gd name="connsiteY15" fmla="*/ 958850 h 1273175"/>
              <a:gd name="connsiteX16" fmla="*/ 66675 w 1371600"/>
              <a:gd name="connsiteY16" fmla="*/ 946150 h 1273175"/>
              <a:gd name="connsiteX17" fmla="*/ 69850 w 1371600"/>
              <a:gd name="connsiteY17" fmla="*/ 936625 h 1273175"/>
              <a:gd name="connsiteX18" fmla="*/ 82550 w 1371600"/>
              <a:gd name="connsiteY18" fmla="*/ 933450 h 1273175"/>
              <a:gd name="connsiteX19" fmla="*/ 92075 w 1371600"/>
              <a:gd name="connsiteY19" fmla="*/ 927100 h 1273175"/>
              <a:gd name="connsiteX20" fmla="*/ 98425 w 1371600"/>
              <a:gd name="connsiteY20" fmla="*/ 908050 h 1273175"/>
              <a:gd name="connsiteX21" fmla="*/ 101600 w 1371600"/>
              <a:gd name="connsiteY21" fmla="*/ 879475 h 1273175"/>
              <a:gd name="connsiteX22" fmla="*/ 111125 w 1371600"/>
              <a:gd name="connsiteY22" fmla="*/ 869950 h 1273175"/>
              <a:gd name="connsiteX23" fmla="*/ 130175 w 1371600"/>
              <a:gd name="connsiteY23" fmla="*/ 863600 h 1273175"/>
              <a:gd name="connsiteX24" fmla="*/ 165100 w 1371600"/>
              <a:gd name="connsiteY24" fmla="*/ 857250 h 1273175"/>
              <a:gd name="connsiteX25" fmla="*/ 174625 w 1371600"/>
              <a:gd name="connsiteY25" fmla="*/ 850900 h 1273175"/>
              <a:gd name="connsiteX26" fmla="*/ 180975 w 1371600"/>
              <a:gd name="connsiteY26" fmla="*/ 841375 h 1273175"/>
              <a:gd name="connsiteX27" fmla="*/ 200025 w 1371600"/>
              <a:gd name="connsiteY27" fmla="*/ 828675 h 1273175"/>
              <a:gd name="connsiteX28" fmla="*/ 209550 w 1371600"/>
              <a:gd name="connsiteY28" fmla="*/ 822325 h 1273175"/>
              <a:gd name="connsiteX29" fmla="*/ 228600 w 1371600"/>
              <a:gd name="connsiteY29" fmla="*/ 793750 h 1273175"/>
              <a:gd name="connsiteX30" fmla="*/ 234950 w 1371600"/>
              <a:gd name="connsiteY30" fmla="*/ 784225 h 1273175"/>
              <a:gd name="connsiteX31" fmla="*/ 254000 w 1371600"/>
              <a:gd name="connsiteY31" fmla="*/ 777875 h 1273175"/>
              <a:gd name="connsiteX32" fmla="*/ 263525 w 1371600"/>
              <a:gd name="connsiteY32" fmla="*/ 771525 h 1273175"/>
              <a:gd name="connsiteX33" fmla="*/ 273050 w 1371600"/>
              <a:gd name="connsiteY33" fmla="*/ 768350 h 1273175"/>
              <a:gd name="connsiteX34" fmla="*/ 282575 w 1371600"/>
              <a:gd name="connsiteY34" fmla="*/ 762000 h 1273175"/>
              <a:gd name="connsiteX35" fmla="*/ 301625 w 1371600"/>
              <a:gd name="connsiteY35" fmla="*/ 752475 h 1273175"/>
              <a:gd name="connsiteX36" fmla="*/ 314325 w 1371600"/>
              <a:gd name="connsiteY36" fmla="*/ 733425 h 1273175"/>
              <a:gd name="connsiteX37" fmla="*/ 317500 w 1371600"/>
              <a:gd name="connsiteY37" fmla="*/ 720725 h 1273175"/>
              <a:gd name="connsiteX38" fmla="*/ 336550 w 1371600"/>
              <a:gd name="connsiteY38" fmla="*/ 711200 h 1273175"/>
              <a:gd name="connsiteX39" fmla="*/ 349250 w 1371600"/>
              <a:gd name="connsiteY39" fmla="*/ 727075 h 1273175"/>
              <a:gd name="connsiteX40" fmla="*/ 352425 w 1371600"/>
              <a:gd name="connsiteY40" fmla="*/ 717550 h 1273175"/>
              <a:gd name="connsiteX41" fmla="*/ 346075 w 1371600"/>
              <a:gd name="connsiteY41" fmla="*/ 698500 h 1273175"/>
              <a:gd name="connsiteX42" fmla="*/ 349250 w 1371600"/>
              <a:gd name="connsiteY42" fmla="*/ 663575 h 1273175"/>
              <a:gd name="connsiteX43" fmla="*/ 361950 w 1371600"/>
              <a:gd name="connsiteY43" fmla="*/ 635000 h 1273175"/>
              <a:gd name="connsiteX44" fmla="*/ 368300 w 1371600"/>
              <a:gd name="connsiteY44" fmla="*/ 615950 h 1273175"/>
              <a:gd name="connsiteX45" fmla="*/ 371475 w 1371600"/>
              <a:gd name="connsiteY45" fmla="*/ 606425 h 1273175"/>
              <a:gd name="connsiteX46" fmla="*/ 374650 w 1371600"/>
              <a:gd name="connsiteY46" fmla="*/ 596900 h 1273175"/>
              <a:gd name="connsiteX47" fmla="*/ 377825 w 1371600"/>
              <a:gd name="connsiteY47" fmla="*/ 457200 h 1273175"/>
              <a:gd name="connsiteX48" fmla="*/ 381000 w 1371600"/>
              <a:gd name="connsiteY48" fmla="*/ 447675 h 1273175"/>
              <a:gd name="connsiteX49" fmla="*/ 393700 w 1371600"/>
              <a:gd name="connsiteY49" fmla="*/ 428625 h 1273175"/>
              <a:gd name="connsiteX50" fmla="*/ 409575 w 1371600"/>
              <a:gd name="connsiteY50" fmla="*/ 400050 h 1273175"/>
              <a:gd name="connsiteX51" fmla="*/ 419100 w 1371600"/>
              <a:gd name="connsiteY51" fmla="*/ 393700 h 1273175"/>
              <a:gd name="connsiteX52" fmla="*/ 425450 w 1371600"/>
              <a:gd name="connsiteY52" fmla="*/ 374650 h 1273175"/>
              <a:gd name="connsiteX53" fmla="*/ 428625 w 1371600"/>
              <a:gd name="connsiteY53" fmla="*/ 365125 h 1273175"/>
              <a:gd name="connsiteX54" fmla="*/ 431800 w 1371600"/>
              <a:gd name="connsiteY54" fmla="*/ 349250 h 1273175"/>
              <a:gd name="connsiteX55" fmla="*/ 438150 w 1371600"/>
              <a:gd name="connsiteY55" fmla="*/ 311150 h 1273175"/>
              <a:gd name="connsiteX56" fmla="*/ 441325 w 1371600"/>
              <a:gd name="connsiteY56" fmla="*/ 301625 h 1273175"/>
              <a:gd name="connsiteX57" fmla="*/ 450850 w 1371600"/>
              <a:gd name="connsiteY57" fmla="*/ 295275 h 1273175"/>
              <a:gd name="connsiteX58" fmla="*/ 469900 w 1371600"/>
              <a:gd name="connsiteY58" fmla="*/ 279400 h 1273175"/>
              <a:gd name="connsiteX59" fmla="*/ 476250 w 1371600"/>
              <a:gd name="connsiteY59" fmla="*/ 269875 h 1273175"/>
              <a:gd name="connsiteX60" fmla="*/ 485775 w 1371600"/>
              <a:gd name="connsiteY60" fmla="*/ 250825 h 1273175"/>
              <a:gd name="connsiteX61" fmla="*/ 504825 w 1371600"/>
              <a:gd name="connsiteY61" fmla="*/ 238125 h 1273175"/>
              <a:gd name="connsiteX62" fmla="*/ 530225 w 1371600"/>
              <a:gd name="connsiteY62" fmla="*/ 200025 h 1273175"/>
              <a:gd name="connsiteX63" fmla="*/ 536575 w 1371600"/>
              <a:gd name="connsiteY63" fmla="*/ 190500 h 1273175"/>
              <a:gd name="connsiteX64" fmla="*/ 542925 w 1371600"/>
              <a:gd name="connsiteY64" fmla="*/ 180975 h 1273175"/>
              <a:gd name="connsiteX65" fmla="*/ 561975 w 1371600"/>
              <a:gd name="connsiteY65" fmla="*/ 168275 h 1273175"/>
              <a:gd name="connsiteX66" fmla="*/ 574675 w 1371600"/>
              <a:gd name="connsiteY66" fmla="*/ 149225 h 1273175"/>
              <a:gd name="connsiteX67" fmla="*/ 581025 w 1371600"/>
              <a:gd name="connsiteY67" fmla="*/ 82550 h 1273175"/>
              <a:gd name="connsiteX68" fmla="*/ 584200 w 1371600"/>
              <a:gd name="connsiteY68" fmla="*/ 73025 h 1273175"/>
              <a:gd name="connsiteX69" fmla="*/ 612775 w 1371600"/>
              <a:gd name="connsiteY69" fmla="*/ 63500 h 1273175"/>
              <a:gd name="connsiteX70" fmla="*/ 622300 w 1371600"/>
              <a:gd name="connsiteY70" fmla="*/ 60325 h 1273175"/>
              <a:gd name="connsiteX71" fmla="*/ 625475 w 1371600"/>
              <a:gd name="connsiteY71" fmla="*/ 50800 h 1273175"/>
              <a:gd name="connsiteX72" fmla="*/ 657225 w 1371600"/>
              <a:gd name="connsiteY72" fmla="*/ 19050 h 1273175"/>
              <a:gd name="connsiteX73" fmla="*/ 676275 w 1371600"/>
              <a:gd name="connsiteY73" fmla="*/ 12700 h 1273175"/>
              <a:gd name="connsiteX74" fmla="*/ 685800 w 1371600"/>
              <a:gd name="connsiteY74" fmla="*/ 15875 h 1273175"/>
              <a:gd name="connsiteX75" fmla="*/ 701675 w 1371600"/>
              <a:gd name="connsiteY75" fmla="*/ 28575 h 1273175"/>
              <a:gd name="connsiteX76" fmla="*/ 708025 w 1371600"/>
              <a:gd name="connsiteY76" fmla="*/ 38100 h 1273175"/>
              <a:gd name="connsiteX77" fmla="*/ 730250 w 1371600"/>
              <a:gd name="connsiteY77" fmla="*/ 38100 h 1273175"/>
              <a:gd name="connsiteX78" fmla="*/ 736600 w 1371600"/>
              <a:gd name="connsiteY78" fmla="*/ 28575 h 1273175"/>
              <a:gd name="connsiteX79" fmla="*/ 742950 w 1371600"/>
              <a:gd name="connsiteY79" fmla="*/ 9525 h 1273175"/>
              <a:gd name="connsiteX80" fmla="*/ 749300 w 1371600"/>
              <a:gd name="connsiteY80" fmla="*/ 0 h 1273175"/>
              <a:gd name="connsiteX81" fmla="*/ 762000 w 1371600"/>
              <a:gd name="connsiteY81" fmla="*/ 3175 h 1273175"/>
              <a:gd name="connsiteX82" fmla="*/ 781050 w 1371600"/>
              <a:gd name="connsiteY82" fmla="*/ 15875 h 1273175"/>
              <a:gd name="connsiteX83" fmla="*/ 800100 w 1371600"/>
              <a:gd name="connsiteY83" fmla="*/ 22225 h 1273175"/>
              <a:gd name="connsiteX84" fmla="*/ 809625 w 1371600"/>
              <a:gd name="connsiteY84" fmla="*/ 28575 h 1273175"/>
              <a:gd name="connsiteX85" fmla="*/ 825500 w 1371600"/>
              <a:gd name="connsiteY85" fmla="*/ 31750 h 1273175"/>
              <a:gd name="connsiteX86" fmla="*/ 838200 w 1371600"/>
              <a:gd name="connsiteY86" fmla="*/ 34925 h 1273175"/>
              <a:gd name="connsiteX87" fmla="*/ 866775 w 1371600"/>
              <a:gd name="connsiteY87" fmla="*/ 41275 h 1273175"/>
              <a:gd name="connsiteX88" fmla="*/ 873125 w 1371600"/>
              <a:gd name="connsiteY88" fmla="*/ 60325 h 1273175"/>
              <a:gd name="connsiteX89" fmla="*/ 876300 w 1371600"/>
              <a:gd name="connsiteY89" fmla="*/ 69850 h 1273175"/>
              <a:gd name="connsiteX90" fmla="*/ 889000 w 1371600"/>
              <a:gd name="connsiteY90" fmla="*/ 88900 h 1273175"/>
              <a:gd name="connsiteX91" fmla="*/ 895350 w 1371600"/>
              <a:gd name="connsiteY91" fmla="*/ 98425 h 1273175"/>
              <a:gd name="connsiteX92" fmla="*/ 901700 w 1371600"/>
              <a:gd name="connsiteY92" fmla="*/ 117475 h 1273175"/>
              <a:gd name="connsiteX93" fmla="*/ 911225 w 1371600"/>
              <a:gd name="connsiteY93" fmla="*/ 136525 h 1273175"/>
              <a:gd name="connsiteX94" fmla="*/ 920750 w 1371600"/>
              <a:gd name="connsiteY94" fmla="*/ 142875 h 1273175"/>
              <a:gd name="connsiteX95" fmla="*/ 946150 w 1371600"/>
              <a:gd name="connsiteY95" fmla="*/ 165100 h 1273175"/>
              <a:gd name="connsiteX96" fmla="*/ 955675 w 1371600"/>
              <a:gd name="connsiteY96" fmla="*/ 168275 h 1273175"/>
              <a:gd name="connsiteX97" fmla="*/ 974725 w 1371600"/>
              <a:gd name="connsiteY97" fmla="*/ 180975 h 1273175"/>
              <a:gd name="connsiteX98" fmla="*/ 981075 w 1371600"/>
              <a:gd name="connsiteY98" fmla="*/ 190500 h 1273175"/>
              <a:gd name="connsiteX99" fmla="*/ 1000125 w 1371600"/>
              <a:gd name="connsiteY99" fmla="*/ 203200 h 1273175"/>
              <a:gd name="connsiteX100" fmla="*/ 1012825 w 1371600"/>
              <a:gd name="connsiteY100" fmla="*/ 215900 h 1273175"/>
              <a:gd name="connsiteX101" fmla="*/ 1031875 w 1371600"/>
              <a:gd name="connsiteY101" fmla="*/ 228600 h 1273175"/>
              <a:gd name="connsiteX102" fmla="*/ 1050925 w 1371600"/>
              <a:gd name="connsiteY102" fmla="*/ 257175 h 1273175"/>
              <a:gd name="connsiteX103" fmla="*/ 1057275 w 1371600"/>
              <a:gd name="connsiteY103" fmla="*/ 266700 h 1273175"/>
              <a:gd name="connsiteX104" fmla="*/ 1082675 w 1371600"/>
              <a:gd name="connsiteY104" fmla="*/ 288925 h 1273175"/>
              <a:gd name="connsiteX105" fmla="*/ 1120775 w 1371600"/>
              <a:gd name="connsiteY105" fmla="*/ 307975 h 1273175"/>
              <a:gd name="connsiteX106" fmla="*/ 1130300 w 1371600"/>
              <a:gd name="connsiteY106" fmla="*/ 314325 h 1273175"/>
              <a:gd name="connsiteX107" fmla="*/ 1136650 w 1371600"/>
              <a:gd name="connsiteY107" fmla="*/ 323850 h 1273175"/>
              <a:gd name="connsiteX108" fmla="*/ 1146175 w 1371600"/>
              <a:gd name="connsiteY108" fmla="*/ 327025 h 1273175"/>
              <a:gd name="connsiteX109" fmla="*/ 1155700 w 1371600"/>
              <a:gd name="connsiteY109" fmla="*/ 333375 h 1273175"/>
              <a:gd name="connsiteX110" fmla="*/ 1165225 w 1371600"/>
              <a:gd name="connsiteY110" fmla="*/ 336550 h 1273175"/>
              <a:gd name="connsiteX111" fmla="*/ 1193800 w 1371600"/>
              <a:gd name="connsiteY111" fmla="*/ 349250 h 1273175"/>
              <a:gd name="connsiteX112" fmla="*/ 1203325 w 1371600"/>
              <a:gd name="connsiteY112" fmla="*/ 352425 h 1273175"/>
              <a:gd name="connsiteX113" fmla="*/ 1212850 w 1371600"/>
              <a:gd name="connsiteY113" fmla="*/ 355600 h 1273175"/>
              <a:gd name="connsiteX114" fmla="*/ 1231900 w 1371600"/>
              <a:gd name="connsiteY114" fmla="*/ 365125 h 1273175"/>
              <a:gd name="connsiteX115" fmla="*/ 1250950 w 1371600"/>
              <a:gd name="connsiteY115" fmla="*/ 368300 h 1273175"/>
              <a:gd name="connsiteX116" fmla="*/ 1260475 w 1371600"/>
              <a:gd name="connsiteY116" fmla="*/ 371475 h 1273175"/>
              <a:gd name="connsiteX117" fmla="*/ 1279525 w 1371600"/>
              <a:gd name="connsiteY117" fmla="*/ 374650 h 1273175"/>
              <a:gd name="connsiteX118" fmla="*/ 1292225 w 1371600"/>
              <a:gd name="connsiteY118" fmla="*/ 377825 h 1273175"/>
              <a:gd name="connsiteX119" fmla="*/ 1311275 w 1371600"/>
              <a:gd name="connsiteY119" fmla="*/ 384175 h 1273175"/>
              <a:gd name="connsiteX120" fmla="*/ 1330325 w 1371600"/>
              <a:gd name="connsiteY120" fmla="*/ 387350 h 1273175"/>
              <a:gd name="connsiteX121" fmla="*/ 1349375 w 1371600"/>
              <a:gd name="connsiteY121" fmla="*/ 393700 h 1273175"/>
              <a:gd name="connsiteX122" fmla="*/ 1365250 w 1371600"/>
              <a:gd name="connsiteY122" fmla="*/ 422275 h 1273175"/>
              <a:gd name="connsiteX123" fmla="*/ 1371600 w 1371600"/>
              <a:gd name="connsiteY123" fmla="*/ 485775 h 12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371600" h="1273175">
                <a:moveTo>
                  <a:pt x="0" y="1273175"/>
                </a:moveTo>
                <a:cubicBezTo>
                  <a:pt x="1058" y="1267883"/>
                  <a:pt x="498" y="1261985"/>
                  <a:pt x="3175" y="1257300"/>
                </a:cubicBezTo>
                <a:cubicBezTo>
                  <a:pt x="5068" y="1253987"/>
                  <a:pt x="10187" y="1253822"/>
                  <a:pt x="12700" y="1250950"/>
                </a:cubicBezTo>
                <a:cubicBezTo>
                  <a:pt x="17726" y="1245207"/>
                  <a:pt x="22987" y="1239140"/>
                  <a:pt x="25400" y="1231900"/>
                </a:cubicBezTo>
                <a:cubicBezTo>
                  <a:pt x="40490" y="1186629"/>
                  <a:pt x="25328" y="1233739"/>
                  <a:pt x="34925" y="1200150"/>
                </a:cubicBezTo>
                <a:cubicBezTo>
                  <a:pt x="35844" y="1196932"/>
                  <a:pt x="36009" y="1193238"/>
                  <a:pt x="38100" y="1190625"/>
                </a:cubicBezTo>
                <a:cubicBezTo>
                  <a:pt x="43829" y="1183464"/>
                  <a:pt x="52416" y="1183360"/>
                  <a:pt x="60325" y="1181100"/>
                </a:cubicBezTo>
                <a:cubicBezTo>
                  <a:pt x="71827" y="1177814"/>
                  <a:pt x="68939" y="1178532"/>
                  <a:pt x="79375" y="1171575"/>
                </a:cubicBezTo>
                <a:cubicBezTo>
                  <a:pt x="85713" y="1152562"/>
                  <a:pt x="83521" y="1163467"/>
                  <a:pt x="79375" y="1130300"/>
                </a:cubicBezTo>
                <a:cubicBezTo>
                  <a:pt x="78577" y="1123912"/>
                  <a:pt x="77179" y="1117613"/>
                  <a:pt x="76200" y="1111250"/>
                </a:cubicBezTo>
                <a:cubicBezTo>
                  <a:pt x="72031" y="1084148"/>
                  <a:pt x="75625" y="1096824"/>
                  <a:pt x="69850" y="1079500"/>
                </a:cubicBezTo>
                <a:cubicBezTo>
                  <a:pt x="68792" y="1066800"/>
                  <a:pt x="68359" y="1054032"/>
                  <a:pt x="66675" y="1041400"/>
                </a:cubicBezTo>
                <a:cubicBezTo>
                  <a:pt x="65021" y="1028994"/>
                  <a:pt x="62247" y="1033817"/>
                  <a:pt x="57150" y="1022350"/>
                </a:cubicBezTo>
                <a:cubicBezTo>
                  <a:pt x="51114" y="1008769"/>
                  <a:pt x="51319" y="1003530"/>
                  <a:pt x="47625" y="990600"/>
                </a:cubicBezTo>
                <a:cubicBezTo>
                  <a:pt x="46706" y="987382"/>
                  <a:pt x="45508" y="984250"/>
                  <a:pt x="44450" y="981075"/>
                </a:cubicBezTo>
                <a:cubicBezTo>
                  <a:pt x="45508" y="973667"/>
                  <a:pt x="43607" y="965164"/>
                  <a:pt x="47625" y="958850"/>
                </a:cubicBezTo>
                <a:cubicBezTo>
                  <a:pt x="51722" y="952411"/>
                  <a:pt x="66675" y="946150"/>
                  <a:pt x="66675" y="946150"/>
                </a:cubicBezTo>
                <a:cubicBezTo>
                  <a:pt x="67733" y="942975"/>
                  <a:pt x="67237" y="938716"/>
                  <a:pt x="69850" y="936625"/>
                </a:cubicBezTo>
                <a:cubicBezTo>
                  <a:pt x="73257" y="933899"/>
                  <a:pt x="78539" y="935169"/>
                  <a:pt x="82550" y="933450"/>
                </a:cubicBezTo>
                <a:cubicBezTo>
                  <a:pt x="86057" y="931947"/>
                  <a:pt x="88900" y="929217"/>
                  <a:pt x="92075" y="927100"/>
                </a:cubicBezTo>
                <a:cubicBezTo>
                  <a:pt x="94192" y="920750"/>
                  <a:pt x="97686" y="914703"/>
                  <a:pt x="98425" y="908050"/>
                </a:cubicBezTo>
                <a:cubicBezTo>
                  <a:pt x="99483" y="898525"/>
                  <a:pt x="98569" y="888567"/>
                  <a:pt x="101600" y="879475"/>
                </a:cubicBezTo>
                <a:cubicBezTo>
                  <a:pt x="103020" y="875215"/>
                  <a:pt x="107200" y="872131"/>
                  <a:pt x="111125" y="869950"/>
                </a:cubicBezTo>
                <a:cubicBezTo>
                  <a:pt x="116976" y="866699"/>
                  <a:pt x="123611" y="864913"/>
                  <a:pt x="130175" y="863600"/>
                </a:cubicBezTo>
                <a:cubicBezTo>
                  <a:pt x="152363" y="859162"/>
                  <a:pt x="140727" y="861312"/>
                  <a:pt x="165100" y="857250"/>
                </a:cubicBezTo>
                <a:cubicBezTo>
                  <a:pt x="168275" y="855133"/>
                  <a:pt x="171927" y="853598"/>
                  <a:pt x="174625" y="850900"/>
                </a:cubicBezTo>
                <a:cubicBezTo>
                  <a:pt x="177323" y="848202"/>
                  <a:pt x="178103" y="843888"/>
                  <a:pt x="180975" y="841375"/>
                </a:cubicBezTo>
                <a:cubicBezTo>
                  <a:pt x="186718" y="836349"/>
                  <a:pt x="193675" y="832908"/>
                  <a:pt x="200025" y="828675"/>
                </a:cubicBezTo>
                <a:lnTo>
                  <a:pt x="209550" y="822325"/>
                </a:lnTo>
                <a:lnTo>
                  <a:pt x="228600" y="793750"/>
                </a:lnTo>
                <a:cubicBezTo>
                  <a:pt x="230717" y="790575"/>
                  <a:pt x="231330" y="785432"/>
                  <a:pt x="234950" y="784225"/>
                </a:cubicBezTo>
                <a:cubicBezTo>
                  <a:pt x="241300" y="782108"/>
                  <a:pt x="248431" y="781588"/>
                  <a:pt x="254000" y="777875"/>
                </a:cubicBezTo>
                <a:cubicBezTo>
                  <a:pt x="257175" y="775758"/>
                  <a:pt x="260112" y="773232"/>
                  <a:pt x="263525" y="771525"/>
                </a:cubicBezTo>
                <a:cubicBezTo>
                  <a:pt x="266518" y="770028"/>
                  <a:pt x="270057" y="769847"/>
                  <a:pt x="273050" y="768350"/>
                </a:cubicBezTo>
                <a:cubicBezTo>
                  <a:pt x="276463" y="766643"/>
                  <a:pt x="279162" y="763707"/>
                  <a:pt x="282575" y="762000"/>
                </a:cubicBezTo>
                <a:cubicBezTo>
                  <a:pt x="308865" y="748855"/>
                  <a:pt x="274328" y="770673"/>
                  <a:pt x="301625" y="752475"/>
                </a:cubicBezTo>
                <a:cubicBezTo>
                  <a:pt x="305858" y="746125"/>
                  <a:pt x="312474" y="740829"/>
                  <a:pt x="314325" y="733425"/>
                </a:cubicBezTo>
                <a:cubicBezTo>
                  <a:pt x="315383" y="729192"/>
                  <a:pt x="315079" y="724356"/>
                  <a:pt x="317500" y="720725"/>
                </a:cubicBezTo>
                <a:cubicBezTo>
                  <a:pt x="321017" y="715449"/>
                  <a:pt x="331117" y="713011"/>
                  <a:pt x="336550" y="711200"/>
                </a:cubicBezTo>
                <a:cubicBezTo>
                  <a:pt x="337887" y="715210"/>
                  <a:pt x="340412" y="729284"/>
                  <a:pt x="349250" y="727075"/>
                </a:cubicBezTo>
                <a:cubicBezTo>
                  <a:pt x="352497" y="726263"/>
                  <a:pt x="351367" y="720725"/>
                  <a:pt x="352425" y="717550"/>
                </a:cubicBezTo>
                <a:cubicBezTo>
                  <a:pt x="350308" y="711200"/>
                  <a:pt x="345469" y="705166"/>
                  <a:pt x="346075" y="698500"/>
                </a:cubicBezTo>
                <a:cubicBezTo>
                  <a:pt x="347133" y="686858"/>
                  <a:pt x="347219" y="675087"/>
                  <a:pt x="349250" y="663575"/>
                </a:cubicBezTo>
                <a:cubicBezTo>
                  <a:pt x="354783" y="632219"/>
                  <a:pt x="353041" y="655046"/>
                  <a:pt x="361950" y="635000"/>
                </a:cubicBezTo>
                <a:cubicBezTo>
                  <a:pt x="364668" y="628883"/>
                  <a:pt x="366183" y="622300"/>
                  <a:pt x="368300" y="615950"/>
                </a:cubicBezTo>
                <a:lnTo>
                  <a:pt x="371475" y="606425"/>
                </a:lnTo>
                <a:lnTo>
                  <a:pt x="374650" y="596900"/>
                </a:lnTo>
                <a:cubicBezTo>
                  <a:pt x="375708" y="550333"/>
                  <a:pt x="375845" y="503737"/>
                  <a:pt x="377825" y="457200"/>
                </a:cubicBezTo>
                <a:cubicBezTo>
                  <a:pt x="377967" y="453856"/>
                  <a:pt x="379375" y="450601"/>
                  <a:pt x="381000" y="447675"/>
                </a:cubicBezTo>
                <a:cubicBezTo>
                  <a:pt x="384706" y="441004"/>
                  <a:pt x="391287" y="435865"/>
                  <a:pt x="393700" y="428625"/>
                </a:cubicBezTo>
                <a:cubicBezTo>
                  <a:pt x="397009" y="418699"/>
                  <a:pt x="400217" y="406288"/>
                  <a:pt x="409575" y="400050"/>
                </a:cubicBezTo>
                <a:lnTo>
                  <a:pt x="419100" y="393700"/>
                </a:lnTo>
                <a:lnTo>
                  <a:pt x="425450" y="374650"/>
                </a:lnTo>
                <a:cubicBezTo>
                  <a:pt x="426508" y="371475"/>
                  <a:pt x="427969" y="368407"/>
                  <a:pt x="428625" y="365125"/>
                </a:cubicBezTo>
                <a:cubicBezTo>
                  <a:pt x="429683" y="359833"/>
                  <a:pt x="430862" y="354564"/>
                  <a:pt x="431800" y="349250"/>
                </a:cubicBezTo>
                <a:cubicBezTo>
                  <a:pt x="434038" y="336571"/>
                  <a:pt x="434079" y="323364"/>
                  <a:pt x="438150" y="311150"/>
                </a:cubicBezTo>
                <a:cubicBezTo>
                  <a:pt x="439208" y="307975"/>
                  <a:pt x="439234" y="304238"/>
                  <a:pt x="441325" y="301625"/>
                </a:cubicBezTo>
                <a:cubicBezTo>
                  <a:pt x="443709" y="298645"/>
                  <a:pt x="447919" y="297718"/>
                  <a:pt x="450850" y="295275"/>
                </a:cubicBezTo>
                <a:cubicBezTo>
                  <a:pt x="475296" y="274903"/>
                  <a:pt x="446251" y="295166"/>
                  <a:pt x="469900" y="279400"/>
                </a:cubicBezTo>
                <a:cubicBezTo>
                  <a:pt x="472017" y="276225"/>
                  <a:pt x="474543" y="273288"/>
                  <a:pt x="476250" y="269875"/>
                </a:cubicBezTo>
                <a:cubicBezTo>
                  <a:pt x="480528" y="261319"/>
                  <a:pt x="477687" y="257902"/>
                  <a:pt x="485775" y="250825"/>
                </a:cubicBezTo>
                <a:cubicBezTo>
                  <a:pt x="491518" y="245799"/>
                  <a:pt x="504825" y="238125"/>
                  <a:pt x="504825" y="238125"/>
                </a:cubicBezTo>
                <a:lnTo>
                  <a:pt x="530225" y="200025"/>
                </a:lnTo>
                <a:lnTo>
                  <a:pt x="536575" y="190500"/>
                </a:lnTo>
                <a:cubicBezTo>
                  <a:pt x="538692" y="187325"/>
                  <a:pt x="539750" y="183092"/>
                  <a:pt x="542925" y="180975"/>
                </a:cubicBezTo>
                <a:lnTo>
                  <a:pt x="561975" y="168275"/>
                </a:lnTo>
                <a:cubicBezTo>
                  <a:pt x="566208" y="161925"/>
                  <a:pt x="573951" y="156822"/>
                  <a:pt x="574675" y="149225"/>
                </a:cubicBezTo>
                <a:cubicBezTo>
                  <a:pt x="576792" y="127000"/>
                  <a:pt x="573965" y="103730"/>
                  <a:pt x="581025" y="82550"/>
                </a:cubicBezTo>
                <a:cubicBezTo>
                  <a:pt x="582083" y="79375"/>
                  <a:pt x="582109" y="75638"/>
                  <a:pt x="584200" y="73025"/>
                </a:cubicBezTo>
                <a:cubicBezTo>
                  <a:pt x="591366" y="64067"/>
                  <a:pt x="602977" y="65677"/>
                  <a:pt x="612775" y="63500"/>
                </a:cubicBezTo>
                <a:cubicBezTo>
                  <a:pt x="616042" y="62774"/>
                  <a:pt x="619125" y="61383"/>
                  <a:pt x="622300" y="60325"/>
                </a:cubicBezTo>
                <a:cubicBezTo>
                  <a:pt x="623358" y="57150"/>
                  <a:pt x="623850" y="53726"/>
                  <a:pt x="625475" y="50800"/>
                </a:cubicBezTo>
                <a:cubicBezTo>
                  <a:pt x="633172" y="36945"/>
                  <a:pt x="641061" y="24438"/>
                  <a:pt x="657225" y="19050"/>
                </a:cubicBezTo>
                <a:lnTo>
                  <a:pt x="676275" y="12700"/>
                </a:lnTo>
                <a:cubicBezTo>
                  <a:pt x="679450" y="13758"/>
                  <a:pt x="683187" y="13784"/>
                  <a:pt x="685800" y="15875"/>
                </a:cubicBezTo>
                <a:cubicBezTo>
                  <a:pt x="706316" y="32288"/>
                  <a:pt x="677734" y="20595"/>
                  <a:pt x="701675" y="28575"/>
                </a:cubicBezTo>
                <a:cubicBezTo>
                  <a:pt x="703792" y="31750"/>
                  <a:pt x="705045" y="35716"/>
                  <a:pt x="708025" y="38100"/>
                </a:cubicBezTo>
                <a:cubicBezTo>
                  <a:pt x="715616" y="44173"/>
                  <a:pt x="722222" y="40107"/>
                  <a:pt x="730250" y="38100"/>
                </a:cubicBezTo>
                <a:cubicBezTo>
                  <a:pt x="732367" y="34925"/>
                  <a:pt x="735050" y="32062"/>
                  <a:pt x="736600" y="28575"/>
                </a:cubicBezTo>
                <a:cubicBezTo>
                  <a:pt x="739318" y="22458"/>
                  <a:pt x="739237" y="15094"/>
                  <a:pt x="742950" y="9525"/>
                </a:cubicBezTo>
                <a:lnTo>
                  <a:pt x="749300" y="0"/>
                </a:lnTo>
                <a:cubicBezTo>
                  <a:pt x="753533" y="1058"/>
                  <a:pt x="758097" y="1224"/>
                  <a:pt x="762000" y="3175"/>
                </a:cubicBezTo>
                <a:cubicBezTo>
                  <a:pt x="768826" y="6588"/>
                  <a:pt x="773810" y="13462"/>
                  <a:pt x="781050" y="15875"/>
                </a:cubicBezTo>
                <a:cubicBezTo>
                  <a:pt x="787400" y="17992"/>
                  <a:pt x="794531" y="18512"/>
                  <a:pt x="800100" y="22225"/>
                </a:cubicBezTo>
                <a:cubicBezTo>
                  <a:pt x="803275" y="24342"/>
                  <a:pt x="806052" y="27235"/>
                  <a:pt x="809625" y="28575"/>
                </a:cubicBezTo>
                <a:cubicBezTo>
                  <a:pt x="814678" y="30470"/>
                  <a:pt x="820232" y="30579"/>
                  <a:pt x="825500" y="31750"/>
                </a:cubicBezTo>
                <a:cubicBezTo>
                  <a:pt x="829760" y="32697"/>
                  <a:pt x="833921" y="34069"/>
                  <a:pt x="838200" y="34925"/>
                </a:cubicBezTo>
                <a:cubicBezTo>
                  <a:pt x="866139" y="40513"/>
                  <a:pt x="848238" y="35096"/>
                  <a:pt x="866775" y="41275"/>
                </a:cubicBezTo>
                <a:lnTo>
                  <a:pt x="873125" y="60325"/>
                </a:lnTo>
                <a:cubicBezTo>
                  <a:pt x="874183" y="63500"/>
                  <a:pt x="874444" y="67065"/>
                  <a:pt x="876300" y="69850"/>
                </a:cubicBezTo>
                <a:lnTo>
                  <a:pt x="889000" y="88900"/>
                </a:lnTo>
                <a:cubicBezTo>
                  <a:pt x="891117" y="92075"/>
                  <a:pt x="894143" y="94805"/>
                  <a:pt x="895350" y="98425"/>
                </a:cubicBezTo>
                <a:lnTo>
                  <a:pt x="901700" y="117475"/>
                </a:lnTo>
                <a:cubicBezTo>
                  <a:pt x="904282" y="125222"/>
                  <a:pt x="905070" y="130370"/>
                  <a:pt x="911225" y="136525"/>
                </a:cubicBezTo>
                <a:cubicBezTo>
                  <a:pt x="913923" y="139223"/>
                  <a:pt x="917575" y="140758"/>
                  <a:pt x="920750" y="142875"/>
                </a:cubicBezTo>
                <a:cubicBezTo>
                  <a:pt x="928158" y="153988"/>
                  <a:pt x="930275" y="159808"/>
                  <a:pt x="946150" y="165100"/>
                </a:cubicBezTo>
                <a:cubicBezTo>
                  <a:pt x="949325" y="166158"/>
                  <a:pt x="952749" y="166650"/>
                  <a:pt x="955675" y="168275"/>
                </a:cubicBezTo>
                <a:cubicBezTo>
                  <a:pt x="962346" y="171981"/>
                  <a:pt x="974725" y="180975"/>
                  <a:pt x="974725" y="180975"/>
                </a:cubicBezTo>
                <a:cubicBezTo>
                  <a:pt x="976842" y="184150"/>
                  <a:pt x="978203" y="187987"/>
                  <a:pt x="981075" y="190500"/>
                </a:cubicBezTo>
                <a:cubicBezTo>
                  <a:pt x="986818" y="195526"/>
                  <a:pt x="1000125" y="203200"/>
                  <a:pt x="1000125" y="203200"/>
                </a:cubicBezTo>
                <a:cubicBezTo>
                  <a:pt x="1005513" y="219364"/>
                  <a:pt x="998970" y="208203"/>
                  <a:pt x="1012825" y="215900"/>
                </a:cubicBezTo>
                <a:cubicBezTo>
                  <a:pt x="1019496" y="219606"/>
                  <a:pt x="1031875" y="228600"/>
                  <a:pt x="1031875" y="228600"/>
                </a:cubicBezTo>
                <a:lnTo>
                  <a:pt x="1050925" y="257175"/>
                </a:lnTo>
                <a:lnTo>
                  <a:pt x="1057275" y="266700"/>
                </a:lnTo>
                <a:cubicBezTo>
                  <a:pt x="1064683" y="277813"/>
                  <a:pt x="1066800" y="283633"/>
                  <a:pt x="1082675" y="288925"/>
                </a:cubicBezTo>
                <a:cubicBezTo>
                  <a:pt x="1108965" y="297688"/>
                  <a:pt x="1096156" y="291562"/>
                  <a:pt x="1120775" y="307975"/>
                </a:cubicBezTo>
                <a:lnTo>
                  <a:pt x="1130300" y="314325"/>
                </a:lnTo>
                <a:cubicBezTo>
                  <a:pt x="1132417" y="317500"/>
                  <a:pt x="1133670" y="321466"/>
                  <a:pt x="1136650" y="323850"/>
                </a:cubicBezTo>
                <a:cubicBezTo>
                  <a:pt x="1139263" y="325941"/>
                  <a:pt x="1143182" y="325528"/>
                  <a:pt x="1146175" y="327025"/>
                </a:cubicBezTo>
                <a:cubicBezTo>
                  <a:pt x="1149588" y="328732"/>
                  <a:pt x="1152287" y="331668"/>
                  <a:pt x="1155700" y="333375"/>
                </a:cubicBezTo>
                <a:cubicBezTo>
                  <a:pt x="1158693" y="334872"/>
                  <a:pt x="1162232" y="335053"/>
                  <a:pt x="1165225" y="336550"/>
                </a:cubicBezTo>
                <a:cubicBezTo>
                  <a:pt x="1195414" y="351644"/>
                  <a:pt x="1144653" y="332868"/>
                  <a:pt x="1193800" y="349250"/>
                </a:cubicBezTo>
                <a:lnTo>
                  <a:pt x="1203325" y="352425"/>
                </a:lnTo>
                <a:cubicBezTo>
                  <a:pt x="1206500" y="353483"/>
                  <a:pt x="1210065" y="353744"/>
                  <a:pt x="1212850" y="355600"/>
                </a:cubicBezTo>
                <a:cubicBezTo>
                  <a:pt x="1221413" y="361308"/>
                  <a:pt x="1222041" y="362934"/>
                  <a:pt x="1231900" y="365125"/>
                </a:cubicBezTo>
                <a:cubicBezTo>
                  <a:pt x="1238184" y="366522"/>
                  <a:pt x="1244666" y="366903"/>
                  <a:pt x="1250950" y="368300"/>
                </a:cubicBezTo>
                <a:cubicBezTo>
                  <a:pt x="1254217" y="369026"/>
                  <a:pt x="1257208" y="370749"/>
                  <a:pt x="1260475" y="371475"/>
                </a:cubicBezTo>
                <a:cubicBezTo>
                  <a:pt x="1266759" y="372872"/>
                  <a:pt x="1273212" y="373387"/>
                  <a:pt x="1279525" y="374650"/>
                </a:cubicBezTo>
                <a:cubicBezTo>
                  <a:pt x="1283804" y="375506"/>
                  <a:pt x="1288045" y="376571"/>
                  <a:pt x="1292225" y="377825"/>
                </a:cubicBezTo>
                <a:cubicBezTo>
                  <a:pt x="1298636" y="379748"/>
                  <a:pt x="1304673" y="383075"/>
                  <a:pt x="1311275" y="384175"/>
                </a:cubicBezTo>
                <a:cubicBezTo>
                  <a:pt x="1317625" y="385233"/>
                  <a:pt x="1324080" y="385789"/>
                  <a:pt x="1330325" y="387350"/>
                </a:cubicBezTo>
                <a:cubicBezTo>
                  <a:pt x="1336819" y="388973"/>
                  <a:pt x="1349375" y="393700"/>
                  <a:pt x="1349375" y="393700"/>
                </a:cubicBezTo>
                <a:cubicBezTo>
                  <a:pt x="1363931" y="415535"/>
                  <a:pt x="1359662" y="405510"/>
                  <a:pt x="1365250" y="422275"/>
                </a:cubicBezTo>
                <a:cubicBezTo>
                  <a:pt x="1368259" y="443338"/>
                  <a:pt x="1371600" y="464407"/>
                  <a:pt x="1371600" y="485775"/>
                </a:cubicBez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FE10D00-16C5-414B-B84D-55705F662B28}"/>
              </a:ext>
            </a:extLst>
          </p:cNvPr>
          <p:cNvSpPr txBox="1"/>
          <p:nvPr/>
        </p:nvSpPr>
        <p:spPr>
          <a:xfrm rot="18113205">
            <a:off x="3543139" y="3164230"/>
            <a:ext cx="1371601" cy="276999"/>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Indus River</a:t>
            </a:r>
          </a:p>
        </p:txBody>
      </p:sp>
      <p:sp>
        <p:nvSpPr>
          <p:cNvPr id="3" name="Freeform 2">
            <a:extLst>
              <a:ext uri="{FF2B5EF4-FFF2-40B4-BE49-F238E27FC236}">
                <a16:creationId xmlns:a16="http://schemas.microsoft.com/office/drawing/2014/main" id="{F26BE63A-A7CA-4B4A-8843-2E2827FEED3A}"/>
              </a:ext>
            </a:extLst>
          </p:cNvPr>
          <p:cNvSpPr/>
          <p:nvPr/>
        </p:nvSpPr>
        <p:spPr>
          <a:xfrm>
            <a:off x="5108575" y="3276600"/>
            <a:ext cx="1301750" cy="860425"/>
          </a:xfrm>
          <a:custGeom>
            <a:avLst/>
            <a:gdLst>
              <a:gd name="connsiteX0" fmla="*/ 104775 w 1301750"/>
              <a:gd name="connsiteY0" fmla="*/ 0 h 860425"/>
              <a:gd name="connsiteX1" fmla="*/ 88900 w 1301750"/>
              <a:gd name="connsiteY1" fmla="*/ 6350 h 860425"/>
              <a:gd name="connsiteX2" fmla="*/ 76200 w 1301750"/>
              <a:gd name="connsiteY2" fmla="*/ 25400 h 860425"/>
              <a:gd name="connsiteX3" fmla="*/ 66675 w 1301750"/>
              <a:gd name="connsiteY3" fmla="*/ 44450 h 860425"/>
              <a:gd name="connsiteX4" fmla="*/ 57150 w 1301750"/>
              <a:gd name="connsiteY4" fmla="*/ 47625 h 860425"/>
              <a:gd name="connsiteX5" fmla="*/ 22225 w 1301750"/>
              <a:gd name="connsiteY5" fmla="*/ 50800 h 860425"/>
              <a:gd name="connsiteX6" fmla="*/ 15875 w 1301750"/>
              <a:gd name="connsiteY6" fmla="*/ 60325 h 860425"/>
              <a:gd name="connsiteX7" fmla="*/ 25400 w 1301750"/>
              <a:gd name="connsiteY7" fmla="*/ 66675 h 860425"/>
              <a:gd name="connsiteX8" fmla="*/ 34925 w 1301750"/>
              <a:gd name="connsiteY8" fmla="*/ 85725 h 860425"/>
              <a:gd name="connsiteX9" fmla="*/ 31750 w 1301750"/>
              <a:gd name="connsiteY9" fmla="*/ 95250 h 860425"/>
              <a:gd name="connsiteX10" fmla="*/ 19050 w 1301750"/>
              <a:gd name="connsiteY10" fmla="*/ 114300 h 860425"/>
              <a:gd name="connsiteX11" fmla="*/ 9525 w 1301750"/>
              <a:gd name="connsiteY11" fmla="*/ 149225 h 860425"/>
              <a:gd name="connsiteX12" fmla="*/ 6350 w 1301750"/>
              <a:gd name="connsiteY12" fmla="*/ 161925 h 860425"/>
              <a:gd name="connsiteX13" fmla="*/ 0 w 1301750"/>
              <a:gd name="connsiteY13" fmla="*/ 180975 h 860425"/>
              <a:gd name="connsiteX14" fmla="*/ 3175 w 1301750"/>
              <a:gd name="connsiteY14" fmla="*/ 241300 h 860425"/>
              <a:gd name="connsiteX15" fmla="*/ 9525 w 1301750"/>
              <a:gd name="connsiteY15" fmla="*/ 260350 h 860425"/>
              <a:gd name="connsiteX16" fmla="*/ 12700 w 1301750"/>
              <a:gd name="connsiteY16" fmla="*/ 269875 h 860425"/>
              <a:gd name="connsiteX17" fmla="*/ 19050 w 1301750"/>
              <a:gd name="connsiteY17" fmla="*/ 279400 h 860425"/>
              <a:gd name="connsiteX18" fmla="*/ 25400 w 1301750"/>
              <a:gd name="connsiteY18" fmla="*/ 298450 h 860425"/>
              <a:gd name="connsiteX19" fmla="*/ 28575 w 1301750"/>
              <a:gd name="connsiteY19" fmla="*/ 307975 h 860425"/>
              <a:gd name="connsiteX20" fmla="*/ 44450 w 1301750"/>
              <a:gd name="connsiteY20" fmla="*/ 327025 h 860425"/>
              <a:gd name="connsiteX21" fmla="*/ 47625 w 1301750"/>
              <a:gd name="connsiteY21" fmla="*/ 336550 h 860425"/>
              <a:gd name="connsiteX22" fmla="*/ 76200 w 1301750"/>
              <a:gd name="connsiteY22" fmla="*/ 358775 h 860425"/>
              <a:gd name="connsiteX23" fmla="*/ 85725 w 1301750"/>
              <a:gd name="connsiteY23" fmla="*/ 361950 h 860425"/>
              <a:gd name="connsiteX24" fmla="*/ 95250 w 1301750"/>
              <a:gd name="connsiteY24" fmla="*/ 368300 h 860425"/>
              <a:gd name="connsiteX25" fmla="*/ 104775 w 1301750"/>
              <a:gd name="connsiteY25" fmla="*/ 371475 h 860425"/>
              <a:gd name="connsiteX26" fmla="*/ 123825 w 1301750"/>
              <a:gd name="connsiteY26" fmla="*/ 381000 h 860425"/>
              <a:gd name="connsiteX27" fmla="*/ 130175 w 1301750"/>
              <a:gd name="connsiteY27" fmla="*/ 390525 h 860425"/>
              <a:gd name="connsiteX28" fmla="*/ 139700 w 1301750"/>
              <a:gd name="connsiteY28" fmla="*/ 396875 h 860425"/>
              <a:gd name="connsiteX29" fmla="*/ 152400 w 1301750"/>
              <a:gd name="connsiteY29" fmla="*/ 415925 h 860425"/>
              <a:gd name="connsiteX30" fmla="*/ 158750 w 1301750"/>
              <a:gd name="connsiteY30" fmla="*/ 425450 h 860425"/>
              <a:gd name="connsiteX31" fmla="*/ 168275 w 1301750"/>
              <a:gd name="connsiteY31" fmla="*/ 431800 h 860425"/>
              <a:gd name="connsiteX32" fmla="*/ 174625 w 1301750"/>
              <a:gd name="connsiteY32" fmla="*/ 441325 h 860425"/>
              <a:gd name="connsiteX33" fmla="*/ 184150 w 1301750"/>
              <a:gd name="connsiteY33" fmla="*/ 444500 h 860425"/>
              <a:gd name="connsiteX34" fmla="*/ 193675 w 1301750"/>
              <a:gd name="connsiteY34" fmla="*/ 450850 h 860425"/>
              <a:gd name="connsiteX35" fmla="*/ 203200 w 1301750"/>
              <a:gd name="connsiteY35" fmla="*/ 469900 h 860425"/>
              <a:gd name="connsiteX36" fmla="*/ 209550 w 1301750"/>
              <a:gd name="connsiteY36" fmla="*/ 492125 h 860425"/>
              <a:gd name="connsiteX37" fmla="*/ 219075 w 1301750"/>
              <a:gd name="connsiteY37" fmla="*/ 498475 h 860425"/>
              <a:gd name="connsiteX38" fmla="*/ 225425 w 1301750"/>
              <a:gd name="connsiteY38" fmla="*/ 508000 h 860425"/>
              <a:gd name="connsiteX39" fmla="*/ 234950 w 1301750"/>
              <a:gd name="connsiteY39" fmla="*/ 511175 h 860425"/>
              <a:gd name="connsiteX40" fmla="*/ 244475 w 1301750"/>
              <a:gd name="connsiteY40" fmla="*/ 517525 h 860425"/>
              <a:gd name="connsiteX41" fmla="*/ 250825 w 1301750"/>
              <a:gd name="connsiteY41" fmla="*/ 536575 h 860425"/>
              <a:gd name="connsiteX42" fmla="*/ 263525 w 1301750"/>
              <a:gd name="connsiteY42" fmla="*/ 555625 h 860425"/>
              <a:gd name="connsiteX43" fmla="*/ 273050 w 1301750"/>
              <a:gd name="connsiteY43" fmla="*/ 561975 h 860425"/>
              <a:gd name="connsiteX44" fmla="*/ 320675 w 1301750"/>
              <a:gd name="connsiteY44" fmla="*/ 571500 h 860425"/>
              <a:gd name="connsiteX45" fmla="*/ 317500 w 1301750"/>
              <a:gd name="connsiteY45" fmla="*/ 587375 h 860425"/>
              <a:gd name="connsiteX46" fmla="*/ 311150 w 1301750"/>
              <a:gd name="connsiteY46" fmla="*/ 596900 h 860425"/>
              <a:gd name="connsiteX47" fmla="*/ 320675 w 1301750"/>
              <a:gd name="connsiteY47" fmla="*/ 603250 h 860425"/>
              <a:gd name="connsiteX48" fmla="*/ 349250 w 1301750"/>
              <a:gd name="connsiteY48" fmla="*/ 603250 h 860425"/>
              <a:gd name="connsiteX49" fmla="*/ 352425 w 1301750"/>
              <a:gd name="connsiteY49" fmla="*/ 612775 h 860425"/>
              <a:gd name="connsiteX50" fmla="*/ 387350 w 1301750"/>
              <a:gd name="connsiteY50" fmla="*/ 628650 h 860425"/>
              <a:gd name="connsiteX51" fmla="*/ 400050 w 1301750"/>
              <a:gd name="connsiteY51" fmla="*/ 647700 h 860425"/>
              <a:gd name="connsiteX52" fmla="*/ 419100 w 1301750"/>
              <a:gd name="connsiteY52" fmla="*/ 660400 h 860425"/>
              <a:gd name="connsiteX53" fmla="*/ 476250 w 1301750"/>
              <a:gd name="connsiteY53" fmla="*/ 657225 h 860425"/>
              <a:gd name="connsiteX54" fmla="*/ 488950 w 1301750"/>
              <a:gd name="connsiteY54" fmla="*/ 641350 h 860425"/>
              <a:gd name="connsiteX55" fmla="*/ 508000 w 1301750"/>
              <a:gd name="connsiteY55" fmla="*/ 635000 h 860425"/>
              <a:gd name="connsiteX56" fmla="*/ 565150 w 1301750"/>
              <a:gd name="connsiteY56" fmla="*/ 635000 h 860425"/>
              <a:gd name="connsiteX57" fmla="*/ 568325 w 1301750"/>
              <a:gd name="connsiteY57" fmla="*/ 625475 h 860425"/>
              <a:gd name="connsiteX58" fmla="*/ 584200 w 1301750"/>
              <a:gd name="connsiteY58" fmla="*/ 612775 h 860425"/>
              <a:gd name="connsiteX59" fmla="*/ 596900 w 1301750"/>
              <a:gd name="connsiteY59" fmla="*/ 615950 h 860425"/>
              <a:gd name="connsiteX60" fmla="*/ 612775 w 1301750"/>
              <a:gd name="connsiteY60" fmla="*/ 603250 h 860425"/>
              <a:gd name="connsiteX61" fmla="*/ 622300 w 1301750"/>
              <a:gd name="connsiteY61" fmla="*/ 596900 h 860425"/>
              <a:gd name="connsiteX62" fmla="*/ 647700 w 1301750"/>
              <a:gd name="connsiteY62" fmla="*/ 593725 h 860425"/>
              <a:gd name="connsiteX63" fmla="*/ 692150 w 1301750"/>
              <a:gd name="connsiteY63" fmla="*/ 596900 h 860425"/>
              <a:gd name="connsiteX64" fmla="*/ 701675 w 1301750"/>
              <a:gd name="connsiteY64" fmla="*/ 600075 h 860425"/>
              <a:gd name="connsiteX65" fmla="*/ 714375 w 1301750"/>
              <a:gd name="connsiteY65" fmla="*/ 603250 h 860425"/>
              <a:gd name="connsiteX66" fmla="*/ 733425 w 1301750"/>
              <a:gd name="connsiteY66" fmla="*/ 609600 h 860425"/>
              <a:gd name="connsiteX67" fmla="*/ 752475 w 1301750"/>
              <a:gd name="connsiteY67" fmla="*/ 612775 h 860425"/>
              <a:gd name="connsiteX68" fmla="*/ 771525 w 1301750"/>
              <a:gd name="connsiteY68" fmla="*/ 619125 h 860425"/>
              <a:gd name="connsiteX69" fmla="*/ 781050 w 1301750"/>
              <a:gd name="connsiteY69" fmla="*/ 622300 h 860425"/>
              <a:gd name="connsiteX70" fmla="*/ 835025 w 1301750"/>
              <a:gd name="connsiteY70" fmla="*/ 628650 h 860425"/>
              <a:gd name="connsiteX71" fmla="*/ 882650 w 1301750"/>
              <a:gd name="connsiteY71" fmla="*/ 628650 h 860425"/>
              <a:gd name="connsiteX72" fmla="*/ 901700 w 1301750"/>
              <a:gd name="connsiteY72" fmla="*/ 622300 h 860425"/>
              <a:gd name="connsiteX73" fmla="*/ 923925 w 1301750"/>
              <a:gd name="connsiteY73" fmla="*/ 619125 h 860425"/>
              <a:gd name="connsiteX74" fmla="*/ 949325 w 1301750"/>
              <a:gd name="connsiteY74" fmla="*/ 622300 h 860425"/>
              <a:gd name="connsiteX75" fmla="*/ 968375 w 1301750"/>
              <a:gd name="connsiteY75" fmla="*/ 635000 h 860425"/>
              <a:gd name="connsiteX76" fmla="*/ 977900 w 1301750"/>
              <a:gd name="connsiteY76" fmla="*/ 641350 h 860425"/>
              <a:gd name="connsiteX77" fmla="*/ 996950 w 1301750"/>
              <a:gd name="connsiteY77" fmla="*/ 647700 h 860425"/>
              <a:gd name="connsiteX78" fmla="*/ 1006475 w 1301750"/>
              <a:gd name="connsiteY78" fmla="*/ 679450 h 860425"/>
              <a:gd name="connsiteX79" fmla="*/ 1016000 w 1301750"/>
              <a:gd name="connsiteY79" fmla="*/ 685800 h 860425"/>
              <a:gd name="connsiteX80" fmla="*/ 1031875 w 1301750"/>
              <a:gd name="connsiteY80" fmla="*/ 701675 h 860425"/>
              <a:gd name="connsiteX81" fmla="*/ 1038225 w 1301750"/>
              <a:gd name="connsiteY81" fmla="*/ 711200 h 860425"/>
              <a:gd name="connsiteX82" fmla="*/ 1057275 w 1301750"/>
              <a:gd name="connsiteY82" fmla="*/ 727075 h 860425"/>
              <a:gd name="connsiteX83" fmla="*/ 1073150 w 1301750"/>
              <a:gd name="connsiteY83" fmla="*/ 742950 h 860425"/>
              <a:gd name="connsiteX84" fmla="*/ 1082675 w 1301750"/>
              <a:gd name="connsiteY84" fmla="*/ 752475 h 860425"/>
              <a:gd name="connsiteX85" fmla="*/ 1092200 w 1301750"/>
              <a:gd name="connsiteY85" fmla="*/ 755650 h 860425"/>
              <a:gd name="connsiteX86" fmla="*/ 1111250 w 1301750"/>
              <a:gd name="connsiteY86" fmla="*/ 768350 h 860425"/>
              <a:gd name="connsiteX87" fmla="*/ 1139825 w 1301750"/>
              <a:gd name="connsiteY87" fmla="*/ 777875 h 860425"/>
              <a:gd name="connsiteX88" fmla="*/ 1149350 w 1301750"/>
              <a:gd name="connsiteY88" fmla="*/ 781050 h 860425"/>
              <a:gd name="connsiteX89" fmla="*/ 1162050 w 1301750"/>
              <a:gd name="connsiteY89" fmla="*/ 784225 h 860425"/>
              <a:gd name="connsiteX90" fmla="*/ 1181100 w 1301750"/>
              <a:gd name="connsiteY90" fmla="*/ 787400 h 860425"/>
              <a:gd name="connsiteX91" fmla="*/ 1190625 w 1301750"/>
              <a:gd name="connsiteY91" fmla="*/ 790575 h 860425"/>
              <a:gd name="connsiteX92" fmla="*/ 1203325 w 1301750"/>
              <a:gd name="connsiteY92" fmla="*/ 793750 h 860425"/>
              <a:gd name="connsiteX93" fmla="*/ 1231900 w 1301750"/>
              <a:gd name="connsiteY93" fmla="*/ 803275 h 860425"/>
              <a:gd name="connsiteX94" fmla="*/ 1241425 w 1301750"/>
              <a:gd name="connsiteY94" fmla="*/ 806450 h 860425"/>
              <a:gd name="connsiteX95" fmla="*/ 1260475 w 1301750"/>
              <a:gd name="connsiteY95" fmla="*/ 819150 h 860425"/>
              <a:gd name="connsiteX96" fmla="*/ 1270000 w 1301750"/>
              <a:gd name="connsiteY96" fmla="*/ 825500 h 860425"/>
              <a:gd name="connsiteX97" fmla="*/ 1276350 w 1301750"/>
              <a:gd name="connsiteY97" fmla="*/ 835025 h 860425"/>
              <a:gd name="connsiteX98" fmla="*/ 1285875 w 1301750"/>
              <a:gd name="connsiteY98" fmla="*/ 838200 h 860425"/>
              <a:gd name="connsiteX99" fmla="*/ 1298575 w 1301750"/>
              <a:gd name="connsiteY99" fmla="*/ 857250 h 860425"/>
              <a:gd name="connsiteX100" fmla="*/ 1301750 w 1301750"/>
              <a:gd name="connsiteY100" fmla="*/ 86042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301750" h="860425">
                <a:moveTo>
                  <a:pt x="104775" y="0"/>
                </a:moveTo>
                <a:cubicBezTo>
                  <a:pt x="99483" y="2117"/>
                  <a:pt x="93160" y="2564"/>
                  <a:pt x="88900" y="6350"/>
                </a:cubicBezTo>
                <a:cubicBezTo>
                  <a:pt x="83196" y="11420"/>
                  <a:pt x="78613" y="18160"/>
                  <a:pt x="76200" y="25400"/>
                </a:cubicBezTo>
                <a:cubicBezTo>
                  <a:pt x="74108" y="31675"/>
                  <a:pt x="72270" y="39974"/>
                  <a:pt x="66675" y="44450"/>
                </a:cubicBezTo>
                <a:cubicBezTo>
                  <a:pt x="64062" y="46541"/>
                  <a:pt x="60463" y="47152"/>
                  <a:pt x="57150" y="47625"/>
                </a:cubicBezTo>
                <a:cubicBezTo>
                  <a:pt x="45578" y="49278"/>
                  <a:pt x="33867" y="49742"/>
                  <a:pt x="22225" y="50800"/>
                </a:cubicBezTo>
                <a:cubicBezTo>
                  <a:pt x="20108" y="53975"/>
                  <a:pt x="15127" y="56583"/>
                  <a:pt x="15875" y="60325"/>
                </a:cubicBezTo>
                <a:cubicBezTo>
                  <a:pt x="16623" y="64067"/>
                  <a:pt x="22702" y="63977"/>
                  <a:pt x="25400" y="66675"/>
                </a:cubicBezTo>
                <a:cubicBezTo>
                  <a:pt x="31555" y="72830"/>
                  <a:pt x="32343" y="77978"/>
                  <a:pt x="34925" y="85725"/>
                </a:cubicBezTo>
                <a:cubicBezTo>
                  <a:pt x="33867" y="88900"/>
                  <a:pt x="33375" y="92324"/>
                  <a:pt x="31750" y="95250"/>
                </a:cubicBezTo>
                <a:cubicBezTo>
                  <a:pt x="28044" y="101921"/>
                  <a:pt x="21463" y="107060"/>
                  <a:pt x="19050" y="114300"/>
                </a:cubicBezTo>
                <a:cubicBezTo>
                  <a:pt x="9138" y="144036"/>
                  <a:pt x="15509" y="122299"/>
                  <a:pt x="9525" y="149225"/>
                </a:cubicBezTo>
                <a:cubicBezTo>
                  <a:pt x="8578" y="153485"/>
                  <a:pt x="7604" y="157745"/>
                  <a:pt x="6350" y="161925"/>
                </a:cubicBezTo>
                <a:cubicBezTo>
                  <a:pt x="4427" y="168336"/>
                  <a:pt x="0" y="180975"/>
                  <a:pt x="0" y="180975"/>
                </a:cubicBezTo>
                <a:cubicBezTo>
                  <a:pt x="1058" y="201083"/>
                  <a:pt x="776" y="221307"/>
                  <a:pt x="3175" y="241300"/>
                </a:cubicBezTo>
                <a:cubicBezTo>
                  <a:pt x="3972" y="247946"/>
                  <a:pt x="7408" y="254000"/>
                  <a:pt x="9525" y="260350"/>
                </a:cubicBezTo>
                <a:cubicBezTo>
                  <a:pt x="10583" y="263525"/>
                  <a:pt x="10844" y="267090"/>
                  <a:pt x="12700" y="269875"/>
                </a:cubicBezTo>
                <a:cubicBezTo>
                  <a:pt x="14817" y="273050"/>
                  <a:pt x="17500" y="275913"/>
                  <a:pt x="19050" y="279400"/>
                </a:cubicBezTo>
                <a:cubicBezTo>
                  <a:pt x="21768" y="285517"/>
                  <a:pt x="23283" y="292100"/>
                  <a:pt x="25400" y="298450"/>
                </a:cubicBezTo>
                <a:cubicBezTo>
                  <a:pt x="26458" y="301625"/>
                  <a:pt x="26208" y="305608"/>
                  <a:pt x="28575" y="307975"/>
                </a:cubicBezTo>
                <a:cubicBezTo>
                  <a:pt x="35597" y="314997"/>
                  <a:pt x="40030" y="318184"/>
                  <a:pt x="44450" y="327025"/>
                </a:cubicBezTo>
                <a:cubicBezTo>
                  <a:pt x="45947" y="330018"/>
                  <a:pt x="45769" y="333765"/>
                  <a:pt x="47625" y="336550"/>
                </a:cubicBezTo>
                <a:cubicBezTo>
                  <a:pt x="52321" y="343594"/>
                  <a:pt x="70794" y="356973"/>
                  <a:pt x="76200" y="358775"/>
                </a:cubicBezTo>
                <a:cubicBezTo>
                  <a:pt x="79375" y="359833"/>
                  <a:pt x="82732" y="360453"/>
                  <a:pt x="85725" y="361950"/>
                </a:cubicBezTo>
                <a:cubicBezTo>
                  <a:pt x="89138" y="363657"/>
                  <a:pt x="91837" y="366593"/>
                  <a:pt x="95250" y="368300"/>
                </a:cubicBezTo>
                <a:cubicBezTo>
                  <a:pt x="98243" y="369797"/>
                  <a:pt x="101782" y="369978"/>
                  <a:pt x="104775" y="371475"/>
                </a:cubicBezTo>
                <a:cubicBezTo>
                  <a:pt x="129394" y="383785"/>
                  <a:pt x="99884" y="373020"/>
                  <a:pt x="123825" y="381000"/>
                </a:cubicBezTo>
                <a:cubicBezTo>
                  <a:pt x="125942" y="384175"/>
                  <a:pt x="127477" y="387827"/>
                  <a:pt x="130175" y="390525"/>
                </a:cubicBezTo>
                <a:cubicBezTo>
                  <a:pt x="132873" y="393223"/>
                  <a:pt x="137187" y="394003"/>
                  <a:pt x="139700" y="396875"/>
                </a:cubicBezTo>
                <a:cubicBezTo>
                  <a:pt x="144726" y="402618"/>
                  <a:pt x="148167" y="409575"/>
                  <a:pt x="152400" y="415925"/>
                </a:cubicBezTo>
                <a:cubicBezTo>
                  <a:pt x="154517" y="419100"/>
                  <a:pt x="155575" y="423333"/>
                  <a:pt x="158750" y="425450"/>
                </a:cubicBezTo>
                <a:lnTo>
                  <a:pt x="168275" y="431800"/>
                </a:lnTo>
                <a:cubicBezTo>
                  <a:pt x="170392" y="434975"/>
                  <a:pt x="171645" y="438941"/>
                  <a:pt x="174625" y="441325"/>
                </a:cubicBezTo>
                <a:cubicBezTo>
                  <a:pt x="177238" y="443416"/>
                  <a:pt x="181157" y="443003"/>
                  <a:pt x="184150" y="444500"/>
                </a:cubicBezTo>
                <a:cubicBezTo>
                  <a:pt x="187563" y="446207"/>
                  <a:pt x="190500" y="448733"/>
                  <a:pt x="193675" y="450850"/>
                </a:cubicBezTo>
                <a:cubicBezTo>
                  <a:pt x="200632" y="461286"/>
                  <a:pt x="199914" y="458398"/>
                  <a:pt x="203200" y="469900"/>
                </a:cubicBezTo>
                <a:cubicBezTo>
                  <a:pt x="203454" y="470787"/>
                  <a:pt x="207858" y="490010"/>
                  <a:pt x="209550" y="492125"/>
                </a:cubicBezTo>
                <a:cubicBezTo>
                  <a:pt x="211934" y="495105"/>
                  <a:pt x="215900" y="496358"/>
                  <a:pt x="219075" y="498475"/>
                </a:cubicBezTo>
                <a:cubicBezTo>
                  <a:pt x="221192" y="501650"/>
                  <a:pt x="222445" y="505616"/>
                  <a:pt x="225425" y="508000"/>
                </a:cubicBezTo>
                <a:cubicBezTo>
                  <a:pt x="228038" y="510091"/>
                  <a:pt x="231957" y="509678"/>
                  <a:pt x="234950" y="511175"/>
                </a:cubicBezTo>
                <a:cubicBezTo>
                  <a:pt x="238363" y="512882"/>
                  <a:pt x="241300" y="515408"/>
                  <a:pt x="244475" y="517525"/>
                </a:cubicBezTo>
                <a:cubicBezTo>
                  <a:pt x="246592" y="523875"/>
                  <a:pt x="247112" y="531006"/>
                  <a:pt x="250825" y="536575"/>
                </a:cubicBezTo>
                <a:cubicBezTo>
                  <a:pt x="255058" y="542925"/>
                  <a:pt x="257175" y="551392"/>
                  <a:pt x="263525" y="555625"/>
                </a:cubicBezTo>
                <a:cubicBezTo>
                  <a:pt x="266700" y="557742"/>
                  <a:pt x="269563" y="560425"/>
                  <a:pt x="273050" y="561975"/>
                </a:cubicBezTo>
                <a:cubicBezTo>
                  <a:pt x="291811" y="570313"/>
                  <a:pt x="298878" y="569078"/>
                  <a:pt x="320675" y="571500"/>
                </a:cubicBezTo>
                <a:cubicBezTo>
                  <a:pt x="319617" y="576792"/>
                  <a:pt x="319395" y="582322"/>
                  <a:pt x="317500" y="587375"/>
                </a:cubicBezTo>
                <a:cubicBezTo>
                  <a:pt x="316160" y="590948"/>
                  <a:pt x="310402" y="593158"/>
                  <a:pt x="311150" y="596900"/>
                </a:cubicBezTo>
                <a:cubicBezTo>
                  <a:pt x="311898" y="600642"/>
                  <a:pt x="317500" y="601133"/>
                  <a:pt x="320675" y="603250"/>
                </a:cubicBezTo>
                <a:cubicBezTo>
                  <a:pt x="331109" y="599772"/>
                  <a:pt x="336898" y="596192"/>
                  <a:pt x="349250" y="603250"/>
                </a:cubicBezTo>
                <a:cubicBezTo>
                  <a:pt x="352156" y="604910"/>
                  <a:pt x="350058" y="610408"/>
                  <a:pt x="352425" y="612775"/>
                </a:cubicBezTo>
                <a:cubicBezTo>
                  <a:pt x="366157" y="626507"/>
                  <a:pt x="370927" y="625365"/>
                  <a:pt x="387350" y="628650"/>
                </a:cubicBezTo>
                <a:cubicBezTo>
                  <a:pt x="391583" y="635000"/>
                  <a:pt x="393700" y="643467"/>
                  <a:pt x="400050" y="647700"/>
                </a:cubicBezTo>
                <a:lnTo>
                  <a:pt x="419100" y="660400"/>
                </a:lnTo>
                <a:cubicBezTo>
                  <a:pt x="438150" y="659342"/>
                  <a:pt x="457362" y="659923"/>
                  <a:pt x="476250" y="657225"/>
                </a:cubicBezTo>
                <a:cubicBezTo>
                  <a:pt x="497259" y="654224"/>
                  <a:pt x="476938" y="649930"/>
                  <a:pt x="488950" y="641350"/>
                </a:cubicBezTo>
                <a:cubicBezTo>
                  <a:pt x="494397" y="637459"/>
                  <a:pt x="508000" y="635000"/>
                  <a:pt x="508000" y="635000"/>
                </a:cubicBezTo>
                <a:cubicBezTo>
                  <a:pt x="513819" y="635485"/>
                  <a:pt x="553077" y="641899"/>
                  <a:pt x="565150" y="635000"/>
                </a:cubicBezTo>
                <a:cubicBezTo>
                  <a:pt x="568056" y="633340"/>
                  <a:pt x="566828" y="628468"/>
                  <a:pt x="568325" y="625475"/>
                </a:cubicBezTo>
                <a:cubicBezTo>
                  <a:pt x="574070" y="613986"/>
                  <a:pt x="573214" y="616437"/>
                  <a:pt x="584200" y="612775"/>
                </a:cubicBezTo>
                <a:cubicBezTo>
                  <a:pt x="588433" y="613833"/>
                  <a:pt x="592536" y="615950"/>
                  <a:pt x="596900" y="615950"/>
                </a:cubicBezTo>
                <a:cubicBezTo>
                  <a:pt x="609262" y="615950"/>
                  <a:pt x="605461" y="610564"/>
                  <a:pt x="612775" y="603250"/>
                </a:cubicBezTo>
                <a:cubicBezTo>
                  <a:pt x="615473" y="600552"/>
                  <a:pt x="618619" y="597904"/>
                  <a:pt x="622300" y="596900"/>
                </a:cubicBezTo>
                <a:cubicBezTo>
                  <a:pt x="630532" y="594655"/>
                  <a:pt x="639233" y="594783"/>
                  <a:pt x="647700" y="593725"/>
                </a:cubicBezTo>
                <a:cubicBezTo>
                  <a:pt x="662517" y="594783"/>
                  <a:pt x="677397" y="595164"/>
                  <a:pt x="692150" y="596900"/>
                </a:cubicBezTo>
                <a:cubicBezTo>
                  <a:pt x="695474" y="597291"/>
                  <a:pt x="698457" y="599156"/>
                  <a:pt x="701675" y="600075"/>
                </a:cubicBezTo>
                <a:cubicBezTo>
                  <a:pt x="705871" y="601274"/>
                  <a:pt x="710195" y="601996"/>
                  <a:pt x="714375" y="603250"/>
                </a:cubicBezTo>
                <a:cubicBezTo>
                  <a:pt x="720786" y="605173"/>
                  <a:pt x="726823" y="608500"/>
                  <a:pt x="733425" y="609600"/>
                </a:cubicBezTo>
                <a:cubicBezTo>
                  <a:pt x="739775" y="610658"/>
                  <a:pt x="746230" y="611214"/>
                  <a:pt x="752475" y="612775"/>
                </a:cubicBezTo>
                <a:cubicBezTo>
                  <a:pt x="758969" y="614398"/>
                  <a:pt x="765175" y="617008"/>
                  <a:pt x="771525" y="619125"/>
                </a:cubicBezTo>
                <a:cubicBezTo>
                  <a:pt x="774700" y="620183"/>
                  <a:pt x="777749" y="621750"/>
                  <a:pt x="781050" y="622300"/>
                </a:cubicBezTo>
                <a:cubicBezTo>
                  <a:pt x="811631" y="627397"/>
                  <a:pt x="793689" y="624892"/>
                  <a:pt x="835025" y="628650"/>
                </a:cubicBezTo>
                <a:cubicBezTo>
                  <a:pt x="854826" y="635250"/>
                  <a:pt x="848121" y="634405"/>
                  <a:pt x="882650" y="628650"/>
                </a:cubicBezTo>
                <a:cubicBezTo>
                  <a:pt x="889252" y="627550"/>
                  <a:pt x="895074" y="623247"/>
                  <a:pt x="901700" y="622300"/>
                </a:cubicBezTo>
                <a:lnTo>
                  <a:pt x="923925" y="619125"/>
                </a:lnTo>
                <a:cubicBezTo>
                  <a:pt x="955725" y="608525"/>
                  <a:pt x="934057" y="608941"/>
                  <a:pt x="949325" y="622300"/>
                </a:cubicBezTo>
                <a:cubicBezTo>
                  <a:pt x="955068" y="627326"/>
                  <a:pt x="962025" y="630767"/>
                  <a:pt x="968375" y="635000"/>
                </a:cubicBezTo>
                <a:cubicBezTo>
                  <a:pt x="971550" y="637117"/>
                  <a:pt x="974280" y="640143"/>
                  <a:pt x="977900" y="641350"/>
                </a:cubicBezTo>
                <a:lnTo>
                  <a:pt x="996950" y="647700"/>
                </a:lnTo>
                <a:cubicBezTo>
                  <a:pt x="998221" y="652784"/>
                  <a:pt x="1004156" y="677904"/>
                  <a:pt x="1006475" y="679450"/>
                </a:cubicBezTo>
                <a:lnTo>
                  <a:pt x="1016000" y="685800"/>
                </a:lnTo>
                <a:cubicBezTo>
                  <a:pt x="1032933" y="711200"/>
                  <a:pt x="1010708" y="680508"/>
                  <a:pt x="1031875" y="701675"/>
                </a:cubicBezTo>
                <a:cubicBezTo>
                  <a:pt x="1034573" y="704373"/>
                  <a:pt x="1035782" y="708269"/>
                  <a:pt x="1038225" y="711200"/>
                </a:cubicBezTo>
                <a:cubicBezTo>
                  <a:pt x="1045865" y="720367"/>
                  <a:pt x="1047909" y="720831"/>
                  <a:pt x="1057275" y="727075"/>
                </a:cubicBezTo>
                <a:cubicBezTo>
                  <a:pt x="1068917" y="744538"/>
                  <a:pt x="1057275" y="729721"/>
                  <a:pt x="1073150" y="742950"/>
                </a:cubicBezTo>
                <a:cubicBezTo>
                  <a:pt x="1076599" y="745825"/>
                  <a:pt x="1078939" y="749984"/>
                  <a:pt x="1082675" y="752475"/>
                </a:cubicBezTo>
                <a:cubicBezTo>
                  <a:pt x="1085460" y="754331"/>
                  <a:pt x="1089274" y="754025"/>
                  <a:pt x="1092200" y="755650"/>
                </a:cubicBezTo>
                <a:cubicBezTo>
                  <a:pt x="1098871" y="759356"/>
                  <a:pt x="1104010" y="765937"/>
                  <a:pt x="1111250" y="768350"/>
                </a:cubicBezTo>
                <a:lnTo>
                  <a:pt x="1139825" y="777875"/>
                </a:lnTo>
                <a:cubicBezTo>
                  <a:pt x="1143000" y="778933"/>
                  <a:pt x="1146103" y="780238"/>
                  <a:pt x="1149350" y="781050"/>
                </a:cubicBezTo>
                <a:cubicBezTo>
                  <a:pt x="1153583" y="782108"/>
                  <a:pt x="1157771" y="783369"/>
                  <a:pt x="1162050" y="784225"/>
                </a:cubicBezTo>
                <a:cubicBezTo>
                  <a:pt x="1168363" y="785488"/>
                  <a:pt x="1174816" y="786003"/>
                  <a:pt x="1181100" y="787400"/>
                </a:cubicBezTo>
                <a:cubicBezTo>
                  <a:pt x="1184367" y="788126"/>
                  <a:pt x="1187407" y="789656"/>
                  <a:pt x="1190625" y="790575"/>
                </a:cubicBezTo>
                <a:cubicBezTo>
                  <a:pt x="1194821" y="791774"/>
                  <a:pt x="1199145" y="792496"/>
                  <a:pt x="1203325" y="793750"/>
                </a:cubicBezTo>
                <a:lnTo>
                  <a:pt x="1231900" y="803275"/>
                </a:lnTo>
                <a:cubicBezTo>
                  <a:pt x="1235075" y="804333"/>
                  <a:pt x="1238640" y="804594"/>
                  <a:pt x="1241425" y="806450"/>
                </a:cubicBezTo>
                <a:lnTo>
                  <a:pt x="1260475" y="819150"/>
                </a:lnTo>
                <a:lnTo>
                  <a:pt x="1270000" y="825500"/>
                </a:lnTo>
                <a:cubicBezTo>
                  <a:pt x="1272117" y="828675"/>
                  <a:pt x="1273370" y="832641"/>
                  <a:pt x="1276350" y="835025"/>
                </a:cubicBezTo>
                <a:cubicBezTo>
                  <a:pt x="1278963" y="837116"/>
                  <a:pt x="1283508" y="835833"/>
                  <a:pt x="1285875" y="838200"/>
                </a:cubicBezTo>
                <a:cubicBezTo>
                  <a:pt x="1291271" y="843596"/>
                  <a:pt x="1293179" y="851854"/>
                  <a:pt x="1298575" y="857250"/>
                </a:cubicBezTo>
                <a:lnTo>
                  <a:pt x="1301750" y="860425"/>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2A5AB2F-2866-184F-8F8A-A4121EB51430}"/>
              </a:ext>
            </a:extLst>
          </p:cNvPr>
          <p:cNvSpPr txBox="1"/>
          <p:nvPr/>
        </p:nvSpPr>
        <p:spPr>
          <a:xfrm rot="219902">
            <a:off x="5032257" y="3886479"/>
            <a:ext cx="1371601" cy="246221"/>
          </a:xfrm>
          <a:prstGeom prst="rect">
            <a:avLst/>
          </a:prstGeom>
          <a:noFill/>
        </p:spPr>
        <p:txBody>
          <a:bodyPr wrap="square" rtlCol="0">
            <a:spAutoFit/>
          </a:bodyPr>
          <a:lstStyle/>
          <a:p>
            <a:pPr algn="ctr"/>
            <a:r>
              <a:rPr lang="en-US" sz="1000" b="1" dirty="0">
                <a:solidFill>
                  <a:srgbClr val="0304B4"/>
                </a:solidFill>
                <a:latin typeface="Century Gothic" panose="020B0502020202020204" pitchFamily="34" charset="0"/>
              </a:rPr>
              <a:t>Ganges River</a:t>
            </a:r>
          </a:p>
        </p:txBody>
      </p:sp>
      <p:sp>
        <p:nvSpPr>
          <p:cNvPr id="18" name="Freeform 17">
            <a:extLst>
              <a:ext uri="{FF2B5EF4-FFF2-40B4-BE49-F238E27FC236}">
                <a16:creationId xmlns:a16="http://schemas.microsoft.com/office/drawing/2014/main" id="{5AA7BC3F-22CC-E947-A935-22C2FC83DCD8}"/>
              </a:ext>
            </a:extLst>
          </p:cNvPr>
          <p:cNvSpPr/>
          <p:nvPr/>
        </p:nvSpPr>
        <p:spPr>
          <a:xfrm>
            <a:off x="5521325" y="3311525"/>
            <a:ext cx="1320800" cy="768350"/>
          </a:xfrm>
          <a:custGeom>
            <a:avLst/>
            <a:gdLst>
              <a:gd name="connsiteX0" fmla="*/ 806450 w 1320800"/>
              <a:gd name="connsiteY0" fmla="*/ 768350 h 768350"/>
              <a:gd name="connsiteX1" fmla="*/ 790575 w 1320800"/>
              <a:gd name="connsiteY1" fmla="*/ 765175 h 768350"/>
              <a:gd name="connsiteX2" fmla="*/ 787400 w 1320800"/>
              <a:gd name="connsiteY2" fmla="*/ 742950 h 768350"/>
              <a:gd name="connsiteX3" fmla="*/ 781050 w 1320800"/>
              <a:gd name="connsiteY3" fmla="*/ 720725 h 768350"/>
              <a:gd name="connsiteX4" fmla="*/ 774700 w 1320800"/>
              <a:gd name="connsiteY4" fmla="*/ 695325 h 768350"/>
              <a:gd name="connsiteX5" fmla="*/ 768350 w 1320800"/>
              <a:gd name="connsiteY5" fmla="*/ 685800 h 768350"/>
              <a:gd name="connsiteX6" fmla="*/ 755650 w 1320800"/>
              <a:gd name="connsiteY6" fmla="*/ 641350 h 768350"/>
              <a:gd name="connsiteX7" fmla="*/ 752475 w 1320800"/>
              <a:gd name="connsiteY7" fmla="*/ 631825 h 768350"/>
              <a:gd name="connsiteX8" fmla="*/ 749300 w 1320800"/>
              <a:gd name="connsiteY8" fmla="*/ 603250 h 768350"/>
              <a:gd name="connsiteX9" fmla="*/ 746125 w 1320800"/>
              <a:gd name="connsiteY9" fmla="*/ 593725 h 768350"/>
              <a:gd name="connsiteX10" fmla="*/ 736600 w 1320800"/>
              <a:gd name="connsiteY10" fmla="*/ 587375 h 768350"/>
              <a:gd name="connsiteX11" fmla="*/ 739775 w 1320800"/>
              <a:gd name="connsiteY11" fmla="*/ 558800 h 768350"/>
              <a:gd name="connsiteX12" fmla="*/ 752475 w 1320800"/>
              <a:gd name="connsiteY12" fmla="*/ 520700 h 768350"/>
              <a:gd name="connsiteX13" fmla="*/ 755650 w 1320800"/>
              <a:gd name="connsiteY13" fmla="*/ 511175 h 768350"/>
              <a:gd name="connsiteX14" fmla="*/ 765175 w 1320800"/>
              <a:gd name="connsiteY14" fmla="*/ 504825 h 768350"/>
              <a:gd name="connsiteX15" fmla="*/ 781050 w 1320800"/>
              <a:gd name="connsiteY15" fmla="*/ 492125 h 768350"/>
              <a:gd name="connsiteX16" fmla="*/ 784225 w 1320800"/>
              <a:gd name="connsiteY16" fmla="*/ 482600 h 768350"/>
              <a:gd name="connsiteX17" fmla="*/ 793750 w 1320800"/>
              <a:gd name="connsiteY17" fmla="*/ 479425 h 768350"/>
              <a:gd name="connsiteX18" fmla="*/ 857250 w 1320800"/>
              <a:gd name="connsiteY18" fmla="*/ 476250 h 768350"/>
              <a:gd name="connsiteX19" fmla="*/ 866775 w 1320800"/>
              <a:gd name="connsiteY19" fmla="*/ 473075 h 768350"/>
              <a:gd name="connsiteX20" fmla="*/ 876300 w 1320800"/>
              <a:gd name="connsiteY20" fmla="*/ 466725 h 768350"/>
              <a:gd name="connsiteX21" fmla="*/ 942975 w 1320800"/>
              <a:gd name="connsiteY21" fmla="*/ 463550 h 768350"/>
              <a:gd name="connsiteX22" fmla="*/ 949325 w 1320800"/>
              <a:gd name="connsiteY22" fmla="*/ 454025 h 768350"/>
              <a:gd name="connsiteX23" fmla="*/ 977900 w 1320800"/>
              <a:gd name="connsiteY23" fmla="*/ 438150 h 768350"/>
              <a:gd name="connsiteX24" fmla="*/ 993775 w 1320800"/>
              <a:gd name="connsiteY24" fmla="*/ 425450 h 768350"/>
              <a:gd name="connsiteX25" fmla="*/ 1012825 w 1320800"/>
              <a:gd name="connsiteY25" fmla="*/ 412750 h 768350"/>
              <a:gd name="connsiteX26" fmla="*/ 1022350 w 1320800"/>
              <a:gd name="connsiteY26" fmla="*/ 406400 h 768350"/>
              <a:gd name="connsiteX27" fmla="*/ 1050925 w 1320800"/>
              <a:gd name="connsiteY27" fmla="*/ 396875 h 768350"/>
              <a:gd name="connsiteX28" fmla="*/ 1069975 w 1320800"/>
              <a:gd name="connsiteY28" fmla="*/ 387350 h 768350"/>
              <a:gd name="connsiteX29" fmla="*/ 1089025 w 1320800"/>
              <a:gd name="connsiteY29" fmla="*/ 381000 h 768350"/>
              <a:gd name="connsiteX30" fmla="*/ 1098550 w 1320800"/>
              <a:gd name="connsiteY30" fmla="*/ 377825 h 768350"/>
              <a:gd name="connsiteX31" fmla="*/ 1108075 w 1320800"/>
              <a:gd name="connsiteY31" fmla="*/ 371475 h 768350"/>
              <a:gd name="connsiteX32" fmla="*/ 1120775 w 1320800"/>
              <a:gd name="connsiteY32" fmla="*/ 368300 h 768350"/>
              <a:gd name="connsiteX33" fmla="*/ 1149350 w 1320800"/>
              <a:gd name="connsiteY33" fmla="*/ 358775 h 768350"/>
              <a:gd name="connsiteX34" fmla="*/ 1158875 w 1320800"/>
              <a:gd name="connsiteY34" fmla="*/ 355600 h 768350"/>
              <a:gd name="connsiteX35" fmla="*/ 1168400 w 1320800"/>
              <a:gd name="connsiteY35" fmla="*/ 352425 h 768350"/>
              <a:gd name="connsiteX36" fmla="*/ 1177925 w 1320800"/>
              <a:gd name="connsiteY36" fmla="*/ 346075 h 768350"/>
              <a:gd name="connsiteX37" fmla="*/ 1187450 w 1320800"/>
              <a:gd name="connsiteY37" fmla="*/ 327025 h 768350"/>
              <a:gd name="connsiteX38" fmla="*/ 1196975 w 1320800"/>
              <a:gd name="connsiteY38" fmla="*/ 317500 h 768350"/>
              <a:gd name="connsiteX39" fmla="*/ 1209675 w 1320800"/>
              <a:gd name="connsiteY39" fmla="*/ 298450 h 768350"/>
              <a:gd name="connsiteX40" fmla="*/ 1212850 w 1320800"/>
              <a:gd name="connsiteY40" fmla="*/ 288925 h 768350"/>
              <a:gd name="connsiteX41" fmla="*/ 1244600 w 1320800"/>
              <a:gd name="connsiteY41" fmla="*/ 257175 h 768350"/>
              <a:gd name="connsiteX42" fmla="*/ 1263650 w 1320800"/>
              <a:gd name="connsiteY42" fmla="*/ 247650 h 768350"/>
              <a:gd name="connsiteX43" fmla="*/ 1273175 w 1320800"/>
              <a:gd name="connsiteY43" fmla="*/ 244475 h 768350"/>
              <a:gd name="connsiteX44" fmla="*/ 1282700 w 1320800"/>
              <a:gd name="connsiteY44" fmla="*/ 238125 h 768350"/>
              <a:gd name="connsiteX45" fmla="*/ 1301750 w 1320800"/>
              <a:gd name="connsiteY45" fmla="*/ 231775 h 768350"/>
              <a:gd name="connsiteX46" fmla="*/ 1308100 w 1320800"/>
              <a:gd name="connsiteY46" fmla="*/ 222250 h 768350"/>
              <a:gd name="connsiteX47" fmla="*/ 1317625 w 1320800"/>
              <a:gd name="connsiteY47" fmla="*/ 215900 h 768350"/>
              <a:gd name="connsiteX48" fmla="*/ 1320800 w 1320800"/>
              <a:gd name="connsiteY48" fmla="*/ 206375 h 768350"/>
              <a:gd name="connsiteX49" fmla="*/ 1317625 w 1320800"/>
              <a:gd name="connsiteY49" fmla="*/ 190500 h 768350"/>
              <a:gd name="connsiteX50" fmla="*/ 1298575 w 1320800"/>
              <a:gd name="connsiteY50" fmla="*/ 177800 h 768350"/>
              <a:gd name="connsiteX51" fmla="*/ 1289050 w 1320800"/>
              <a:gd name="connsiteY51" fmla="*/ 171450 h 768350"/>
              <a:gd name="connsiteX52" fmla="*/ 1270000 w 1320800"/>
              <a:gd name="connsiteY52" fmla="*/ 165100 h 768350"/>
              <a:gd name="connsiteX53" fmla="*/ 1250950 w 1320800"/>
              <a:gd name="connsiteY53" fmla="*/ 152400 h 768350"/>
              <a:gd name="connsiteX54" fmla="*/ 1247775 w 1320800"/>
              <a:gd name="connsiteY54" fmla="*/ 142875 h 768350"/>
              <a:gd name="connsiteX55" fmla="*/ 1241425 w 1320800"/>
              <a:gd name="connsiteY55" fmla="*/ 133350 h 768350"/>
              <a:gd name="connsiteX56" fmla="*/ 1238250 w 1320800"/>
              <a:gd name="connsiteY56" fmla="*/ 120650 h 768350"/>
              <a:gd name="connsiteX57" fmla="*/ 1241425 w 1320800"/>
              <a:gd name="connsiteY57" fmla="*/ 92075 h 768350"/>
              <a:gd name="connsiteX58" fmla="*/ 1244600 w 1320800"/>
              <a:gd name="connsiteY58" fmla="*/ 82550 h 768350"/>
              <a:gd name="connsiteX59" fmla="*/ 1263650 w 1320800"/>
              <a:gd name="connsiteY59" fmla="*/ 76200 h 768350"/>
              <a:gd name="connsiteX60" fmla="*/ 1266825 w 1320800"/>
              <a:gd name="connsiteY60" fmla="*/ 66675 h 768350"/>
              <a:gd name="connsiteX61" fmla="*/ 1279525 w 1320800"/>
              <a:gd name="connsiteY61" fmla="*/ 47625 h 768350"/>
              <a:gd name="connsiteX62" fmla="*/ 1282700 w 1320800"/>
              <a:gd name="connsiteY62" fmla="*/ 38100 h 768350"/>
              <a:gd name="connsiteX63" fmla="*/ 1257300 w 1320800"/>
              <a:gd name="connsiteY63" fmla="*/ 6350 h 768350"/>
              <a:gd name="connsiteX64" fmla="*/ 1238250 w 1320800"/>
              <a:gd name="connsiteY64" fmla="*/ 0 h 768350"/>
              <a:gd name="connsiteX65" fmla="*/ 1212850 w 1320800"/>
              <a:gd name="connsiteY65" fmla="*/ 3175 h 768350"/>
              <a:gd name="connsiteX66" fmla="*/ 1206500 w 1320800"/>
              <a:gd name="connsiteY66" fmla="*/ 12700 h 768350"/>
              <a:gd name="connsiteX67" fmla="*/ 1196975 w 1320800"/>
              <a:gd name="connsiteY67" fmla="*/ 22225 h 768350"/>
              <a:gd name="connsiteX68" fmla="*/ 1181100 w 1320800"/>
              <a:gd name="connsiteY68" fmla="*/ 47625 h 768350"/>
              <a:gd name="connsiteX69" fmla="*/ 1155700 w 1320800"/>
              <a:gd name="connsiteY69" fmla="*/ 69850 h 768350"/>
              <a:gd name="connsiteX70" fmla="*/ 1146175 w 1320800"/>
              <a:gd name="connsiteY70" fmla="*/ 76200 h 768350"/>
              <a:gd name="connsiteX71" fmla="*/ 1136650 w 1320800"/>
              <a:gd name="connsiteY71" fmla="*/ 82550 h 768350"/>
              <a:gd name="connsiteX72" fmla="*/ 1117600 w 1320800"/>
              <a:gd name="connsiteY72" fmla="*/ 88900 h 768350"/>
              <a:gd name="connsiteX73" fmla="*/ 1035050 w 1320800"/>
              <a:gd name="connsiteY73" fmla="*/ 95250 h 768350"/>
              <a:gd name="connsiteX74" fmla="*/ 1000125 w 1320800"/>
              <a:gd name="connsiteY74" fmla="*/ 101600 h 768350"/>
              <a:gd name="connsiteX75" fmla="*/ 971550 w 1320800"/>
              <a:gd name="connsiteY75" fmla="*/ 107950 h 768350"/>
              <a:gd name="connsiteX76" fmla="*/ 952500 w 1320800"/>
              <a:gd name="connsiteY76" fmla="*/ 111125 h 768350"/>
              <a:gd name="connsiteX77" fmla="*/ 901700 w 1320800"/>
              <a:gd name="connsiteY77" fmla="*/ 120650 h 768350"/>
              <a:gd name="connsiteX78" fmla="*/ 863600 w 1320800"/>
              <a:gd name="connsiteY78" fmla="*/ 123825 h 768350"/>
              <a:gd name="connsiteX79" fmla="*/ 793750 w 1320800"/>
              <a:gd name="connsiteY79" fmla="*/ 123825 h 768350"/>
              <a:gd name="connsiteX80" fmla="*/ 784225 w 1320800"/>
              <a:gd name="connsiteY80" fmla="*/ 127000 h 768350"/>
              <a:gd name="connsiteX81" fmla="*/ 774700 w 1320800"/>
              <a:gd name="connsiteY81" fmla="*/ 133350 h 768350"/>
              <a:gd name="connsiteX82" fmla="*/ 749300 w 1320800"/>
              <a:gd name="connsiteY82" fmla="*/ 127000 h 768350"/>
              <a:gd name="connsiteX83" fmla="*/ 739775 w 1320800"/>
              <a:gd name="connsiteY83" fmla="*/ 120650 h 768350"/>
              <a:gd name="connsiteX84" fmla="*/ 720725 w 1320800"/>
              <a:gd name="connsiteY84" fmla="*/ 114300 h 768350"/>
              <a:gd name="connsiteX85" fmla="*/ 701675 w 1320800"/>
              <a:gd name="connsiteY85" fmla="*/ 117475 h 768350"/>
              <a:gd name="connsiteX86" fmla="*/ 685800 w 1320800"/>
              <a:gd name="connsiteY86" fmla="*/ 120650 h 768350"/>
              <a:gd name="connsiteX87" fmla="*/ 647700 w 1320800"/>
              <a:gd name="connsiteY87" fmla="*/ 123825 h 768350"/>
              <a:gd name="connsiteX88" fmla="*/ 561975 w 1320800"/>
              <a:gd name="connsiteY88" fmla="*/ 117475 h 768350"/>
              <a:gd name="connsiteX89" fmla="*/ 552450 w 1320800"/>
              <a:gd name="connsiteY89" fmla="*/ 114300 h 768350"/>
              <a:gd name="connsiteX90" fmla="*/ 539750 w 1320800"/>
              <a:gd name="connsiteY90" fmla="*/ 117475 h 768350"/>
              <a:gd name="connsiteX91" fmla="*/ 523875 w 1320800"/>
              <a:gd name="connsiteY91" fmla="*/ 133350 h 768350"/>
              <a:gd name="connsiteX92" fmla="*/ 514350 w 1320800"/>
              <a:gd name="connsiteY92" fmla="*/ 152400 h 768350"/>
              <a:gd name="connsiteX93" fmla="*/ 495300 w 1320800"/>
              <a:gd name="connsiteY93" fmla="*/ 158750 h 768350"/>
              <a:gd name="connsiteX94" fmla="*/ 485775 w 1320800"/>
              <a:gd name="connsiteY94" fmla="*/ 161925 h 768350"/>
              <a:gd name="connsiteX95" fmla="*/ 447675 w 1320800"/>
              <a:gd name="connsiteY95" fmla="*/ 158750 h 768350"/>
              <a:gd name="connsiteX96" fmla="*/ 428625 w 1320800"/>
              <a:gd name="connsiteY96" fmla="*/ 152400 h 768350"/>
              <a:gd name="connsiteX97" fmla="*/ 419100 w 1320800"/>
              <a:gd name="connsiteY97" fmla="*/ 149225 h 768350"/>
              <a:gd name="connsiteX98" fmla="*/ 279400 w 1320800"/>
              <a:gd name="connsiteY98" fmla="*/ 155575 h 768350"/>
              <a:gd name="connsiteX99" fmla="*/ 222250 w 1320800"/>
              <a:gd name="connsiteY99" fmla="*/ 152400 h 768350"/>
              <a:gd name="connsiteX100" fmla="*/ 206375 w 1320800"/>
              <a:gd name="connsiteY100" fmla="*/ 136525 h 768350"/>
              <a:gd name="connsiteX101" fmla="*/ 196850 w 1320800"/>
              <a:gd name="connsiteY101" fmla="*/ 130175 h 768350"/>
              <a:gd name="connsiteX102" fmla="*/ 180975 w 1320800"/>
              <a:gd name="connsiteY102" fmla="*/ 117475 h 768350"/>
              <a:gd name="connsiteX103" fmla="*/ 161925 w 1320800"/>
              <a:gd name="connsiteY103" fmla="*/ 104775 h 768350"/>
              <a:gd name="connsiteX104" fmla="*/ 152400 w 1320800"/>
              <a:gd name="connsiteY104" fmla="*/ 98425 h 768350"/>
              <a:gd name="connsiteX105" fmla="*/ 142875 w 1320800"/>
              <a:gd name="connsiteY105" fmla="*/ 95250 h 768350"/>
              <a:gd name="connsiteX106" fmla="*/ 133350 w 1320800"/>
              <a:gd name="connsiteY106" fmla="*/ 88900 h 768350"/>
              <a:gd name="connsiteX107" fmla="*/ 114300 w 1320800"/>
              <a:gd name="connsiteY107" fmla="*/ 82550 h 768350"/>
              <a:gd name="connsiteX108" fmla="*/ 98425 w 1320800"/>
              <a:gd name="connsiteY108" fmla="*/ 66675 h 768350"/>
              <a:gd name="connsiteX109" fmla="*/ 92075 w 1320800"/>
              <a:gd name="connsiteY109" fmla="*/ 57150 h 768350"/>
              <a:gd name="connsiteX110" fmla="*/ 73025 w 1320800"/>
              <a:gd name="connsiteY110" fmla="*/ 50800 h 768350"/>
              <a:gd name="connsiteX111" fmla="*/ 63500 w 1320800"/>
              <a:gd name="connsiteY111" fmla="*/ 47625 h 768350"/>
              <a:gd name="connsiteX112" fmla="*/ 34925 w 1320800"/>
              <a:gd name="connsiteY112" fmla="*/ 41275 h 768350"/>
              <a:gd name="connsiteX113" fmla="*/ 28575 w 1320800"/>
              <a:gd name="connsiteY113" fmla="*/ 22225 h 768350"/>
              <a:gd name="connsiteX114" fmla="*/ 9525 w 1320800"/>
              <a:gd name="connsiteY114" fmla="*/ 9525 h 768350"/>
              <a:gd name="connsiteX115" fmla="*/ 0 w 1320800"/>
              <a:gd name="connsiteY115" fmla="*/ 635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320800" h="768350">
                <a:moveTo>
                  <a:pt x="806450" y="768350"/>
                </a:moveTo>
                <a:cubicBezTo>
                  <a:pt x="801158" y="767292"/>
                  <a:pt x="793813" y="769492"/>
                  <a:pt x="790575" y="765175"/>
                </a:cubicBezTo>
                <a:cubicBezTo>
                  <a:pt x="786085" y="759188"/>
                  <a:pt x="788739" y="750313"/>
                  <a:pt x="787400" y="742950"/>
                </a:cubicBezTo>
                <a:cubicBezTo>
                  <a:pt x="783441" y="721174"/>
                  <a:pt x="785584" y="738860"/>
                  <a:pt x="781050" y="720725"/>
                </a:cubicBezTo>
                <a:cubicBezTo>
                  <a:pt x="779239" y="713479"/>
                  <a:pt x="778329" y="702583"/>
                  <a:pt x="774700" y="695325"/>
                </a:cubicBezTo>
                <a:cubicBezTo>
                  <a:pt x="772993" y="691912"/>
                  <a:pt x="770467" y="688975"/>
                  <a:pt x="768350" y="685800"/>
                </a:cubicBezTo>
                <a:cubicBezTo>
                  <a:pt x="760377" y="653906"/>
                  <a:pt x="764760" y="668679"/>
                  <a:pt x="755650" y="641350"/>
                </a:cubicBezTo>
                <a:lnTo>
                  <a:pt x="752475" y="631825"/>
                </a:lnTo>
                <a:cubicBezTo>
                  <a:pt x="751417" y="622300"/>
                  <a:pt x="750876" y="612703"/>
                  <a:pt x="749300" y="603250"/>
                </a:cubicBezTo>
                <a:cubicBezTo>
                  <a:pt x="748750" y="599949"/>
                  <a:pt x="748216" y="596338"/>
                  <a:pt x="746125" y="593725"/>
                </a:cubicBezTo>
                <a:cubicBezTo>
                  <a:pt x="743741" y="590745"/>
                  <a:pt x="739775" y="589492"/>
                  <a:pt x="736600" y="587375"/>
                </a:cubicBezTo>
                <a:cubicBezTo>
                  <a:pt x="731308" y="571500"/>
                  <a:pt x="732367" y="581025"/>
                  <a:pt x="739775" y="558800"/>
                </a:cubicBezTo>
                <a:lnTo>
                  <a:pt x="752475" y="520700"/>
                </a:lnTo>
                <a:cubicBezTo>
                  <a:pt x="753533" y="517525"/>
                  <a:pt x="752865" y="513031"/>
                  <a:pt x="755650" y="511175"/>
                </a:cubicBezTo>
                <a:lnTo>
                  <a:pt x="765175" y="504825"/>
                </a:lnTo>
                <a:cubicBezTo>
                  <a:pt x="793365" y="462540"/>
                  <a:pt x="750378" y="522797"/>
                  <a:pt x="781050" y="492125"/>
                </a:cubicBezTo>
                <a:cubicBezTo>
                  <a:pt x="783417" y="489758"/>
                  <a:pt x="781858" y="484967"/>
                  <a:pt x="784225" y="482600"/>
                </a:cubicBezTo>
                <a:cubicBezTo>
                  <a:pt x="786592" y="480233"/>
                  <a:pt x="790416" y="479715"/>
                  <a:pt x="793750" y="479425"/>
                </a:cubicBezTo>
                <a:cubicBezTo>
                  <a:pt x="814863" y="477589"/>
                  <a:pt x="836083" y="477308"/>
                  <a:pt x="857250" y="476250"/>
                </a:cubicBezTo>
                <a:cubicBezTo>
                  <a:pt x="860425" y="475192"/>
                  <a:pt x="863782" y="474572"/>
                  <a:pt x="866775" y="473075"/>
                </a:cubicBezTo>
                <a:cubicBezTo>
                  <a:pt x="870188" y="471368"/>
                  <a:pt x="872514" y="467198"/>
                  <a:pt x="876300" y="466725"/>
                </a:cubicBezTo>
                <a:cubicBezTo>
                  <a:pt x="898378" y="463965"/>
                  <a:pt x="920750" y="464608"/>
                  <a:pt x="942975" y="463550"/>
                </a:cubicBezTo>
                <a:cubicBezTo>
                  <a:pt x="945092" y="460375"/>
                  <a:pt x="946453" y="456538"/>
                  <a:pt x="949325" y="454025"/>
                </a:cubicBezTo>
                <a:cubicBezTo>
                  <a:pt x="962762" y="442268"/>
                  <a:pt x="964818" y="442511"/>
                  <a:pt x="977900" y="438150"/>
                </a:cubicBezTo>
                <a:cubicBezTo>
                  <a:pt x="989633" y="420551"/>
                  <a:pt x="977537" y="434471"/>
                  <a:pt x="993775" y="425450"/>
                </a:cubicBezTo>
                <a:cubicBezTo>
                  <a:pt x="1000446" y="421744"/>
                  <a:pt x="1006475" y="416983"/>
                  <a:pt x="1012825" y="412750"/>
                </a:cubicBezTo>
                <a:cubicBezTo>
                  <a:pt x="1016000" y="410633"/>
                  <a:pt x="1018730" y="407607"/>
                  <a:pt x="1022350" y="406400"/>
                </a:cubicBezTo>
                <a:lnTo>
                  <a:pt x="1050925" y="396875"/>
                </a:lnTo>
                <a:cubicBezTo>
                  <a:pt x="1085663" y="385296"/>
                  <a:pt x="1033046" y="403763"/>
                  <a:pt x="1069975" y="387350"/>
                </a:cubicBezTo>
                <a:cubicBezTo>
                  <a:pt x="1076092" y="384632"/>
                  <a:pt x="1082675" y="383117"/>
                  <a:pt x="1089025" y="381000"/>
                </a:cubicBezTo>
                <a:cubicBezTo>
                  <a:pt x="1092200" y="379942"/>
                  <a:pt x="1095765" y="379681"/>
                  <a:pt x="1098550" y="377825"/>
                </a:cubicBezTo>
                <a:cubicBezTo>
                  <a:pt x="1101725" y="375708"/>
                  <a:pt x="1104568" y="372978"/>
                  <a:pt x="1108075" y="371475"/>
                </a:cubicBezTo>
                <a:cubicBezTo>
                  <a:pt x="1112086" y="369756"/>
                  <a:pt x="1116595" y="369554"/>
                  <a:pt x="1120775" y="368300"/>
                </a:cubicBezTo>
                <a:lnTo>
                  <a:pt x="1149350" y="358775"/>
                </a:lnTo>
                <a:lnTo>
                  <a:pt x="1158875" y="355600"/>
                </a:lnTo>
                <a:cubicBezTo>
                  <a:pt x="1162050" y="354542"/>
                  <a:pt x="1165615" y="354281"/>
                  <a:pt x="1168400" y="352425"/>
                </a:cubicBezTo>
                <a:lnTo>
                  <a:pt x="1177925" y="346075"/>
                </a:lnTo>
                <a:cubicBezTo>
                  <a:pt x="1181107" y="336529"/>
                  <a:pt x="1180611" y="335231"/>
                  <a:pt x="1187450" y="327025"/>
                </a:cubicBezTo>
                <a:cubicBezTo>
                  <a:pt x="1190325" y="323576"/>
                  <a:pt x="1194218" y="321044"/>
                  <a:pt x="1196975" y="317500"/>
                </a:cubicBezTo>
                <a:cubicBezTo>
                  <a:pt x="1201660" y="311476"/>
                  <a:pt x="1207262" y="305690"/>
                  <a:pt x="1209675" y="298450"/>
                </a:cubicBezTo>
                <a:cubicBezTo>
                  <a:pt x="1210733" y="295275"/>
                  <a:pt x="1211225" y="291851"/>
                  <a:pt x="1212850" y="288925"/>
                </a:cubicBezTo>
                <a:cubicBezTo>
                  <a:pt x="1220547" y="275070"/>
                  <a:pt x="1228436" y="262563"/>
                  <a:pt x="1244600" y="257175"/>
                </a:cubicBezTo>
                <a:cubicBezTo>
                  <a:pt x="1268541" y="249195"/>
                  <a:pt x="1239031" y="259960"/>
                  <a:pt x="1263650" y="247650"/>
                </a:cubicBezTo>
                <a:cubicBezTo>
                  <a:pt x="1266643" y="246153"/>
                  <a:pt x="1270182" y="245972"/>
                  <a:pt x="1273175" y="244475"/>
                </a:cubicBezTo>
                <a:cubicBezTo>
                  <a:pt x="1276588" y="242768"/>
                  <a:pt x="1279213" y="239675"/>
                  <a:pt x="1282700" y="238125"/>
                </a:cubicBezTo>
                <a:cubicBezTo>
                  <a:pt x="1288817" y="235407"/>
                  <a:pt x="1301750" y="231775"/>
                  <a:pt x="1301750" y="231775"/>
                </a:cubicBezTo>
                <a:cubicBezTo>
                  <a:pt x="1303867" y="228600"/>
                  <a:pt x="1305402" y="224948"/>
                  <a:pt x="1308100" y="222250"/>
                </a:cubicBezTo>
                <a:cubicBezTo>
                  <a:pt x="1310798" y="219552"/>
                  <a:pt x="1315241" y="218880"/>
                  <a:pt x="1317625" y="215900"/>
                </a:cubicBezTo>
                <a:cubicBezTo>
                  <a:pt x="1319716" y="213287"/>
                  <a:pt x="1319742" y="209550"/>
                  <a:pt x="1320800" y="206375"/>
                </a:cubicBezTo>
                <a:cubicBezTo>
                  <a:pt x="1319742" y="201083"/>
                  <a:pt x="1320038" y="195327"/>
                  <a:pt x="1317625" y="190500"/>
                </a:cubicBezTo>
                <a:cubicBezTo>
                  <a:pt x="1311606" y="178463"/>
                  <a:pt x="1307982" y="182504"/>
                  <a:pt x="1298575" y="177800"/>
                </a:cubicBezTo>
                <a:cubicBezTo>
                  <a:pt x="1295162" y="176093"/>
                  <a:pt x="1292537" y="173000"/>
                  <a:pt x="1289050" y="171450"/>
                </a:cubicBezTo>
                <a:cubicBezTo>
                  <a:pt x="1282933" y="168732"/>
                  <a:pt x="1275569" y="168813"/>
                  <a:pt x="1270000" y="165100"/>
                </a:cubicBezTo>
                <a:lnTo>
                  <a:pt x="1250950" y="152400"/>
                </a:lnTo>
                <a:cubicBezTo>
                  <a:pt x="1249892" y="149225"/>
                  <a:pt x="1249272" y="145868"/>
                  <a:pt x="1247775" y="142875"/>
                </a:cubicBezTo>
                <a:cubicBezTo>
                  <a:pt x="1246068" y="139462"/>
                  <a:pt x="1242928" y="136857"/>
                  <a:pt x="1241425" y="133350"/>
                </a:cubicBezTo>
                <a:cubicBezTo>
                  <a:pt x="1239706" y="129339"/>
                  <a:pt x="1239308" y="124883"/>
                  <a:pt x="1238250" y="120650"/>
                </a:cubicBezTo>
                <a:cubicBezTo>
                  <a:pt x="1239308" y="111125"/>
                  <a:pt x="1239849" y="101528"/>
                  <a:pt x="1241425" y="92075"/>
                </a:cubicBezTo>
                <a:cubicBezTo>
                  <a:pt x="1241975" y="88774"/>
                  <a:pt x="1241877" y="84495"/>
                  <a:pt x="1244600" y="82550"/>
                </a:cubicBezTo>
                <a:cubicBezTo>
                  <a:pt x="1250047" y="78659"/>
                  <a:pt x="1263650" y="76200"/>
                  <a:pt x="1263650" y="76200"/>
                </a:cubicBezTo>
                <a:cubicBezTo>
                  <a:pt x="1264708" y="73025"/>
                  <a:pt x="1265200" y="69601"/>
                  <a:pt x="1266825" y="66675"/>
                </a:cubicBezTo>
                <a:cubicBezTo>
                  <a:pt x="1270531" y="60004"/>
                  <a:pt x="1277112" y="54865"/>
                  <a:pt x="1279525" y="47625"/>
                </a:cubicBezTo>
                <a:lnTo>
                  <a:pt x="1282700" y="38100"/>
                </a:lnTo>
                <a:cubicBezTo>
                  <a:pt x="1276636" y="19907"/>
                  <a:pt x="1278842" y="13531"/>
                  <a:pt x="1257300" y="6350"/>
                </a:cubicBezTo>
                <a:lnTo>
                  <a:pt x="1238250" y="0"/>
                </a:lnTo>
                <a:cubicBezTo>
                  <a:pt x="1229783" y="1058"/>
                  <a:pt x="1220772" y="6"/>
                  <a:pt x="1212850" y="3175"/>
                </a:cubicBezTo>
                <a:cubicBezTo>
                  <a:pt x="1209307" y="4592"/>
                  <a:pt x="1208943" y="9769"/>
                  <a:pt x="1206500" y="12700"/>
                </a:cubicBezTo>
                <a:cubicBezTo>
                  <a:pt x="1203625" y="16149"/>
                  <a:pt x="1200150" y="19050"/>
                  <a:pt x="1196975" y="22225"/>
                </a:cubicBezTo>
                <a:cubicBezTo>
                  <a:pt x="1189418" y="44895"/>
                  <a:pt x="1196194" y="37562"/>
                  <a:pt x="1181100" y="47625"/>
                </a:cubicBezTo>
                <a:cubicBezTo>
                  <a:pt x="1170517" y="63500"/>
                  <a:pt x="1177925" y="55033"/>
                  <a:pt x="1155700" y="69850"/>
                </a:cubicBezTo>
                <a:lnTo>
                  <a:pt x="1146175" y="76200"/>
                </a:lnTo>
                <a:cubicBezTo>
                  <a:pt x="1143000" y="78317"/>
                  <a:pt x="1140270" y="81343"/>
                  <a:pt x="1136650" y="82550"/>
                </a:cubicBezTo>
                <a:lnTo>
                  <a:pt x="1117600" y="88900"/>
                </a:lnTo>
                <a:cubicBezTo>
                  <a:pt x="1084961" y="99780"/>
                  <a:pt x="1111419" y="91930"/>
                  <a:pt x="1035050" y="95250"/>
                </a:cubicBezTo>
                <a:cubicBezTo>
                  <a:pt x="995836" y="103093"/>
                  <a:pt x="1044809" y="93476"/>
                  <a:pt x="1000125" y="101600"/>
                </a:cubicBezTo>
                <a:cubicBezTo>
                  <a:pt x="939129" y="112690"/>
                  <a:pt x="1022511" y="97758"/>
                  <a:pt x="971550" y="107950"/>
                </a:cubicBezTo>
                <a:cubicBezTo>
                  <a:pt x="965237" y="109213"/>
                  <a:pt x="958827" y="109939"/>
                  <a:pt x="952500" y="111125"/>
                </a:cubicBezTo>
                <a:cubicBezTo>
                  <a:pt x="944418" y="112640"/>
                  <a:pt x="913514" y="119337"/>
                  <a:pt x="901700" y="120650"/>
                </a:cubicBezTo>
                <a:cubicBezTo>
                  <a:pt x="889034" y="122057"/>
                  <a:pt x="876300" y="122767"/>
                  <a:pt x="863600" y="123825"/>
                </a:cubicBezTo>
                <a:cubicBezTo>
                  <a:pt x="826657" y="120983"/>
                  <a:pt x="826395" y="118384"/>
                  <a:pt x="793750" y="123825"/>
                </a:cubicBezTo>
                <a:cubicBezTo>
                  <a:pt x="790449" y="124375"/>
                  <a:pt x="787218" y="125503"/>
                  <a:pt x="784225" y="127000"/>
                </a:cubicBezTo>
                <a:cubicBezTo>
                  <a:pt x="780812" y="128707"/>
                  <a:pt x="777875" y="131233"/>
                  <a:pt x="774700" y="133350"/>
                </a:cubicBezTo>
                <a:cubicBezTo>
                  <a:pt x="768662" y="132142"/>
                  <a:pt x="755809" y="130254"/>
                  <a:pt x="749300" y="127000"/>
                </a:cubicBezTo>
                <a:cubicBezTo>
                  <a:pt x="745887" y="125293"/>
                  <a:pt x="743262" y="122200"/>
                  <a:pt x="739775" y="120650"/>
                </a:cubicBezTo>
                <a:cubicBezTo>
                  <a:pt x="733658" y="117932"/>
                  <a:pt x="720725" y="114300"/>
                  <a:pt x="720725" y="114300"/>
                </a:cubicBezTo>
                <a:lnTo>
                  <a:pt x="701675" y="117475"/>
                </a:lnTo>
                <a:cubicBezTo>
                  <a:pt x="696366" y="118440"/>
                  <a:pt x="691159" y="120019"/>
                  <a:pt x="685800" y="120650"/>
                </a:cubicBezTo>
                <a:cubicBezTo>
                  <a:pt x="673143" y="122139"/>
                  <a:pt x="660400" y="122767"/>
                  <a:pt x="647700" y="123825"/>
                </a:cubicBezTo>
                <a:cubicBezTo>
                  <a:pt x="619681" y="122491"/>
                  <a:pt x="589928" y="123687"/>
                  <a:pt x="561975" y="117475"/>
                </a:cubicBezTo>
                <a:cubicBezTo>
                  <a:pt x="558708" y="116749"/>
                  <a:pt x="555625" y="115358"/>
                  <a:pt x="552450" y="114300"/>
                </a:cubicBezTo>
                <a:cubicBezTo>
                  <a:pt x="548217" y="115358"/>
                  <a:pt x="543761" y="115756"/>
                  <a:pt x="539750" y="117475"/>
                </a:cubicBezTo>
                <a:cubicBezTo>
                  <a:pt x="531668" y="120939"/>
                  <a:pt x="527723" y="125653"/>
                  <a:pt x="523875" y="133350"/>
                </a:cubicBezTo>
                <a:cubicBezTo>
                  <a:pt x="520887" y="139326"/>
                  <a:pt x="520968" y="148264"/>
                  <a:pt x="514350" y="152400"/>
                </a:cubicBezTo>
                <a:cubicBezTo>
                  <a:pt x="508674" y="155948"/>
                  <a:pt x="501650" y="156633"/>
                  <a:pt x="495300" y="158750"/>
                </a:cubicBezTo>
                <a:lnTo>
                  <a:pt x="485775" y="161925"/>
                </a:lnTo>
                <a:cubicBezTo>
                  <a:pt x="473075" y="160867"/>
                  <a:pt x="460246" y="160845"/>
                  <a:pt x="447675" y="158750"/>
                </a:cubicBezTo>
                <a:cubicBezTo>
                  <a:pt x="441073" y="157650"/>
                  <a:pt x="434975" y="154517"/>
                  <a:pt x="428625" y="152400"/>
                </a:cubicBezTo>
                <a:lnTo>
                  <a:pt x="419100" y="149225"/>
                </a:lnTo>
                <a:lnTo>
                  <a:pt x="279400" y="155575"/>
                </a:lnTo>
                <a:cubicBezTo>
                  <a:pt x="260321" y="155575"/>
                  <a:pt x="241300" y="153458"/>
                  <a:pt x="222250" y="152400"/>
                </a:cubicBezTo>
                <a:cubicBezTo>
                  <a:pt x="196850" y="135467"/>
                  <a:pt x="227542" y="157692"/>
                  <a:pt x="206375" y="136525"/>
                </a:cubicBezTo>
                <a:cubicBezTo>
                  <a:pt x="203677" y="133827"/>
                  <a:pt x="200025" y="132292"/>
                  <a:pt x="196850" y="130175"/>
                </a:cubicBezTo>
                <a:cubicBezTo>
                  <a:pt x="185117" y="112576"/>
                  <a:pt x="197213" y="126496"/>
                  <a:pt x="180975" y="117475"/>
                </a:cubicBezTo>
                <a:cubicBezTo>
                  <a:pt x="174304" y="113769"/>
                  <a:pt x="168275" y="109008"/>
                  <a:pt x="161925" y="104775"/>
                </a:cubicBezTo>
                <a:cubicBezTo>
                  <a:pt x="158750" y="102658"/>
                  <a:pt x="156020" y="99632"/>
                  <a:pt x="152400" y="98425"/>
                </a:cubicBezTo>
                <a:cubicBezTo>
                  <a:pt x="149225" y="97367"/>
                  <a:pt x="145868" y="96747"/>
                  <a:pt x="142875" y="95250"/>
                </a:cubicBezTo>
                <a:cubicBezTo>
                  <a:pt x="139462" y="93543"/>
                  <a:pt x="136837" y="90450"/>
                  <a:pt x="133350" y="88900"/>
                </a:cubicBezTo>
                <a:cubicBezTo>
                  <a:pt x="127233" y="86182"/>
                  <a:pt x="114300" y="82550"/>
                  <a:pt x="114300" y="82550"/>
                </a:cubicBezTo>
                <a:cubicBezTo>
                  <a:pt x="97367" y="57150"/>
                  <a:pt x="119592" y="87842"/>
                  <a:pt x="98425" y="66675"/>
                </a:cubicBezTo>
                <a:cubicBezTo>
                  <a:pt x="95727" y="63977"/>
                  <a:pt x="95311" y="59172"/>
                  <a:pt x="92075" y="57150"/>
                </a:cubicBezTo>
                <a:cubicBezTo>
                  <a:pt x="86399" y="53602"/>
                  <a:pt x="79375" y="52917"/>
                  <a:pt x="73025" y="50800"/>
                </a:cubicBezTo>
                <a:cubicBezTo>
                  <a:pt x="69850" y="49742"/>
                  <a:pt x="66801" y="48175"/>
                  <a:pt x="63500" y="47625"/>
                </a:cubicBezTo>
                <a:cubicBezTo>
                  <a:pt x="41149" y="43900"/>
                  <a:pt x="50557" y="46486"/>
                  <a:pt x="34925" y="41275"/>
                </a:cubicBezTo>
                <a:cubicBezTo>
                  <a:pt x="32808" y="34925"/>
                  <a:pt x="34144" y="25938"/>
                  <a:pt x="28575" y="22225"/>
                </a:cubicBezTo>
                <a:cubicBezTo>
                  <a:pt x="22225" y="17992"/>
                  <a:pt x="16765" y="11938"/>
                  <a:pt x="9525" y="9525"/>
                </a:cubicBezTo>
                <a:lnTo>
                  <a:pt x="0" y="6350"/>
                </a:lnTo>
              </a:path>
            </a:pathLst>
          </a:custGeom>
          <a:noFill/>
          <a:ln w="28575">
            <a:solidFill>
              <a:srgbClr val="364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FD1C519-B824-5049-9B8B-44570A85AA06}"/>
              </a:ext>
            </a:extLst>
          </p:cNvPr>
          <p:cNvSpPr txBox="1"/>
          <p:nvPr/>
        </p:nvSpPr>
        <p:spPr>
          <a:xfrm>
            <a:off x="7102955" y="3546635"/>
            <a:ext cx="1371601" cy="461665"/>
          </a:xfrm>
          <a:prstGeom prst="rect">
            <a:avLst/>
          </a:prstGeom>
          <a:noFill/>
        </p:spPr>
        <p:txBody>
          <a:bodyPr wrap="square" rtlCol="0">
            <a:spAutoFit/>
          </a:bodyPr>
          <a:lstStyle/>
          <a:p>
            <a:pPr algn="ctr"/>
            <a:r>
              <a:rPr lang="en-US" sz="1200" b="1" dirty="0">
                <a:solidFill>
                  <a:srgbClr val="0304B4"/>
                </a:solidFill>
                <a:latin typeface="Century Gothic" panose="020B0502020202020204" pitchFamily="34" charset="0"/>
              </a:rPr>
              <a:t>Brahmaputra River</a:t>
            </a:r>
          </a:p>
        </p:txBody>
      </p:sp>
      <p:cxnSp>
        <p:nvCxnSpPr>
          <p:cNvPr id="20" name="Straight Arrow Connector 19">
            <a:extLst>
              <a:ext uri="{FF2B5EF4-FFF2-40B4-BE49-F238E27FC236}">
                <a16:creationId xmlns:a16="http://schemas.microsoft.com/office/drawing/2014/main" id="{DAC33027-89D8-E44E-A14F-0AF30378DBB9}"/>
              </a:ext>
            </a:extLst>
          </p:cNvPr>
          <p:cNvCxnSpPr>
            <a:cxnSpLocks/>
          </p:cNvCxnSpPr>
          <p:nvPr/>
        </p:nvCxnSpPr>
        <p:spPr>
          <a:xfrm>
            <a:off x="6610233" y="3706812"/>
            <a:ext cx="7086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1" name="Picture 20">
            <a:extLst>
              <a:ext uri="{FF2B5EF4-FFF2-40B4-BE49-F238E27FC236}">
                <a16:creationId xmlns:a16="http://schemas.microsoft.com/office/drawing/2014/main" id="{F9907B6D-5FE7-A84B-AF84-99431EA7C83B}"/>
              </a:ext>
            </a:extLst>
          </p:cNvPr>
          <p:cNvPicPr>
            <a:picLocks noChangeAspect="1"/>
          </p:cNvPicPr>
          <p:nvPr/>
        </p:nvPicPr>
        <p:blipFill>
          <a:blip r:embed="rId3"/>
          <a:stretch>
            <a:fillRect/>
          </a:stretch>
        </p:blipFill>
        <p:spPr>
          <a:xfrm rot="5400000">
            <a:off x="2712819" y="158518"/>
            <a:ext cx="1886131" cy="509260"/>
          </a:xfrm>
          <a:prstGeom prst="rect">
            <a:avLst/>
          </a:prstGeom>
        </p:spPr>
      </p:pic>
      <p:sp>
        <p:nvSpPr>
          <p:cNvPr id="22" name="TextBox 21">
            <a:extLst>
              <a:ext uri="{FF2B5EF4-FFF2-40B4-BE49-F238E27FC236}">
                <a16:creationId xmlns:a16="http://schemas.microsoft.com/office/drawing/2014/main" id="{8ED50F34-917F-6044-B3C1-481D80D81BA0}"/>
              </a:ext>
            </a:extLst>
          </p:cNvPr>
          <p:cNvSpPr txBox="1"/>
          <p:nvPr/>
        </p:nvSpPr>
        <p:spPr>
          <a:xfrm rot="5400000">
            <a:off x="2030651" y="598463"/>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Ural Mts.</a:t>
            </a:r>
          </a:p>
        </p:txBody>
      </p:sp>
      <p:pic>
        <p:nvPicPr>
          <p:cNvPr id="23" name="Picture 22">
            <a:extLst>
              <a:ext uri="{FF2B5EF4-FFF2-40B4-BE49-F238E27FC236}">
                <a16:creationId xmlns:a16="http://schemas.microsoft.com/office/drawing/2014/main" id="{0AF3322A-C459-C94B-AF62-8FE6F3CFD5AD}"/>
              </a:ext>
            </a:extLst>
          </p:cNvPr>
          <p:cNvPicPr>
            <a:picLocks noChangeAspect="1"/>
          </p:cNvPicPr>
          <p:nvPr/>
        </p:nvPicPr>
        <p:blipFill>
          <a:blip r:embed="rId3"/>
          <a:stretch>
            <a:fillRect/>
          </a:stretch>
        </p:blipFill>
        <p:spPr>
          <a:xfrm rot="21261954">
            <a:off x="4355874" y="2383208"/>
            <a:ext cx="958776" cy="302310"/>
          </a:xfrm>
          <a:prstGeom prst="rect">
            <a:avLst/>
          </a:prstGeom>
        </p:spPr>
      </p:pic>
      <p:sp>
        <p:nvSpPr>
          <p:cNvPr id="24" name="TextBox 23">
            <a:extLst>
              <a:ext uri="{FF2B5EF4-FFF2-40B4-BE49-F238E27FC236}">
                <a16:creationId xmlns:a16="http://schemas.microsoft.com/office/drawing/2014/main" id="{D1390A0C-4131-ED4D-A43D-983106CED051}"/>
              </a:ext>
            </a:extLst>
          </p:cNvPr>
          <p:cNvSpPr txBox="1"/>
          <p:nvPr/>
        </p:nvSpPr>
        <p:spPr>
          <a:xfrm rot="20419089">
            <a:off x="3377355" y="2162231"/>
            <a:ext cx="2791665" cy="338554"/>
          </a:xfrm>
          <a:prstGeom prst="rect">
            <a:avLst/>
          </a:prstGeom>
          <a:noFill/>
        </p:spPr>
        <p:txBody>
          <a:bodyPr wrap="square" rtlCol="0">
            <a:spAutoFit/>
          </a:bodyPr>
          <a:lstStyle/>
          <a:p>
            <a:pPr algn="ctr"/>
            <a:r>
              <a:rPr lang="en-US" sz="1600" b="1" dirty="0">
                <a:solidFill>
                  <a:srgbClr val="72330A"/>
                </a:solidFill>
                <a:latin typeface="Century Gothic" panose="020B0502020202020204" pitchFamily="34" charset="0"/>
              </a:rPr>
              <a:t>Hindu Kush</a:t>
            </a:r>
          </a:p>
        </p:txBody>
      </p:sp>
      <p:pic>
        <p:nvPicPr>
          <p:cNvPr id="25" name="Picture 24">
            <a:extLst>
              <a:ext uri="{FF2B5EF4-FFF2-40B4-BE49-F238E27FC236}">
                <a16:creationId xmlns:a16="http://schemas.microsoft.com/office/drawing/2014/main" id="{2BCBC173-137E-B949-B250-D7665C2BE703}"/>
              </a:ext>
            </a:extLst>
          </p:cNvPr>
          <p:cNvPicPr>
            <a:picLocks noChangeAspect="1"/>
          </p:cNvPicPr>
          <p:nvPr/>
        </p:nvPicPr>
        <p:blipFill>
          <a:blip r:embed="rId3"/>
          <a:stretch>
            <a:fillRect/>
          </a:stretch>
        </p:blipFill>
        <p:spPr>
          <a:xfrm rot="2155047">
            <a:off x="4539493" y="3220992"/>
            <a:ext cx="1886131" cy="388910"/>
          </a:xfrm>
          <a:prstGeom prst="rect">
            <a:avLst/>
          </a:prstGeom>
        </p:spPr>
      </p:pic>
      <p:sp>
        <p:nvSpPr>
          <p:cNvPr id="26" name="TextBox 25">
            <a:extLst>
              <a:ext uri="{FF2B5EF4-FFF2-40B4-BE49-F238E27FC236}">
                <a16:creationId xmlns:a16="http://schemas.microsoft.com/office/drawing/2014/main" id="{F1D26134-5C10-D54E-8EC1-7A31E378D99F}"/>
              </a:ext>
            </a:extLst>
          </p:cNvPr>
          <p:cNvSpPr txBox="1"/>
          <p:nvPr/>
        </p:nvSpPr>
        <p:spPr>
          <a:xfrm rot="2160620">
            <a:off x="4355040" y="3122712"/>
            <a:ext cx="2791665" cy="307777"/>
          </a:xfrm>
          <a:prstGeom prst="rect">
            <a:avLst/>
          </a:prstGeom>
          <a:noFill/>
        </p:spPr>
        <p:txBody>
          <a:bodyPr wrap="square" rtlCol="0">
            <a:spAutoFit/>
          </a:bodyPr>
          <a:lstStyle/>
          <a:p>
            <a:pPr algn="ctr"/>
            <a:r>
              <a:rPr lang="en-US" sz="1400" b="1" dirty="0">
                <a:solidFill>
                  <a:srgbClr val="72330A"/>
                </a:solidFill>
                <a:latin typeface="Century Gothic" panose="020B0502020202020204" pitchFamily="34" charset="0"/>
              </a:rPr>
              <a:t>Himalayan Mts.</a:t>
            </a:r>
          </a:p>
        </p:txBody>
      </p:sp>
      <p:sp>
        <p:nvSpPr>
          <p:cNvPr id="27" name="TextBox 26">
            <a:extLst>
              <a:ext uri="{FF2B5EF4-FFF2-40B4-BE49-F238E27FC236}">
                <a16:creationId xmlns:a16="http://schemas.microsoft.com/office/drawing/2014/main" id="{5A38A17C-39D9-2B4C-A914-C9A34B2502B7}"/>
              </a:ext>
            </a:extLst>
          </p:cNvPr>
          <p:cNvSpPr txBox="1"/>
          <p:nvPr/>
        </p:nvSpPr>
        <p:spPr>
          <a:xfrm>
            <a:off x="5572155" y="2707998"/>
            <a:ext cx="915447" cy="461665"/>
          </a:xfrm>
          <a:prstGeom prst="rect">
            <a:avLst/>
          </a:prstGeom>
          <a:noFill/>
        </p:spPr>
        <p:txBody>
          <a:bodyPr wrap="square" rtlCol="0">
            <a:spAutoFit/>
          </a:bodyPr>
          <a:lstStyle/>
          <a:p>
            <a:pPr algn="ctr"/>
            <a:r>
              <a:rPr lang="en-US" sz="1200" b="1" dirty="0">
                <a:solidFill>
                  <a:schemeClr val="accent6">
                    <a:lumMod val="50000"/>
                  </a:schemeClr>
                </a:solidFill>
                <a:latin typeface="Century Gothic" panose="020B0502020202020204" pitchFamily="34" charset="0"/>
              </a:rPr>
              <a:t>Plateau of Tibet</a:t>
            </a:r>
          </a:p>
        </p:txBody>
      </p:sp>
      <p:sp>
        <p:nvSpPr>
          <p:cNvPr id="4" name="Rectangle 3">
            <a:extLst>
              <a:ext uri="{FF2B5EF4-FFF2-40B4-BE49-F238E27FC236}">
                <a16:creationId xmlns:a16="http://schemas.microsoft.com/office/drawing/2014/main" id="{B17730D4-1469-B845-8074-37354CCE567D}"/>
              </a:ext>
            </a:extLst>
          </p:cNvPr>
          <p:cNvSpPr/>
          <p:nvPr/>
        </p:nvSpPr>
        <p:spPr>
          <a:xfrm>
            <a:off x="1612900" y="0"/>
            <a:ext cx="8385175" cy="6853237"/>
          </a:xfrm>
          <a:prstGeom prst="rect">
            <a:avLst/>
          </a:prstGeom>
          <a:noFill/>
          <a:ln w="1047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76"/>
          </a:p>
        </p:txBody>
      </p:sp>
      <p:sp>
        <p:nvSpPr>
          <p:cNvPr id="28" name="TextBox 27">
            <a:extLst>
              <a:ext uri="{FF2B5EF4-FFF2-40B4-BE49-F238E27FC236}">
                <a16:creationId xmlns:a16="http://schemas.microsoft.com/office/drawing/2014/main" id="{26C501D8-A382-B64F-8854-8D855F88657C}"/>
              </a:ext>
            </a:extLst>
          </p:cNvPr>
          <p:cNvSpPr txBox="1"/>
          <p:nvPr/>
        </p:nvSpPr>
        <p:spPr>
          <a:xfrm>
            <a:off x="4605878" y="4460612"/>
            <a:ext cx="915447" cy="523220"/>
          </a:xfrm>
          <a:prstGeom prst="rect">
            <a:avLst/>
          </a:prstGeom>
          <a:noFill/>
        </p:spPr>
        <p:txBody>
          <a:bodyPr wrap="square" rtlCol="0">
            <a:spAutoFit/>
          </a:bodyPr>
          <a:lstStyle/>
          <a:p>
            <a:pPr algn="ctr"/>
            <a:r>
              <a:rPr lang="en-US" sz="1400" b="1" dirty="0">
                <a:solidFill>
                  <a:schemeClr val="accent6">
                    <a:lumMod val="50000"/>
                  </a:schemeClr>
                </a:solidFill>
                <a:latin typeface="Century Gothic" panose="020B0502020202020204" pitchFamily="34" charset="0"/>
              </a:rPr>
              <a:t>Deccan Plateau</a:t>
            </a:r>
          </a:p>
        </p:txBody>
      </p:sp>
      <p:sp>
        <p:nvSpPr>
          <p:cNvPr id="29" name="TextBox 28">
            <a:extLst>
              <a:ext uri="{FF2B5EF4-FFF2-40B4-BE49-F238E27FC236}">
                <a16:creationId xmlns:a16="http://schemas.microsoft.com/office/drawing/2014/main" id="{98C8BA50-C9BF-434D-A112-DAD78F8377CA}"/>
              </a:ext>
            </a:extLst>
          </p:cNvPr>
          <p:cNvSpPr txBox="1"/>
          <p:nvPr/>
        </p:nvSpPr>
        <p:spPr>
          <a:xfrm>
            <a:off x="3380790" y="1106320"/>
            <a:ext cx="2137390" cy="369332"/>
          </a:xfrm>
          <a:prstGeom prst="rect">
            <a:avLst/>
          </a:prstGeom>
          <a:noFill/>
        </p:spPr>
        <p:txBody>
          <a:bodyPr wrap="square" rtlCol="0">
            <a:spAutoFit/>
          </a:bodyPr>
          <a:lstStyle/>
          <a:p>
            <a:pPr algn="ctr"/>
            <a:r>
              <a:rPr lang="en-US" b="1" dirty="0">
                <a:solidFill>
                  <a:schemeClr val="accent6">
                    <a:lumMod val="50000"/>
                  </a:schemeClr>
                </a:solidFill>
                <a:latin typeface="Century Gothic" panose="020B0502020202020204" pitchFamily="34" charset="0"/>
              </a:rPr>
              <a:t>Steppes</a:t>
            </a:r>
            <a:endParaRPr lang="en-US" sz="1600" b="1" dirty="0">
              <a:solidFill>
                <a:schemeClr val="accent6">
                  <a:lumMod val="50000"/>
                </a:schemeClr>
              </a:solidFill>
              <a:latin typeface="Century Gothic" panose="020B0502020202020204" pitchFamily="34" charset="0"/>
            </a:endParaRPr>
          </a:p>
        </p:txBody>
      </p:sp>
    </p:spTree>
    <p:extLst>
      <p:ext uri="{BB962C8B-B14F-4D97-AF65-F5344CB8AC3E}">
        <p14:creationId xmlns:p14="http://schemas.microsoft.com/office/powerpoint/2010/main" val="2215237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13471</TotalTime>
  <Words>959</Words>
  <Application>Microsoft Office PowerPoint</Application>
  <PresentationFormat>Custom</PresentationFormat>
  <Paragraphs>195</Paragraphs>
  <Slides>31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Aharoni</vt:lpstr>
      <vt:lpstr>Arial</vt:lpstr>
      <vt:lpstr>Calibri</vt:lpstr>
      <vt:lpstr>Calibri Light</vt:lpstr>
      <vt:lpstr>Century Gothic</vt:lpstr>
      <vt:lpstr>Gill Sans Ultra Bold</vt:lpstr>
      <vt:lpstr>PondKinder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Holly Ordway</dc:creator>
  <cp:lastModifiedBy>Shelby_Pavatte</cp:lastModifiedBy>
  <cp:revision>36</cp:revision>
  <dcterms:created xsi:type="dcterms:W3CDTF">2021-02-01T19:56:27Z</dcterms:created>
  <dcterms:modified xsi:type="dcterms:W3CDTF">2023-04-18T15:22:21Z</dcterms:modified>
</cp:coreProperties>
</file>